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1"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Lst>
  <p:sldSz cy="5143500" cx="9144000"/>
  <p:notesSz cx="6858000" cy="9144000"/>
  <p:embeddedFontLst>
    <p:embeddedFont>
      <p:font typeface="Nunito SemiBold"/>
      <p:regular r:id="rId40"/>
      <p:bold r:id="rId41"/>
      <p:italic r:id="rId42"/>
      <p:boldItalic r:id="rId43"/>
    </p:embeddedFont>
    <p:embeddedFont>
      <p:font typeface="Raleway"/>
      <p:regular r:id="rId44"/>
      <p:bold r:id="rId45"/>
      <p:italic r:id="rId46"/>
      <p:boldItalic r:id="rId47"/>
    </p:embeddedFont>
    <p:embeddedFont>
      <p:font typeface="Roboto"/>
      <p:regular r:id="rId48"/>
      <p:bold r:id="rId49"/>
      <p:italic r:id="rId50"/>
      <p:boldItalic r:id="rId51"/>
    </p:embeddedFont>
    <p:embeddedFont>
      <p:font typeface="Nunito"/>
      <p:regular r:id="rId52"/>
      <p:bold r:id="rId53"/>
      <p:italic r:id="rId54"/>
      <p:boldItalic r:id="rId55"/>
    </p:embeddedFont>
    <p:embeddedFont>
      <p:font typeface="Jost"/>
      <p:regular r:id="rId56"/>
      <p:bold r:id="rId57"/>
      <p:italic r:id="rId58"/>
      <p:boldItalic r:id="rId59"/>
    </p:embeddedFont>
    <p:embeddedFont>
      <p:font typeface="Jost Medium"/>
      <p:regular r:id="rId60"/>
      <p:bold r:id="rId61"/>
      <p:italic r:id="rId62"/>
      <p:boldItalic r:id="rId63"/>
    </p:embeddedFont>
    <p:embeddedFont>
      <p:font typeface="Jost SemiBold"/>
      <p:regular r:id="rId64"/>
      <p:bold r:id="rId65"/>
      <p:italic r:id="rId66"/>
      <p:boldItalic r:id="rId67"/>
    </p:embeddedFont>
    <p:embeddedFont>
      <p:font typeface="Barlow Semi Condensed"/>
      <p:regular r:id="rId68"/>
      <p:bold r:id="rId69"/>
      <p:italic r:id="rId70"/>
      <p:boldItalic r:id="rId7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117">
          <p15:clr>
            <a:srgbClr val="747775"/>
          </p15:clr>
        </p15:guide>
        <p15:guide id="2" pos="5623">
          <p15:clr>
            <a:srgbClr val="747775"/>
          </p15:clr>
        </p15:guide>
        <p15:guide id="3" orient="horz" pos="3240">
          <p15:clr>
            <a:srgbClr val="747775"/>
          </p15:clr>
        </p15:guide>
        <p15:guide id="4" orient="horz" pos="432">
          <p15:clr>
            <a:srgbClr val="747775"/>
          </p15:clr>
        </p15:guide>
      </p15:sldGuideLst>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2" name="Raghav Magotra"/>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BAE19FA-C50C-4420-BFA2-6BB7B6C60364}">
  <a:tblStyle styleId="{EBAE19FA-C50C-4420-BFA2-6BB7B6C60364}"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F85B0667-830A-4F3F-90E7-995FAA6CB879}" styleName="Table_1">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 styleId="{40484C7D-7471-4AAD-849F-E383648F09FD}" styleName="Table_2">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17"/>
        <p:guide pos="5623"/>
        <p:guide pos="3240" orient="horz"/>
        <p:guide pos="432" orient="horz"/>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NunitoSemiBold-regular.fntdata"/><Relationship Id="rId42" Type="http://schemas.openxmlformats.org/officeDocument/2006/relationships/font" Target="fonts/NunitoSemiBold-italic.fntdata"/><Relationship Id="rId41" Type="http://schemas.openxmlformats.org/officeDocument/2006/relationships/font" Target="fonts/NunitoSemiBold-bold.fntdata"/><Relationship Id="rId44" Type="http://schemas.openxmlformats.org/officeDocument/2006/relationships/font" Target="fonts/Raleway-regular.fntdata"/><Relationship Id="rId43" Type="http://schemas.openxmlformats.org/officeDocument/2006/relationships/font" Target="fonts/NunitoSemiBold-boldItalic.fntdata"/><Relationship Id="rId46" Type="http://schemas.openxmlformats.org/officeDocument/2006/relationships/font" Target="fonts/Raleway-italic.fntdata"/><Relationship Id="rId45" Type="http://schemas.openxmlformats.org/officeDocument/2006/relationships/font" Target="fonts/Raleway-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48" Type="http://schemas.openxmlformats.org/officeDocument/2006/relationships/font" Target="fonts/Roboto-regular.fntdata"/><Relationship Id="rId47" Type="http://schemas.openxmlformats.org/officeDocument/2006/relationships/font" Target="fonts/Raleway-boldItalic.fntdata"/><Relationship Id="rId49" Type="http://schemas.openxmlformats.org/officeDocument/2006/relationships/font" Target="fonts/Roboto-bold.fntdata"/><Relationship Id="rId5" Type="http://schemas.openxmlformats.org/officeDocument/2006/relationships/commentAuthors" Target="commentAuthors.xml"/><Relationship Id="rId6" Type="http://schemas.openxmlformats.org/officeDocument/2006/relationships/slideMaster" Target="slideMasters/slideMaster1.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33" Type="http://schemas.openxmlformats.org/officeDocument/2006/relationships/slide" Target="slides/slide26.xml"/><Relationship Id="rId32" Type="http://schemas.openxmlformats.org/officeDocument/2006/relationships/slide" Target="slides/slide25.xml"/><Relationship Id="rId35" Type="http://schemas.openxmlformats.org/officeDocument/2006/relationships/slide" Target="slides/slide28.xml"/><Relationship Id="rId34" Type="http://schemas.openxmlformats.org/officeDocument/2006/relationships/slide" Target="slides/slide27.xml"/><Relationship Id="rId71" Type="http://schemas.openxmlformats.org/officeDocument/2006/relationships/font" Target="fonts/BarlowSemiCondensed-boldItalic.fntdata"/><Relationship Id="rId70" Type="http://schemas.openxmlformats.org/officeDocument/2006/relationships/font" Target="fonts/BarlowSemiCondensed-italic.fntdata"/><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slide" Target="slides/slide32.xml"/><Relationship Id="rId38" Type="http://schemas.openxmlformats.org/officeDocument/2006/relationships/slide" Target="slides/slide31.xml"/><Relationship Id="rId62" Type="http://schemas.openxmlformats.org/officeDocument/2006/relationships/font" Target="fonts/JostMedium-italic.fntdata"/><Relationship Id="rId61" Type="http://schemas.openxmlformats.org/officeDocument/2006/relationships/font" Target="fonts/JostMedium-bold.fntdata"/><Relationship Id="rId20" Type="http://schemas.openxmlformats.org/officeDocument/2006/relationships/slide" Target="slides/slide13.xml"/><Relationship Id="rId64" Type="http://schemas.openxmlformats.org/officeDocument/2006/relationships/font" Target="fonts/JostSemiBold-regular.fntdata"/><Relationship Id="rId63" Type="http://schemas.openxmlformats.org/officeDocument/2006/relationships/font" Target="fonts/JostMedium-boldItalic.fntdata"/><Relationship Id="rId22" Type="http://schemas.openxmlformats.org/officeDocument/2006/relationships/slide" Target="slides/slide15.xml"/><Relationship Id="rId66" Type="http://schemas.openxmlformats.org/officeDocument/2006/relationships/font" Target="fonts/JostSemiBold-italic.fntdata"/><Relationship Id="rId21" Type="http://schemas.openxmlformats.org/officeDocument/2006/relationships/slide" Target="slides/slide14.xml"/><Relationship Id="rId65" Type="http://schemas.openxmlformats.org/officeDocument/2006/relationships/font" Target="fonts/JostSemiBold-bold.fntdata"/><Relationship Id="rId24" Type="http://schemas.openxmlformats.org/officeDocument/2006/relationships/slide" Target="slides/slide17.xml"/><Relationship Id="rId68" Type="http://schemas.openxmlformats.org/officeDocument/2006/relationships/font" Target="fonts/BarlowSemiCondensed-regular.fntdata"/><Relationship Id="rId23" Type="http://schemas.openxmlformats.org/officeDocument/2006/relationships/slide" Target="slides/slide16.xml"/><Relationship Id="rId67" Type="http://schemas.openxmlformats.org/officeDocument/2006/relationships/font" Target="fonts/JostSemiBold-boldItalic.fntdata"/><Relationship Id="rId60" Type="http://schemas.openxmlformats.org/officeDocument/2006/relationships/font" Target="fonts/JostMedium-regular.fntdata"/><Relationship Id="rId26" Type="http://schemas.openxmlformats.org/officeDocument/2006/relationships/slide" Target="slides/slide19.xml"/><Relationship Id="rId25" Type="http://schemas.openxmlformats.org/officeDocument/2006/relationships/slide" Target="slides/slide18.xml"/><Relationship Id="rId69" Type="http://schemas.openxmlformats.org/officeDocument/2006/relationships/font" Target="fonts/BarlowSemiCondensed-bold.fntdata"/><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51" Type="http://schemas.openxmlformats.org/officeDocument/2006/relationships/font" Target="fonts/Roboto-boldItalic.fntdata"/><Relationship Id="rId50" Type="http://schemas.openxmlformats.org/officeDocument/2006/relationships/font" Target="fonts/Roboto-italic.fntdata"/><Relationship Id="rId53" Type="http://schemas.openxmlformats.org/officeDocument/2006/relationships/font" Target="fonts/Nunito-bold.fntdata"/><Relationship Id="rId52" Type="http://schemas.openxmlformats.org/officeDocument/2006/relationships/font" Target="fonts/Nunito-regular.fntdata"/><Relationship Id="rId11" Type="http://schemas.openxmlformats.org/officeDocument/2006/relationships/slide" Target="slides/slide4.xml"/><Relationship Id="rId55" Type="http://schemas.openxmlformats.org/officeDocument/2006/relationships/font" Target="fonts/Nunito-boldItalic.fntdata"/><Relationship Id="rId10" Type="http://schemas.openxmlformats.org/officeDocument/2006/relationships/slide" Target="slides/slide3.xml"/><Relationship Id="rId54" Type="http://schemas.openxmlformats.org/officeDocument/2006/relationships/font" Target="fonts/Nunito-italic.fntdata"/><Relationship Id="rId13" Type="http://schemas.openxmlformats.org/officeDocument/2006/relationships/slide" Target="slides/slide6.xml"/><Relationship Id="rId57" Type="http://schemas.openxmlformats.org/officeDocument/2006/relationships/font" Target="fonts/Jost-bold.fntdata"/><Relationship Id="rId12" Type="http://schemas.openxmlformats.org/officeDocument/2006/relationships/slide" Target="slides/slide5.xml"/><Relationship Id="rId56" Type="http://schemas.openxmlformats.org/officeDocument/2006/relationships/font" Target="fonts/Jost-regular.fntdata"/><Relationship Id="rId15" Type="http://schemas.openxmlformats.org/officeDocument/2006/relationships/slide" Target="slides/slide8.xml"/><Relationship Id="rId59" Type="http://schemas.openxmlformats.org/officeDocument/2006/relationships/font" Target="fonts/Jost-boldItalic.fntdata"/><Relationship Id="rId14" Type="http://schemas.openxmlformats.org/officeDocument/2006/relationships/slide" Target="slides/slide7.xml"/><Relationship Id="rId58" Type="http://schemas.openxmlformats.org/officeDocument/2006/relationships/font" Target="fonts/Jost-italic.fntdata"/><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5-11-21T08:35:51.504">
    <p:pos x="6000" y="0"/>
    <p:text>expand by some content</p:text>
  </p:cm>
  <p:cm authorId="0" idx="2" dt="2025-11-21T08:35:51.504">
    <p:pos x="6000" y="0"/>
    <p:text>LOAD BALANCER AND AUTO SCALING</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g3a741929c84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0" name="Google Shape;60;g3a741929c84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3a8e9807933_7_126: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3" name="Google Shape;73;g3a8e9807933_7_1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3a8e9807933_8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82" name="Google Shape;182;g3a8e9807933_8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3a741929c84_0_2286: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7" name="Google Shape;217;g3a741929c84_0_228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g3a8e9807933_7_39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7" name="Google Shape;267;g3a8e9807933_7_394: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68" name="Google Shape;268;g3a8e9807933_7_394: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g3a8e9807933_7_2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6" name="Google Shape;376;g3a8e9807933_7_2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g3a741929c84_0_140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22" name="Google Shape;422;g3a741929c84_0_140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2" name="Shape 482"/>
        <p:cNvGrpSpPr/>
        <p:nvPr/>
      </p:nvGrpSpPr>
      <p:grpSpPr>
        <a:xfrm>
          <a:off x="0" y="0"/>
          <a:ext cx="0" cy="0"/>
          <a:chOff x="0" y="0"/>
          <a:chExt cx="0" cy="0"/>
        </a:xfrm>
      </p:grpSpPr>
      <p:sp>
        <p:nvSpPr>
          <p:cNvPr id="483" name="Google Shape;483;g3a741929c84_0_1277: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84" name="Google Shape;484;g3a741929c84_0_127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5" name="Shape 555"/>
        <p:cNvGrpSpPr/>
        <p:nvPr/>
      </p:nvGrpSpPr>
      <p:grpSpPr>
        <a:xfrm>
          <a:off x="0" y="0"/>
          <a:ext cx="0" cy="0"/>
          <a:chOff x="0" y="0"/>
          <a:chExt cx="0" cy="0"/>
        </a:xfrm>
      </p:grpSpPr>
      <p:sp>
        <p:nvSpPr>
          <p:cNvPr id="556" name="Google Shape;556;g3a741929c84_0_2149: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57" name="Google Shape;557;g3a741929c84_0_21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6" name="Shape 586"/>
        <p:cNvGrpSpPr/>
        <p:nvPr/>
      </p:nvGrpSpPr>
      <p:grpSpPr>
        <a:xfrm>
          <a:off x="0" y="0"/>
          <a:ext cx="0" cy="0"/>
          <a:chOff x="0" y="0"/>
          <a:chExt cx="0" cy="0"/>
        </a:xfrm>
      </p:grpSpPr>
      <p:sp>
        <p:nvSpPr>
          <p:cNvPr id="587" name="Google Shape;587;g3a9066ea3a3_1_0: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88" name="Google Shape;588;g3a9066ea3a3_1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9" name="Shape 649"/>
        <p:cNvGrpSpPr/>
        <p:nvPr/>
      </p:nvGrpSpPr>
      <p:grpSpPr>
        <a:xfrm>
          <a:off x="0" y="0"/>
          <a:ext cx="0" cy="0"/>
          <a:chOff x="0" y="0"/>
          <a:chExt cx="0" cy="0"/>
        </a:xfrm>
      </p:grpSpPr>
      <p:sp>
        <p:nvSpPr>
          <p:cNvPr id="650" name="Google Shape;650;g3a8e9807933_19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1" name="Google Shape;651;g3a8e9807933_19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0" name="Shape 670"/>
        <p:cNvGrpSpPr/>
        <p:nvPr/>
      </p:nvGrpSpPr>
      <p:grpSpPr>
        <a:xfrm>
          <a:off x="0" y="0"/>
          <a:ext cx="0" cy="0"/>
          <a:chOff x="0" y="0"/>
          <a:chExt cx="0" cy="0"/>
        </a:xfrm>
      </p:grpSpPr>
      <p:sp>
        <p:nvSpPr>
          <p:cNvPr id="671" name="Google Shape;671;g3a741929c84_0_115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72" name="Google Shape;672;g3a741929c84_0_115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5" name="Shape 705"/>
        <p:cNvGrpSpPr/>
        <p:nvPr/>
      </p:nvGrpSpPr>
      <p:grpSpPr>
        <a:xfrm>
          <a:off x="0" y="0"/>
          <a:ext cx="0" cy="0"/>
          <a:chOff x="0" y="0"/>
          <a:chExt cx="0" cy="0"/>
        </a:xfrm>
      </p:grpSpPr>
      <p:sp>
        <p:nvSpPr>
          <p:cNvPr id="706" name="Google Shape;706;g3a741929c84_0_11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7" name="Google Shape;707;g3a741929c84_0_11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0" name="Shape 730"/>
        <p:cNvGrpSpPr/>
        <p:nvPr/>
      </p:nvGrpSpPr>
      <p:grpSpPr>
        <a:xfrm>
          <a:off x="0" y="0"/>
          <a:ext cx="0" cy="0"/>
          <a:chOff x="0" y="0"/>
          <a:chExt cx="0" cy="0"/>
        </a:xfrm>
      </p:grpSpPr>
      <p:sp>
        <p:nvSpPr>
          <p:cNvPr id="731" name="Google Shape;731;g3a741929c84_0_17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2" name="Google Shape;732;g3a741929c84_0_17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6" name="Shape 776"/>
        <p:cNvGrpSpPr/>
        <p:nvPr/>
      </p:nvGrpSpPr>
      <p:grpSpPr>
        <a:xfrm>
          <a:off x="0" y="0"/>
          <a:ext cx="0" cy="0"/>
          <a:chOff x="0" y="0"/>
          <a:chExt cx="0" cy="0"/>
        </a:xfrm>
      </p:grpSpPr>
      <p:sp>
        <p:nvSpPr>
          <p:cNvPr id="777" name="Google Shape;777;g3a8e9807933_4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8" name="Google Shape;778;g3a8e9807933_4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7" name="Shape 817"/>
        <p:cNvGrpSpPr/>
        <p:nvPr/>
      </p:nvGrpSpPr>
      <p:grpSpPr>
        <a:xfrm>
          <a:off x="0" y="0"/>
          <a:ext cx="0" cy="0"/>
          <a:chOff x="0" y="0"/>
          <a:chExt cx="0" cy="0"/>
        </a:xfrm>
      </p:grpSpPr>
      <p:sp>
        <p:nvSpPr>
          <p:cNvPr id="818" name="Google Shape;818;g68ce55cf4619409c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9" name="Google Shape;819;g68ce55cf4619409c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4" name="Shape 824"/>
        <p:cNvGrpSpPr/>
        <p:nvPr/>
      </p:nvGrpSpPr>
      <p:grpSpPr>
        <a:xfrm>
          <a:off x="0" y="0"/>
          <a:ext cx="0" cy="0"/>
          <a:chOff x="0" y="0"/>
          <a:chExt cx="0" cy="0"/>
        </a:xfrm>
      </p:grpSpPr>
      <p:sp>
        <p:nvSpPr>
          <p:cNvPr id="825" name="Google Shape;825;g68ce55cf4619409c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6" name="Google Shape;826;g68ce55cf4619409c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1" name="Shape 831"/>
        <p:cNvGrpSpPr/>
        <p:nvPr/>
      </p:nvGrpSpPr>
      <p:grpSpPr>
        <a:xfrm>
          <a:off x="0" y="0"/>
          <a:ext cx="0" cy="0"/>
          <a:chOff x="0" y="0"/>
          <a:chExt cx="0" cy="0"/>
        </a:xfrm>
      </p:grpSpPr>
      <p:sp>
        <p:nvSpPr>
          <p:cNvPr id="832" name="Google Shape;832;g68ce55cf4619409c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3" name="Google Shape;833;g68ce55cf4619409c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8" name="Shape 838"/>
        <p:cNvGrpSpPr/>
        <p:nvPr/>
      </p:nvGrpSpPr>
      <p:grpSpPr>
        <a:xfrm>
          <a:off x="0" y="0"/>
          <a:ext cx="0" cy="0"/>
          <a:chOff x="0" y="0"/>
          <a:chExt cx="0" cy="0"/>
        </a:xfrm>
      </p:grpSpPr>
      <p:sp>
        <p:nvSpPr>
          <p:cNvPr id="839" name="Google Shape;839;g3a741929c84_0_23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0" name="Google Shape;840;g3a741929c84_0_23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6" name="Shape 866"/>
        <p:cNvGrpSpPr/>
        <p:nvPr/>
      </p:nvGrpSpPr>
      <p:grpSpPr>
        <a:xfrm>
          <a:off x="0" y="0"/>
          <a:ext cx="0" cy="0"/>
          <a:chOff x="0" y="0"/>
          <a:chExt cx="0" cy="0"/>
        </a:xfrm>
      </p:grpSpPr>
      <p:sp>
        <p:nvSpPr>
          <p:cNvPr id="867" name="Google Shape;867;g3a741929c84_0_19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8" name="Google Shape;868;g3a741929c84_0_19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9" name="Shape 899"/>
        <p:cNvGrpSpPr/>
        <p:nvPr/>
      </p:nvGrpSpPr>
      <p:grpSpPr>
        <a:xfrm>
          <a:off x="0" y="0"/>
          <a:ext cx="0" cy="0"/>
          <a:chOff x="0" y="0"/>
          <a:chExt cx="0" cy="0"/>
        </a:xfrm>
      </p:grpSpPr>
      <p:sp>
        <p:nvSpPr>
          <p:cNvPr id="900" name="Google Shape;900;g3a84b051ee7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01" name="Google Shape;901;g3a84b051ee7_0_0: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02" name="Google Shape;902;g3a84b051ee7_0_0: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9" name="Shape 909"/>
        <p:cNvGrpSpPr/>
        <p:nvPr/>
      </p:nvGrpSpPr>
      <p:grpSpPr>
        <a:xfrm>
          <a:off x="0" y="0"/>
          <a:ext cx="0" cy="0"/>
          <a:chOff x="0" y="0"/>
          <a:chExt cx="0" cy="0"/>
        </a:xfrm>
      </p:grpSpPr>
      <p:sp>
        <p:nvSpPr>
          <p:cNvPr id="910" name="Google Shape;910;g3a7b6d8bab3_0_3: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11" name="Google Shape;911;g3a7b6d8bab3_0_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5" name="Shape 915"/>
        <p:cNvGrpSpPr/>
        <p:nvPr/>
      </p:nvGrpSpPr>
      <p:grpSpPr>
        <a:xfrm>
          <a:off x="0" y="0"/>
          <a:ext cx="0" cy="0"/>
          <a:chOff x="0" y="0"/>
          <a:chExt cx="0" cy="0"/>
        </a:xfrm>
      </p:grpSpPr>
      <p:sp>
        <p:nvSpPr>
          <p:cNvPr id="916" name="Google Shape;916;g3a741929c84_0_1977: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17" name="Google Shape;917;g3a741929c84_0_197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7" name="Shape 977"/>
        <p:cNvGrpSpPr/>
        <p:nvPr/>
      </p:nvGrpSpPr>
      <p:grpSpPr>
        <a:xfrm>
          <a:off x="0" y="0"/>
          <a:ext cx="0" cy="0"/>
          <a:chOff x="0" y="0"/>
          <a:chExt cx="0" cy="0"/>
        </a:xfrm>
      </p:grpSpPr>
      <p:sp>
        <p:nvSpPr>
          <p:cNvPr id="978" name="Google Shape;978;g3a741929c84_0_24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79" name="Google Shape;979;g3a741929c84_0_243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3" name="Shape 1003"/>
        <p:cNvGrpSpPr/>
        <p:nvPr/>
      </p:nvGrpSpPr>
      <p:grpSpPr>
        <a:xfrm>
          <a:off x="0" y="0"/>
          <a:ext cx="0" cy="0"/>
          <a:chOff x="0" y="0"/>
          <a:chExt cx="0" cy="0"/>
        </a:xfrm>
      </p:grpSpPr>
      <p:sp>
        <p:nvSpPr>
          <p:cNvPr id="1004" name="Google Shape;1004;g3a8e9807933_14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5" name="Google Shape;1005;g3a8e9807933_14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0" name="Shape 1010"/>
        <p:cNvGrpSpPr/>
        <p:nvPr/>
      </p:nvGrpSpPr>
      <p:grpSpPr>
        <a:xfrm>
          <a:off x="0" y="0"/>
          <a:ext cx="0" cy="0"/>
          <a:chOff x="0" y="0"/>
          <a:chExt cx="0" cy="0"/>
        </a:xfrm>
      </p:grpSpPr>
      <p:sp>
        <p:nvSpPr>
          <p:cNvPr id="1011" name="Google Shape;1011;g3a7b6d8bab3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2" name="Google Shape;1012;g3a7b6d8bab3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2" name="Shape 1032"/>
        <p:cNvGrpSpPr/>
        <p:nvPr/>
      </p:nvGrpSpPr>
      <p:grpSpPr>
        <a:xfrm>
          <a:off x="0" y="0"/>
          <a:ext cx="0" cy="0"/>
          <a:chOff x="0" y="0"/>
          <a:chExt cx="0" cy="0"/>
        </a:xfrm>
      </p:grpSpPr>
      <p:sp>
        <p:nvSpPr>
          <p:cNvPr id="1033" name="Google Shape;1033;g3a7b6d8bab3_0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4" name="Google Shape;1034;g3a7b6d8bab3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2" name="Shape 1042"/>
        <p:cNvGrpSpPr/>
        <p:nvPr/>
      </p:nvGrpSpPr>
      <p:grpSpPr>
        <a:xfrm>
          <a:off x="0" y="0"/>
          <a:ext cx="0" cy="0"/>
          <a:chOff x="0" y="0"/>
          <a:chExt cx="0" cy="0"/>
        </a:xfrm>
      </p:grpSpPr>
      <p:sp>
        <p:nvSpPr>
          <p:cNvPr id="1043" name="Google Shape;1043;g3a7b6d8bab3_0_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4" name="Google Shape;1044;g3a7b6d8bab3_0_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2" name="Shape 1052"/>
        <p:cNvGrpSpPr/>
        <p:nvPr/>
      </p:nvGrpSpPr>
      <p:grpSpPr>
        <a:xfrm>
          <a:off x="0" y="0"/>
          <a:ext cx="0" cy="0"/>
          <a:chOff x="0" y="0"/>
          <a:chExt cx="0" cy="0"/>
        </a:xfrm>
      </p:grpSpPr>
      <p:sp>
        <p:nvSpPr>
          <p:cNvPr id="1053" name="Google Shape;1053;g3a7b6d8bab3_0_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4" name="Google Shape;1054;g3a7b6d8bab3_0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2" name="Shape 1062"/>
        <p:cNvGrpSpPr/>
        <p:nvPr/>
      </p:nvGrpSpPr>
      <p:grpSpPr>
        <a:xfrm>
          <a:off x="0" y="0"/>
          <a:ext cx="0" cy="0"/>
          <a:chOff x="0" y="0"/>
          <a:chExt cx="0" cy="0"/>
        </a:xfrm>
      </p:grpSpPr>
      <p:sp>
        <p:nvSpPr>
          <p:cNvPr id="1063" name="Google Shape;1063;g3a741929c84_0_87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064" name="Google Shape;1064;g3a741929c84_0_8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6" name="Shape 1096"/>
        <p:cNvGrpSpPr/>
        <p:nvPr/>
      </p:nvGrpSpPr>
      <p:grpSpPr>
        <a:xfrm>
          <a:off x="0" y="0"/>
          <a:ext cx="0" cy="0"/>
          <a:chOff x="0" y="0"/>
          <a:chExt cx="0" cy="0"/>
        </a:xfrm>
      </p:grpSpPr>
      <p:sp>
        <p:nvSpPr>
          <p:cNvPr id="1097" name="Google Shape;1097;g3a7b6d8bab3_1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8" name="Google Shape;1098;g3a7b6d8bab3_1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3" name="Shape 1103"/>
        <p:cNvGrpSpPr/>
        <p:nvPr/>
      </p:nvGrpSpPr>
      <p:grpSpPr>
        <a:xfrm>
          <a:off x="0" y="0"/>
          <a:ext cx="0" cy="0"/>
          <a:chOff x="0" y="0"/>
          <a:chExt cx="0" cy="0"/>
        </a:xfrm>
      </p:grpSpPr>
      <p:sp>
        <p:nvSpPr>
          <p:cNvPr id="1104" name="Google Shape;1104;g3a741929c84_0_19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5" name="Google Shape;1105;g3a741929c84_0_19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ub title with content">
  <p:cSld name="Title, sub title with content">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52" name="Shape 52"/>
        <p:cNvGrpSpPr/>
        <p:nvPr/>
      </p:nvGrpSpPr>
      <p:grpSpPr>
        <a:xfrm>
          <a:off x="0" y="0"/>
          <a:ext cx="0" cy="0"/>
          <a:chOff x="0" y="0"/>
          <a:chExt cx="0" cy="0"/>
        </a:xfrm>
      </p:grpSpPr>
      <p:sp>
        <p:nvSpPr>
          <p:cNvPr id="53" name="Google Shape;53;p14"/>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54" name="Google Shape;54;p14"/>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5" name="Google Shape;55;p14"/>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sz="1100"/>
            </a:lvl1pPr>
            <a:lvl2pPr lvl="1" algn="l">
              <a:lnSpc>
                <a:spcPct val="100000"/>
              </a:lnSpc>
              <a:spcBef>
                <a:spcPts val="0"/>
              </a:spcBef>
              <a:spcAft>
                <a:spcPts val="0"/>
              </a:spcAft>
              <a:buSzPts val="1100"/>
              <a:buNone/>
              <a:defRPr sz="1100"/>
            </a:lvl2pPr>
            <a:lvl3pPr lvl="2" algn="l">
              <a:lnSpc>
                <a:spcPct val="100000"/>
              </a:lnSpc>
              <a:spcBef>
                <a:spcPts val="0"/>
              </a:spcBef>
              <a:spcAft>
                <a:spcPts val="0"/>
              </a:spcAft>
              <a:buSzPts val="1100"/>
              <a:buNone/>
              <a:defRPr sz="1100"/>
            </a:lvl3pPr>
            <a:lvl4pPr lvl="3" algn="l">
              <a:lnSpc>
                <a:spcPct val="100000"/>
              </a:lnSpc>
              <a:spcBef>
                <a:spcPts val="0"/>
              </a:spcBef>
              <a:spcAft>
                <a:spcPts val="0"/>
              </a:spcAft>
              <a:buSzPts val="1100"/>
              <a:buNone/>
              <a:defRPr sz="1100"/>
            </a:lvl4pPr>
            <a:lvl5pPr lvl="4" algn="l">
              <a:lnSpc>
                <a:spcPct val="100000"/>
              </a:lnSpc>
              <a:spcBef>
                <a:spcPts val="0"/>
              </a:spcBef>
              <a:spcAft>
                <a:spcPts val="0"/>
              </a:spcAft>
              <a:buSzPts val="1100"/>
              <a:buNone/>
              <a:defRPr sz="1100"/>
            </a:lvl5pPr>
            <a:lvl6pPr lvl="5" algn="l">
              <a:lnSpc>
                <a:spcPct val="100000"/>
              </a:lnSpc>
              <a:spcBef>
                <a:spcPts val="0"/>
              </a:spcBef>
              <a:spcAft>
                <a:spcPts val="0"/>
              </a:spcAft>
              <a:buSzPts val="1100"/>
              <a:buNone/>
              <a:defRPr sz="1100"/>
            </a:lvl6pPr>
            <a:lvl7pPr lvl="6" algn="l">
              <a:lnSpc>
                <a:spcPct val="100000"/>
              </a:lnSpc>
              <a:spcBef>
                <a:spcPts val="0"/>
              </a:spcBef>
              <a:spcAft>
                <a:spcPts val="0"/>
              </a:spcAft>
              <a:buSzPts val="1100"/>
              <a:buNone/>
              <a:defRPr sz="1100"/>
            </a:lvl7pPr>
            <a:lvl8pPr lvl="7" algn="l">
              <a:lnSpc>
                <a:spcPct val="100000"/>
              </a:lnSpc>
              <a:spcBef>
                <a:spcPts val="0"/>
              </a:spcBef>
              <a:spcAft>
                <a:spcPts val="0"/>
              </a:spcAft>
              <a:buSzPts val="1100"/>
              <a:buNone/>
              <a:defRPr sz="1100"/>
            </a:lvl8pPr>
            <a:lvl9pPr lvl="8" algn="l">
              <a:lnSpc>
                <a:spcPct val="100000"/>
              </a:lnSpc>
              <a:spcBef>
                <a:spcPts val="0"/>
              </a:spcBef>
              <a:spcAft>
                <a:spcPts val="0"/>
              </a:spcAft>
              <a:buSzPts val="1100"/>
              <a:buNone/>
              <a:defRPr sz="1100"/>
            </a:lvl9pPr>
          </a:lstStyle>
          <a:p/>
        </p:txBody>
      </p:sp>
      <p:sp>
        <p:nvSpPr>
          <p:cNvPr id="56" name="Google Shape;56;p14"/>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sz="1100"/>
            </a:lvl1pPr>
            <a:lvl2pPr lvl="1" algn="l">
              <a:lnSpc>
                <a:spcPct val="100000"/>
              </a:lnSpc>
              <a:spcBef>
                <a:spcPts val="0"/>
              </a:spcBef>
              <a:spcAft>
                <a:spcPts val="0"/>
              </a:spcAft>
              <a:buSzPts val="1100"/>
              <a:buNone/>
              <a:defRPr sz="1100"/>
            </a:lvl2pPr>
            <a:lvl3pPr lvl="2" algn="l">
              <a:lnSpc>
                <a:spcPct val="100000"/>
              </a:lnSpc>
              <a:spcBef>
                <a:spcPts val="0"/>
              </a:spcBef>
              <a:spcAft>
                <a:spcPts val="0"/>
              </a:spcAft>
              <a:buSzPts val="1100"/>
              <a:buNone/>
              <a:defRPr sz="1100"/>
            </a:lvl3pPr>
            <a:lvl4pPr lvl="3" algn="l">
              <a:lnSpc>
                <a:spcPct val="100000"/>
              </a:lnSpc>
              <a:spcBef>
                <a:spcPts val="0"/>
              </a:spcBef>
              <a:spcAft>
                <a:spcPts val="0"/>
              </a:spcAft>
              <a:buSzPts val="1100"/>
              <a:buNone/>
              <a:defRPr sz="1100"/>
            </a:lvl4pPr>
            <a:lvl5pPr lvl="4" algn="l">
              <a:lnSpc>
                <a:spcPct val="100000"/>
              </a:lnSpc>
              <a:spcBef>
                <a:spcPts val="0"/>
              </a:spcBef>
              <a:spcAft>
                <a:spcPts val="0"/>
              </a:spcAft>
              <a:buSzPts val="1100"/>
              <a:buNone/>
              <a:defRPr sz="1100"/>
            </a:lvl5pPr>
            <a:lvl6pPr lvl="5" algn="l">
              <a:lnSpc>
                <a:spcPct val="100000"/>
              </a:lnSpc>
              <a:spcBef>
                <a:spcPts val="0"/>
              </a:spcBef>
              <a:spcAft>
                <a:spcPts val="0"/>
              </a:spcAft>
              <a:buSzPts val="1100"/>
              <a:buNone/>
              <a:defRPr sz="1100"/>
            </a:lvl6pPr>
            <a:lvl7pPr lvl="6" algn="l">
              <a:lnSpc>
                <a:spcPct val="100000"/>
              </a:lnSpc>
              <a:spcBef>
                <a:spcPts val="0"/>
              </a:spcBef>
              <a:spcAft>
                <a:spcPts val="0"/>
              </a:spcAft>
              <a:buSzPts val="1100"/>
              <a:buNone/>
              <a:defRPr sz="1100"/>
            </a:lvl7pPr>
            <a:lvl8pPr lvl="7" algn="l">
              <a:lnSpc>
                <a:spcPct val="100000"/>
              </a:lnSpc>
              <a:spcBef>
                <a:spcPts val="0"/>
              </a:spcBef>
              <a:spcAft>
                <a:spcPts val="0"/>
              </a:spcAft>
              <a:buSzPts val="1100"/>
              <a:buNone/>
              <a:defRPr sz="1100"/>
            </a:lvl8pPr>
            <a:lvl9pPr lvl="8" algn="l">
              <a:lnSpc>
                <a:spcPct val="100000"/>
              </a:lnSpc>
              <a:spcBef>
                <a:spcPts val="0"/>
              </a:spcBef>
              <a:spcAft>
                <a:spcPts val="0"/>
              </a:spcAft>
              <a:buSzPts val="1100"/>
              <a:buNone/>
              <a:defRPr sz="1100"/>
            </a:lvl9pPr>
          </a:lstStyle>
          <a:p/>
        </p:txBody>
      </p:sp>
      <p:sp>
        <p:nvSpPr>
          <p:cNvPr id="57" name="Google Shape;57;p14"/>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2.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7.jpg"/><Relationship Id="rId4" Type="http://schemas.openxmlformats.org/officeDocument/2006/relationships/image" Target="../media/image2.png"/><Relationship Id="rId5" Type="http://schemas.openxmlformats.org/officeDocument/2006/relationships/image" Target="../media/image15.jpg"/></Relationships>
</file>

<file path=ppt/slides/_rels/slide2.xml.rels><?xml version="1.0" encoding="UTF-8" standalone="yes"?><Relationships xmlns="http://schemas.openxmlformats.org/package/2006/relationships"><Relationship Id="rId20" Type="http://schemas.openxmlformats.org/officeDocument/2006/relationships/image" Target="../media/image11.png"/><Relationship Id="rId22" Type="http://schemas.openxmlformats.org/officeDocument/2006/relationships/image" Target="../media/image35.png"/><Relationship Id="rId21" Type="http://schemas.openxmlformats.org/officeDocument/2006/relationships/image" Target="../media/image8.png"/><Relationship Id="rId24" Type="http://schemas.openxmlformats.org/officeDocument/2006/relationships/image" Target="../media/image29.png"/><Relationship Id="rId23" Type="http://schemas.openxmlformats.org/officeDocument/2006/relationships/image" Target="../media/image34.png"/><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16.png"/><Relationship Id="rId9" Type="http://schemas.openxmlformats.org/officeDocument/2006/relationships/image" Target="../media/image9.png"/><Relationship Id="rId26" Type="http://schemas.openxmlformats.org/officeDocument/2006/relationships/image" Target="../media/image26.png"/><Relationship Id="rId25" Type="http://schemas.openxmlformats.org/officeDocument/2006/relationships/image" Target="../media/image21.png"/><Relationship Id="rId28" Type="http://schemas.openxmlformats.org/officeDocument/2006/relationships/image" Target="../media/image30.png"/><Relationship Id="rId27" Type="http://schemas.openxmlformats.org/officeDocument/2006/relationships/image" Target="../media/image43.png"/><Relationship Id="rId5" Type="http://schemas.openxmlformats.org/officeDocument/2006/relationships/image" Target="../media/image12.png"/><Relationship Id="rId6" Type="http://schemas.openxmlformats.org/officeDocument/2006/relationships/image" Target="../media/image6.png"/><Relationship Id="rId29" Type="http://schemas.openxmlformats.org/officeDocument/2006/relationships/image" Target="../media/image32.png"/><Relationship Id="rId7" Type="http://schemas.openxmlformats.org/officeDocument/2006/relationships/image" Target="../media/image14.png"/><Relationship Id="rId8" Type="http://schemas.openxmlformats.org/officeDocument/2006/relationships/image" Target="../media/image17.png"/><Relationship Id="rId31" Type="http://schemas.openxmlformats.org/officeDocument/2006/relationships/image" Target="../media/image39.png"/><Relationship Id="rId30" Type="http://schemas.openxmlformats.org/officeDocument/2006/relationships/image" Target="../media/image18.png"/><Relationship Id="rId11" Type="http://schemas.openxmlformats.org/officeDocument/2006/relationships/image" Target="../media/image10.png"/><Relationship Id="rId10" Type="http://schemas.openxmlformats.org/officeDocument/2006/relationships/image" Target="../media/image13.png"/><Relationship Id="rId32" Type="http://schemas.openxmlformats.org/officeDocument/2006/relationships/image" Target="../media/image23.png"/><Relationship Id="rId13" Type="http://schemas.openxmlformats.org/officeDocument/2006/relationships/image" Target="../media/image7.png"/><Relationship Id="rId12" Type="http://schemas.openxmlformats.org/officeDocument/2006/relationships/image" Target="../media/image5.png"/><Relationship Id="rId15" Type="http://schemas.openxmlformats.org/officeDocument/2006/relationships/image" Target="../media/image4.png"/><Relationship Id="rId14" Type="http://schemas.openxmlformats.org/officeDocument/2006/relationships/image" Target="../media/image19.png"/><Relationship Id="rId17" Type="http://schemas.openxmlformats.org/officeDocument/2006/relationships/image" Target="../media/image24.png"/><Relationship Id="rId16" Type="http://schemas.openxmlformats.org/officeDocument/2006/relationships/image" Target="../media/image1.png"/><Relationship Id="rId19" Type="http://schemas.openxmlformats.org/officeDocument/2006/relationships/image" Target="../media/image22.png"/><Relationship Id="rId18" Type="http://schemas.openxmlformats.org/officeDocument/2006/relationships/image" Target="../media/image20.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28.png"/><Relationship Id="rId4" Type="http://schemas.openxmlformats.org/officeDocument/2006/relationships/image" Target="../media/image33.png"/><Relationship Id="rId5" Type="http://schemas.openxmlformats.org/officeDocument/2006/relationships/image" Target="../media/image49.png"/><Relationship Id="rId6"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45.png"/><Relationship Id="rId4" Type="http://schemas.openxmlformats.org/officeDocument/2006/relationships/image" Target="../media/image16.png"/><Relationship Id="rId5" Type="http://schemas.openxmlformats.org/officeDocument/2006/relationships/image" Target="../media/image42.png"/><Relationship Id="rId6" Type="http://schemas.openxmlformats.org/officeDocument/2006/relationships/image" Target="../media/image1.png"/><Relationship Id="rId7" Type="http://schemas.openxmlformats.org/officeDocument/2006/relationships/image" Target="../media/image28.png"/><Relationship Id="rId8" Type="http://schemas.openxmlformats.org/officeDocument/2006/relationships/image" Target="../media/image3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47.png"/><Relationship Id="rId4" Type="http://schemas.openxmlformats.org/officeDocument/2006/relationships/image" Target="../media/image44.png"/><Relationship Id="rId9" Type="http://schemas.openxmlformats.org/officeDocument/2006/relationships/image" Target="../media/image56.png"/><Relationship Id="rId5" Type="http://schemas.openxmlformats.org/officeDocument/2006/relationships/image" Target="../media/image41.png"/><Relationship Id="rId6" Type="http://schemas.openxmlformats.org/officeDocument/2006/relationships/image" Target="../media/image66.png"/><Relationship Id="rId7" Type="http://schemas.openxmlformats.org/officeDocument/2006/relationships/image" Target="../media/image48.png"/><Relationship Id="rId8" Type="http://schemas.openxmlformats.org/officeDocument/2006/relationships/image" Target="../media/image40.png"/><Relationship Id="rId11" Type="http://schemas.openxmlformats.org/officeDocument/2006/relationships/image" Target="../media/image53.png"/><Relationship Id="rId10" Type="http://schemas.openxmlformats.org/officeDocument/2006/relationships/image" Target="../media/image46.png"/><Relationship Id="rId13" Type="http://schemas.openxmlformats.org/officeDocument/2006/relationships/image" Target="../media/image63.png"/><Relationship Id="rId12" Type="http://schemas.openxmlformats.org/officeDocument/2006/relationships/image" Target="../media/image38.png"/><Relationship Id="rId15" Type="http://schemas.openxmlformats.org/officeDocument/2006/relationships/image" Target="../media/image54.png"/><Relationship Id="rId14" Type="http://schemas.openxmlformats.org/officeDocument/2006/relationships/image" Target="../media/image55.png"/><Relationship Id="rId17" Type="http://schemas.openxmlformats.org/officeDocument/2006/relationships/image" Target="../media/image58.png"/><Relationship Id="rId16" Type="http://schemas.openxmlformats.org/officeDocument/2006/relationships/image" Target="../media/image50.png"/><Relationship Id="rId19" Type="http://schemas.openxmlformats.org/officeDocument/2006/relationships/image" Target="../media/image59.png"/><Relationship Id="rId18" Type="http://schemas.openxmlformats.org/officeDocument/2006/relationships/image" Target="../media/image5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 Id="rId3" Type="http://schemas.openxmlformats.org/officeDocument/2006/relationships/image" Target="../media/image74.jpg"/><Relationship Id="rId4" Type="http://schemas.openxmlformats.org/officeDocument/2006/relationships/image" Target="../media/image52.png"/><Relationship Id="rId5" Type="http://schemas.openxmlformats.org/officeDocument/2006/relationships/image" Target="../media/image64.png"/><Relationship Id="rId6" Type="http://schemas.openxmlformats.org/officeDocument/2006/relationships/image" Target="../media/image70.png"/><Relationship Id="rId7" Type="http://schemas.openxmlformats.org/officeDocument/2006/relationships/image" Target="../media/image10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 Id="rId3" Type="http://schemas.openxmlformats.org/officeDocument/2006/relationships/image" Target="../media/image22.png"/><Relationship Id="rId4" Type="http://schemas.openxmlformats.org/officeDocument/2006/relationships/image" Target="../media/image76.png"/><Relationship Id="rId9" Type="http://schemas.openxmlformats.org/officeDocument/2006/relationships/image" Target="../media/image98.png"/><Relationship Id="rId5" Type="http://schemas.openxmlformats.org/officeDocument/2006/relationships/image" Target="../media/image61.png"/><Relationship Id="rId6" Type="http://schemas.openxmlformats.org/officeDocument/2006/relationships/image" Target="../media/image60.png"/><Relationship Id="rId7" Type="http://schemas.openxmlformats.org/officeDocument/2006/relationships/image" Target="../media/image83.png"/><Relationship Id="rId8" Type="http://schemas.openxmlformats.org/officeDocument/2006/relationships/image" Target="../media/image69.png"/><Relationship Id="rId11" Type="http://schemas.openxmlformats.org/officeDocument/2006/relationships/image" Target="../media/image94.png"/><Relationship Id="rId10" Type="http://schemas.openxmlformats.org/officeDocument/2006/relationships/image" Target="../media/image67.png"/><Relationship Id="rId13" Type="http://schemas.openxmlformats.org/officeDocument/2006/relationships/image" Target="../media/image1.png"/><Relationship Id="rId12" Type="http://schemas.openxmlformats.org/officeDocument/2006/relationships/image" Target="../media/image81.png"/><Relationship Id="rId14" Type="http://schemas.openxmlformats.org/officeDocument/2006/relationships/image" Target="../media/image9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3.png"/><Relationship Id="rId4" Type="http://schemas.openxmlformats.org/officeDocument/2006/relationships/image" Target="../media/image16.png"/><Relationship Id="rId9" Type="http://schemas.openxmlformats.org/officeDocument/2006/relationships/image" Target="../media/image12.png"/><Relationship Id="rId5" Type="http://schemas.openxmlformats.org/officeDocument/2006/relationships/image" Target="../media/image14.png"/><Relationship Id="rId6" Type="http://schemas.openxmlformats.org/officeDocument/2006/relationships/image" Target="../media/image5.png"/><Relationship Id="rId7" Type="http://schemas.openxmlformats.org/officeDocument/2006/relationships/image" Target="../media/image7.png"/><Relationship Id="rId8" Type="http://schemas.openxmlformats.org/officeDocument/2006/relationships/image" Target="../media/image42.png"/><Relationship Id="rId11" Type="http://schemas.openxmlformats.org/officeDocument/2006/relationships/image" Target="../media/image24.png"/><Relationship Id="rId10" Type="http://schemas.openxmlformats.org/officeDocument/2006/relationships/image" Target="../media/image6.png"/><Relationship Id="rId13" Type="http://schemas.openxmlformats.org/officeDocument/2006/relationships/image" Target="../media/image90.png"/><Relationship Id="rId12" Type="http://schemas.openxmlformats.org/officeDocument/2006/relationships/image" Target="../media/image1.png"/><Relationship Id="rId15" Type="http://schemas.openxmlformats.org/officeDocument/2006/relationships/image" Target="../media/image64.png"/><Relationship Id="rId14" Type="http://schemas.openxmlformats.org/officeDocument/2006/relationships/image" Target="../media/image3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5.png"/><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3.png"/><Relationship Id="rId4" Type="http://schemas.openxmlformats.org/officeDocument/2006/relationships/image" Target="../media/image16.png"/><Relationship Id="rId9" Type="http://schemas.openxmlformats.org/officeDocument/2006/relationships/image" Target="../media/image85.png"/><Relationship Id="rId5" Type="http://schemas.openxmlformats.org/officeDocument/2006/relationships/image" Target="../media/image5.png"/><Relationship Id="rId6" Type="http://schemas.openxmlformats.org/officeDocument/2006/relationships/image" Target="../media/image7.png"/><Relationship Id="rId7" Type="http://schemas.openxmlformats.org/officeDocument/2006/relationships/image" Target="../media/image42.png"/><Relationship Id="rId8" Type="http://schemas.openxmlformats.org/officeDocument/2006/relationships/image" Target="../media/image1.png"/><Relationship Id="rId11" Type="http://schemas.openxmlformats.org/officeDocument/2006/relationships/image" Target="../media/image45.png"/><Relationship Id="rId10" Type="http://schemas.openxmlformats.org/officeDocument/2006/relationships/image" Target="../media/image95.png"/><Relationship Id="rId13" Type="http://schemas.openxmlformats.org/officeDocument/2006/relationships/image" Target="../media/image87.png"/><Relationship Id="rId12" Type="http://schemas.openxmlformats.org/officeDocument/2006/relationships/image" Target="../media/image106.png"/><Relationship Id="rId14" Type="http://schemas.openxmlformats.org/officeDocument/2006/relationships/image" Target="../media/image10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6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 Id="rId3" Type="http://schemas.openxmlformats.org/officeDocument/2006/relationships/image" Target="../media/image89.png"/><Relationship Id="rId4" Type="http://schemas.openxmlformats.org/officeDocument/2006/relationships/image" Target="../media/image93.png"/><Relationship Id="rId5" Type="http://schemas.openxmlformats.org/officeDocument/2006/relationships/image" Target="../media/image8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 Id="rId3" Type="http://schemas.openxmlformats.org/officeDocument/2006/relationships/image" Target="../media/image97.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 Id="rId3" Type="http://schemas.openxmlformats.org/officeDocument/2006/relationships/image" Target="../media/image39.png"/><Relationship Id="rId4" Type="http://schemas.openxmlformats.org/officeDocument/2006/relationships/image" Target="../media/image12.png"/><Relationship Id="rId5" Type="http://schemas.openxmlformats.org/officeDocument/2006/relationships/image" Target="../media/image30.png"/><Relationship Id="rId6" Type="http://schemas.openxmlformats.org/officeDocument/2006/relationships/image" Target="../media/image9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 Id="rId3" Type="http://schemas.openxmlformats.org/officeDocument/2006/relationships/image" Target="../media/image92.gif"/><Relationship Id="rId4" Type="http://schemas.openxmlformats.org/officeDocument/2006/relationships/image" Target="../media/image110.png"/><Relationship Id="rId9" Type="http://schemas.openxmlformats.org/officeDocument/2006/relationships/image" Target="../media/image107.png"/><Relationship Id="rId5" Type="http://schemas.openxmlformats.org/officeDocument/2006/relationships/image" Target="../media/image104.png"/><Relationship Id="rId6" Type="http://schemas.openxmlformats.org/officeDocument/2006/relationships/image" Target="../media/image116.png"/><Relationship Id="rId7" Type="http://schemas.openxmlformats.org/officeDocument/2006/relationships/image" Target="../media/image96.png"/><Relationship Id="rId8" Type="http://schemas.openxmlformats.org/officeDocument/2006/relationships/image" Target="../media/image125.png"/><Relationship Id="rId11" Type="http://schemas.openxmlformats.org/officeDocument/2006/relationships/image" Target="../media/image123.png"/><Relationship Id="rId10" Type="http://schemas.openxmlformats.org/officeDocument/2006/relationships/image" Target="../media/image99.png"/><Relationship Id="rId13" Type="http://schemas.openxmlformats.org/officeDocument/2006/relationships/image" Target="../media/image112.png"/><Relationship Id="rId12" Type="http://schemas.openxmlformats.org/officeDocument/2006/relationships/image" Target="../media/image100.png"/><Relationship Id="rId14" Type="http://schemas.openxmlformats.org/officeDocument/2006/relationships/image" Target="../media/image11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11.png"/><Relationship Id="rId4" Type="http://schemas.openxmlformats.org/officeDocument/2006/relationships/image" Target="../media/image105.png"/><Relationship Id="rId5" Type="http://schemas.openxmlformats.org/officeDocument/2006/relationships/image" Target="../media/image109.jpg"/><Relationship Id="rId6" Type="http://schemas.openxmlformats.org/officeDocument/2006/relationships/image" Target="../media/image11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1.xml"/><Relationship Id="rId3" Type="http://schemas.openxmlformats.org/officeDocument/2006/relationships/image" Target="../media/image15.jpg"/><Relationship Id="rId4" Type="http://schemas.openxmlformats.org/officeDocument/2006/relationships/image" Target="../media/image120.jpg"/><Relationship Id="rId5" Type="http://schemas.openxmlformats.org/officeDocument/2006/relationships/image" Target="../media/image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xml"/><Relationship Id="rId3" Type="http://schemas.openxmlformats.org/officeDocument/2006/relationships/image" Target="../media/image130.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 Id="rId3" Type="http://schemas.openxmlformats.org/officeDocument/2006/relationships/image" Target="../media/image130.jpg"/><Relationship Id="rId4" Type="http://schemas.openxmlformats.org/officeDocument/2006/relationships/image" Target="../media/image45.png"/><Relationship Id="rId5" Type="http://schemas.openxmlformats.org/officeDocument/2006/relationships/image" Target="../media/image5.png"/><Relationship Id="rId6" Type="http://schemas.openxmlformats.org/officeDocument/2006/relationships/image" Target="../media/image33.png"/><Relationship Id="rId7" Type="http://schemas.openxmlformats.org/officeDocument/2006/relationships/image" Target="../media/image122.png"/><Relationship Id="rId8" Type="http://schemas.openxmlformats.org/officeDocument/2006/relationships/image" Target="../media/image97.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4.xml"/><Relationship Id="rId3" Type="http://schemas.openxmlformats.org/officeDocument/2006/relationships/image" Target="../media/image130.jpg"/><Relationship Id="rId4" Type="http://schemas.openxmlformats.org/officeDocument/2006/relationships/image" Target="../media/image89.png"/><Relationship Id="rId5" Type="http://schemas.openxmlformats.org/officeDocument/2006/relationships/image" Target="../media/image118.png"/><Relationship Id="rId6" Type="http://schemas.openxmlformats.org/officeDocument/2006/relationships/image" Target="../media/image12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30.jpg"/><Relationship Id="rId4" Type="http://schemas.openxmlformats.org/officeDocument/2006/relationships/image" Target="../media/image12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6.xml"/><Relationship Id="rId3" Type="http://schemas.openxmlformats.org/officeDocument/2006/relationships/image" Target="../media/image97.jpg"/><Relationship Id="rId4" Type="http://schemas.openxmlformats.org/officeDocument/2006/relationships/image" Target="../media/image130.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7.xml"/><Relationship Id="rId3" Type="http://schemas.openxmlformats.org/officeDocument/2006/relationships/image" Target="../media/image130.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8.xml"/><Relationship Id="rId3" Type="http://schemas.openxmlformats.org/officeDocument/2006/relationships/image" Target="../media/image130.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9.xml"/><Relationship Id="rId3" Type="http://schemas.openxmlformats.org/officeDocument/2006/relationships/image" Target="../media/image130.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0.xml"/><Relationship Id="rId3" Type="http://schemas.openxmlformats.org/officeDocument/2006/relationships/image" Target="../media/image28.png"/><Relationship Id="rId4" Type="http://schemas.openxmlformats.org/officeDocument/2006/relationships/image" Target="../media/image33.png"/><Relationship Id="rId5" Type="http://schemas.openxmlformats.org/officeDocument/2006/relationships/image" Target="../media/image49.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130.jpg"/><Relationship Id="rId4" Type="http://schemas.openxmlformats.org/officeDocument/2006/relationships/image" Target="../media/image13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comments" Target="../comments/comment1.xml"/><Relationship Id="rId4" Type="http://schemas.openxmlformats.org/officeDocument/2006/relationships/image" Target="../media/image130.jpg"/><Relationship Id="rId5" Type="http://schemas.openxmlformats.org/officeDocument/2006/relationships/image" Target="../media/image12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pic>
        <p:nvPicPr>
          <p:cNvPr id="62" name="Google Shape;62;p15"/>
          <p:cNvPicPr preferRelativeResize="0"/>
          <p:nvPr/>
        </p:nvPicPr>
        <p:blipFill rotWithShape="1">
          <a:blip r:embed="rId3">
            <a:alphaModFix amt="89000"/>
          </a:blip>
          <a:srcRect b="0" l="0" r="0" t="0"/>
          <a:stretch/>
        </p:blipFill>
        <p:spPr>
          <a:xfrm>
            <a:off x="0" y="25"/>
            <a:ext cx="9144000" cy="5143500"/>
          </a:xfrm>
          <a:prstGeom prst="rect">
            <a:avLst/>
          </a:prstGeom>
          <a:noFill/>
          <a:ln>
            <a:noFill/>
          </a:ln>
        </p:spPr>
      </p:pic>
      <p:pic>
        <p:nvPicPr>
          <p:cNvPr descr="Picture 2" id="63" name="Google Shape;63;p15"/>
          <p:cNvPicPr preferRelativeResize="0"/>
          <p:nvPr/>
        </p:nvPicPr>
        <p:blipFill rotWithShape="1">
          <a:blip r:embed="rId4">
            <a:alphaModFix/>
          </a:blip>
          <a:srcRect b="23524" l="0" r="0" t="0"/>
          <a:stretch/>
        </p:blipFill>
        <p:spPr>
          <a:xfrm>
            <a:off x="295556" y="225487"/>
            <a:ext cx="2281632" cy="393750"/>
          </a:xfrm>
          <a:prstGeom prst="rect">
            <a:avLst/>
          </a:prstGeom>
          <a:noFill/>
          <a:ln>
            <a:noFill/>
          </a:ln>
        </p:spPr>
      </p:pic>
      <p:sp>
        <p:nvSpPr>
          <p:cNvPr id="64" name="Google Shape;64;p15"/>
          <p:cNvSpPr txBox="1"/>
          <p:nvPr/>
        </p:nvSpPr>
        <p:spPr>
          <a:xfrm>
            <a:off x="110325" y="4432369"/>
            <a:ext cx="8890200" cy="637200"/>
          </a:xfrm>
          <a:prstGeom prst="rect">
            <a:avLst/>
          </a:prstGeom>
          <a:noFill/>
          <a:ln>
            <a:noFill/>
          </a:ln>
        </p:spPr>
        <p:txBody>
          <a:bodyPr anchorCtr="0" anchor="t" bIns="34300" lIns="34300" spcFirstLastPara="1" rIns="34300" wrap="square" tIns="34300">
            <a:spAutoFit/>
          </a:bodyPr>
          <a:lstStyle/>
          <a:p>
            <a:pPr indent="0" lvl="0" marL="0" marR="0" rtl="0" algn="just">
              <a:lnSpc>
                <a:spcPct val="115000"/>
              </a:lnSpc>
              <a:spcBef>
                <a:spcPts val="0"/>
              </a:spcBef>
              <a:spcAft>
                <a:spcPts val="0"/>
              </a:spcAft>
              <a:buClr>
                <a:srgbClr val="000000"/>
              </a:buClr>
              <a:buSzPts val="600"/>
              <a:buFont typeface="Arial"/>
              <a:buNone/>
            </a:pPr>
            <a:r>
              <a:rPr b="1" i="0" lang="en" sz="800" u="none" cap="small" strike="noStrike">
                <a:solidFill>
                  <a:srgbClr val="FFFFFF"/>
                </a:solidFill>
                <a:latin typeface="Jost"/>
                <a:ea typeface="Jost"/>
                <a:cs typeface="Jost"/>
                <a:sym typeface="Jost"/>
              </a:rPr>
              <a:t>Proprietary and Confidentiality</a:t>
            </a:r>
            <a:endParaRPr b="1" i="0" sz="800" u="none" cap="small" strike="noStrike">
              <a:solidFill>
                <a:srgbClr val="FFFFFF"/>
              </a:solidFill>
              <a:latin typeface="Jost"/>
              <a:ea typeface="Jost"/>
              <a:cs typeface="Jost"/>
              <a:sym typeface="Jost"/>
            </a:endParaRPr>
          </a:p>
          <a:p>
            <a:pPr indent="0" lvl="0" marL="0" marR="0" rtl="0" algn="just">
              <a:lnSpc>
                <a:spcPct val="115000"/>
              </a:lnSpc>
              <a:spcBef>
                <a:spcPts val="0"/>
              </a:spcBef>
              <a:spcAft>
                <a:spcPts val="0"/>
              </a:spcAft>
              <a:buClr>
                <a:srgbClr val="000000"/>
              </a:buClr>
              <a:buSzPts val="200"/>
              <a:buFont typeface="Arial"/>
              <a:buNone/>
            </a:pPr>
            <a:r>
              <a:t/>
            </a:r>
            <a:endParaRPr b="1" i="0" sz="400" u="none" cap="small" strike="noStrike">
              <a:solidFill>
                <a:srgbClr val="FFFFFF"/>
              </a:solidFill>
              <a:latin typeface="Jost"/>
              <a:ea typeface="Jost"/>
              <a:cs typeface="Jost"/>
              <a:sym typeface="Jost"/>
            </a:endParaRPr>
          </a:p>
          <a:p>
            <a:pPr indent="0" lvl="0" marL="0" marR="0" rtl="0" algn="just">
              <a:lnSpc>
                <a:spcPct val="115000"/>
              </a:lnSpc>
              <a:spcBef>
                <a:spcPts val="0"/>
              </a:spcBef>
              <a:spcAft>
                <a:spcPts val="0"/>
              </a:spcAft>
              <a:buClr>
                <a:srgbClr val="000000"/>
              </a:buClr>
              <a:buSzPts val="500"/>
              <a:buFont typeface="Arial"/>
              <a:buNone/>
            </a:pPr>
            <a:r>
              <a:rPr b="0" i="0" lang="en" sz="700" u="none" cap="none" strike="noStrike">
                <a:solidFill>
                  <a:srgbClr val="FFFFFF"/>
                </a:solidFill>
                <a:latin typeface="Jost"/>
                <a:ea typeface="Jost"/>
                <a:cs typeface="Jost"/>
                <a:sym typeface="Jost"/>
              </a:rPr>
              <a:t>THIS DOCUMENT CONTAINS PROPRIETARY AND CONFIDENTIAL INFORMATION OF APTUS DATA LABS, AND SHALL NOT BE USED, DISCLOSED OR REPRODUCED, IN WHOLE OR IN PART, FOR ANY PURPOSE OTHER THAN EVALUATION AND REFERENCE, WITHOUT THE PRIOR WRITTEN CONSENT OF APTUS DATA LABS. DISCLOSING THE SAME TO ANY PERSON, AGENCY, OR ORGANIZATION WHOM APTUS DATA LABS WOULD DEEM TO BE ITS COMPETITOR, WOULD BE CONSIDERED AS VIOLATION OF CONFIDENTIALITY.</a:t>
            </a:r>
            <a:endParaRPr b="0" i="0" sz="700" u="none" cap="none" strike="noStrike">
              <a:solidFill>
                <a:srgbClr val="FFFFFF"/>
              </a:solidFill>
              <a:latin typeface="Jost"/>
              <a:ea typeface="Jost"/>
              <a:cs typeface="Jost"/>
              <a:sym typeface="Jost"/>
            </a:endParaRPr>
          </a:p>
        </p:txBody>
      </p:sp>
      <p:sp>
        <p:nvSpPr>
          <p:cNvPr id="65" name="Google Shape;65;p15"/>
          <p:cNvSpPr txBox="1"/>
          <p:nvPr/>
        </p:nvSpPr>
        <p:spPr>
          <a:xfrm>
            <a:off x="8453375" y="4663218"/>
            <a:ext cx="547200" cy="393600"/>
          </a:xfrm>
          <a:prstGeom prst="rect">
            <a:avLst/>
          </a:prstGeom>
          <a:noFill/>
          <a:ln>
            <a:noFill/>
          </a:ln>
        </p:spPr>
        <p:txBody>
          <a:bodyPr anchorCtr="0" anchor="ctr" bIns="68575" lIns="68575" spcFirstLastPara="1" rIns="68575" wrap="square" tIns="68575">
            <a:normAutofit/>
          </a:bodyPr>
          <a:lstStyle/>
          <a:p>
            <a:pPr indent="0" lvl="0" marL="0" marR="0" rtl="0" algn="r">
              <a:lnSpc>
                <a:spcPct val="100000"/>
              </a:lnSpc>
              <a:spcBef>
                <a:spcPts val="0"/>
              </a:spcBef>
              <a:spcAft>
                <a:spcPts val="0"/>
              </a:spcAft>
              <a:buClr>
                <a:srgbClr val="000000"/>
              </a:buClr>
              <a:buSzPts val="800"/>
              <a:buFont typeface="Arial"/>
              <a:buNone/>
            </a:pPr>
            <a:fld id="{00000000-1234-1234-1234-123412341234}" type="slidenum">
              <a:rPr b="0" i="0" lang="en" sz="800" u="none" cap="none" strike="noStrike">
                <a:solidFill>
                  <a:srgbClr val="595959"/>
                </a:solidFill>
                <a:latin typeface="Arial"/>
                <a:ea typeface="Arial"/>
                <a:cs typeface="Arial"/>
                <a:sym typeface="Arial"/>
              </a:rPr>
              <a:t>‹#›</a:t>
            </a:fld>
            <a:endParaRPr b="0" i="0" sz="800" u="none" cap="none" strike="noStrike">
              <a:solidFill>
                <a:srgbClr val="595959"/>
              </a:solidFill>
              <a:latin typeface="Arial"/>
              <a:ea typeface="Arial"/>
              <a:cs typeface="Arial"/>
              <a:sym typeface="Arial"/>
            </a:endParaRPr>
          </a:p>
        </p:txBody>
      </p:sp>
      <p:grpSp>
        <p:nvGrpSpPr>
          <p:cNvPr id="66" name="Google Shape;66;p15"/>
          <p:cNvGrpSpPr/>
          <p:nvPr/>
        </p:nvGrpSpPr>
        <p:grpSpPr>
          <a:xfrm>
            <a:off x="2375" y="1654700"/>
            <a:ext cx="4703926" cy="1736700"/>
            <a:chOff x="3167" y="2206238"/>
            <a:chExt cx="12161132" cy="2315601"/>
          </a:xfrm>
        </p:grpSpPr>
        <p:pic>
          <p:nvPicPr>
            <p:cNvPr id="67" name="Google Shape;67;p15"/>
            <p:cNvPicPr preferRelativeResize="0"/>
            <p:nvPr/>
          </p:nvPicPr>
          <p:blipFill rotWithShape="1">
            <a:blip r:embed="rId5">
              <a:alphaModFix amt="86000"/>
            </a:blip>
            <a:srcRect b="0" l="0" r="0" t="0"/>
            <a:stretch/>
          </p:blipFill>
          <p:spPr>
            <a:xfrm>
              <a:off x="3167" y="2206238"/>
              <a:ext cx="12161132" cy="2315601"/>
            </a:xfrm>
            <a:prstGeom prst="rect">
              <a:avLst/>
            </a:prstGeom>
            <a:noFill/>
            <a:ln>
              <a:noFill/>
            </a:ln>
          </p:spPr>
        </p:pic>
        <p:grpSp>
          <p:nvGrpSpPr>
            <p:cNvPr id="68" name="Google Shape;68;p15"/>
            <p:cNvGrpSpPr/>
            <p:nvPr/>
          </p:nvGrpSpPr>
          <p:grpSpPr>
            <a:xfrm>
              <a:off x="761117" y="2452738"/>
              <a:ext cx="11097319" cy="1770000"/>
              <a:chOff x="761117" y="2452738"/>
              <a:chExt cx="11097319" cy="1770000"/>
            </a:xfrm>
          </p:grpSpPr>
          <p:sp>
            <p:nvSpPr>
              <p:cNvPr id="69" name="Google Shape;69;p15"/>
              <p:cNvSpPr txBox="1"/>
              <p:nvPr/>
            </p:nvSpPr>
            <p:spPr>
              <a:xfrm>
                <a:off x="858635" y="3868738"/>
                <a:ext cx="10999800" cy="354000"/>
              </a:xfrm>
              <a:prstGeom prst="rect">
                <a:avLst/>
              </a:prstGeom>
              <a:noFill/>
              <a:ln>
                <a:noFill/>
              </a:ln>
            </p:spPr>
            <p:txBody>
              <a:bodyPr anchorCtr="0" anchor="t" bIns="17150" lIns="34275" spcFirstLastPara="1" rIns="34275" wrap="square" tIns="17150">
                <a:spAutoFit/>
              </a:bodyPr>
              <a:lstStyle/>
              <a:p>
                <a:pPr indent="0" lvl="0" marL="0" marR="0" rtl="0" algn="l">
                  <a:lnSpc>
                    <a:spcPct val="100000"/>
                  </a:lnSpc>
                  <a:spcBef>
                    <a:spcPts val="0"/>
                  </a:spcBef>
                  <a:spcAft>
                    <a:spcPts val="0"/>
                  </a:spcAft>
                  <a:buClr>
                    <a:srgbClr val="000000"/>
                  </a:buClr>
                  <a:buSzPts val="1100"/>
                  <a:buFont typeface="Arial"/>
                  <a:buNone/>
                </a:pPr>
                <a:r>
                  <a:rPr lang="en" sz="1500">
                    <a:solidFill>
                      <a:srgbClr val="FFFFFF"/>
                    </a:solidFill>
                    <a:latin typeface="Jost Medium"/>
                    <a:ea typeface="Jost Medium"/>
                    <a:cs typeface="Jost Medium"/>
                    <a:sym typeface="Jost Medium"/>
                  </a:rPr>
                  <a:t>Nov </a:t>
                </a:r>
                <a:r>
                  <a:rPr b="0" i="0" lang="en" sz="1500" u="none" cap="none" strike="noStrike">
                    <a:solidFill>
                      <a:srgbClr val="FFFFFF"/>
                    </a:solidFill>
                    <a:latin typeface="Jost Medium"/>
                    <a:ea typeface="Jost Medium"/>
                    <a:cs typeface="Jost Medium"/>
                    <a:sym typeface="Jost Medium"/>
                  </a:rPr>
                  <a:t>- 2025</a:t>
                </a:r>
                <a:endParaRPr b="0" i="0" sz="1500" u="none" cap="none" strike="noStrike">
                  <a:solidFill>
                    <a:srgbClr val="FFFFFF"/>
                  </a:solidFill>
                  <a:latin typeface="Jost Medium"/>
                  <a:ea typeface="Jost Medium"/>
                  <a:cs typeface="Jost Medium"/>
                  <a:sym typeface="Jost Medium"/>
                </a:endParaRPr>
              </a:p>
            </p:txBody>
          </p:sp>
          <p:sp>
            <p:nvSpPr>
              <p:cNvPr id="70" name="Google Shape;70;p15"/>
              <p:cNvSpPr txBox="1"/>
              <p:nvPr/>
            </p:nvSpPr>
            <p:spPr>
              <a:xfrm>
                <a:off x="761117" y="2452738"/>
                <a:ext cx="10999800" cy="1416000"/>
              </a:xfrm>
              <a:prstGeom prst="rect">
                <a:avLst/>
              </a:prstGeom>
              <a:noFill/>
              <a:ln>
                <a:noFill/>
              </a:ln>
            </p:spPr>
            <p:txBody>
              <a:bodyPr anchorCtr="0" anchor="t" bIns="68575" lIns="68575" spcFirstLastPara="1" rIns="68575" wrap="square" tIns="68575">
                <a:spAutoFit/>
              </a:bodyPr>
              <a:lstStyle/>
              <a:p>
                <a:pPr indent="0" lvl="0" marL="0" rtl="0" algn="l">
                  <a:lnSpc>
                    <a:spcPct val="100000"/>
                  </a:lnSpc>
                  <a:spcBef>
                    <a:spcPts val="0"/>
                  </a:spcBef>
                  <a:spcAft>
                    <a:spcPts val="0"/>
                  </a:spcAft>
                  <a:buClr>
                    <a:schemeClr val="dk1"/>
                  </a:buClr>
                  <a:buSzPts val="1100"/>
                  <a:buFont typeface="Arial"/>
                  <a:buNone/>
                </a:pPr>
                <a:r>
                  <a:rPr b="1" lang="en" sz="3000">
                    <a:solidFill>
                      <a:schemeClr val="lt1"/>
                    </a:solidFill>
                    <a:latin typeface="Jost"/>
                    <a:ea typeface="Jost"/>
                    <a:cs typeface="Jost"/>
                    <a:sym typeface="Jost"/>
                  </a:rPr>
                  <a:t>PIE Application </a:t>
                </a:r>
                <a:br>
                  <a:rPr b="1" lang="en" sz="3000">
                    <a:solidFill>
                      <a:schemeClr val="lt1"/>
                    </a:solidFill>
                    <a:latin typeface="Jost"/>
                    <a:ea typeface="Jost"/>
                    <a:cs typeface="Jost"/>
                    <a:sym typeface="Jost"/>
                  </a:rPr>
                </a:br>
                <a:r>
                  <a:rPr b="1" lang="en" sz="3000">
                    <a:solidFill>
                      <a:schemeClr val="lt1"/>
                    </a:solidFill>
                    <a:latin typeface="Jost"/>
                    <a:ea typeface="Jost"/>
                    <a:cs typeface="Jost"/>
                    <a:sym typeface="Jost"/>
                  </a:rPr>
                  <a:t>Architecture</a:t>
                </a:r>
                <a:endParaRPr b="1" sz="3000">
                  <a:solidFill>
                    <a:schemeClr val="lt1"/>
                  </a:solidFill>
                  <a:latin typeface="Jost"/>
                  <a:ea typeface="Jost"/>
                  <a:cs typeface="Jost"/>
                  <a:sym typeface="Jost"/>
                </a:endParaRPr>
              </a:p>
            </p:txBody>
          </p:sp>
        </p:gr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6"/>
          <p:cNvSpPr/>
          <p:nvPr/>
        </p:nvSpPr>
        <p:spPr>
          <a:xfrm>
            <a:off x="7952264" y="854215"/>
            <a:ext cx="817704" cy="1193398"/>
          </a:xfrm>
          <a:prstGeom prst="rect">
            <a:avLst/>
          </a:prstGeom>
          <a:noFill/>
          <a:ln cap="flat" cmpd="sng" w="8800">
            <a:solidFill>
              <a:srgbClr val="0B5394"/>
            </a:solidFill>
            <a:prstDash val="dash"/>
            <a:round/>
            <a:headEnd len="sm" w="sm" type="none"/>
            <a:tailEnd len="sm" w="sm" type="none"/>
          </a:ln>
        </p:spPr>
        <p:txBody>
          <a:bodyPr anchorCtr="0" anchor="ctr" bIns="84550" lIns="84550" spcFirstLastPara="1" rIns="84550" wrap="square" tIns="84550">
            <a:noAutofit/>
          </a:bodyPr>
          <a:lstStyle/>
          <a:p>
            <a:pPr indent="0" lvl="0" marL="422846" marR="0" rtl="0" algn="r">
              <a:lnSpc>
                <a:spcPct val="100000"/>
              </a:lnSpc>
              <a:spcBef>
                <a:spcPts val="0"/>
              </a:spcBef>
              <a:spcAft>
                <a:spcPts val="0"/>
              </a:spcAft>
              <a:buClr>
                <a:srgbClr val="000000"/>
              </a:buClr>
              <a:buSzPts val="740"/>
              <a:buFont typeface="Arial"/>
              <a:buNone/>
            </a:pPr>
            <a:r>
              <a:rPr b="1" i="0" lang="en" sz="739" u="none" cap="none" strike="noStrike">
                <a:solidFill>
                  <a:srgbClr val="000000"/>
                </a:solidFill>
                <a:latin typeface="Roboto"/>
                <a:ea typeface="Roboto"/>
                <a:cs typeface="Roboto"/>
                <a:sym typeface="Roboto"/>
              </a:rPr>
              <a:t>    </a:t>
            </a:r>
            <a:endParaRPr b="1" i="0" sz="739" u="none" cap="none" strike="noStrike">
              <a:solidFill>
                <a:srgbClr val="000000"/>
              </a:solidFill>
              <a:latin typeface="Roboto"/>
              <a:ea typeface="Roboto"/>
              <a:cs typeface="Roboto"/>
              <a:sym typeface="Roboto"/>
            </a:endParaRPr>
          </a:p>
        </p:txBody>
      </p:sp>
      <p:sp>
        <p:nvSpPr>
          <p:cNvPr id="76" name="Google Shape;76;p16"/>
          <p:cNvSpPr/>
          <p:nvPr/>
        </p:nvSpPr>
        <p:spPr>
          <a:xfrm>
            <a:off x="2207433" y="3300598"/>
            <a:ext cx="3221400" cy="587400"/>
          </a:xfrm>
          <a:prstGeom prst="rect">
            <a:avLst/>
          </a:prstGeom>
          <a:noFill/>
          <a:ln cap="flat" cmpd="sng" w="17625">
            <a:solidFill>
              <a:srgbClr val="1D5A9C"/>
            </a:solidFill>
            <a:prstDash val="dash"/>
            <a:round/>
            <a:headEnd len="sm" w="sm" type="none"/>
            <a:tailEnd len="sm" w="sm" type="none"/>
          </a:ln>
        </p:spPr>
        <p:txBody>
          <a:bodyPr anchorCtr="0" anchor="ctr" bIns="42300" lIns="42300" spcFirstLastPara="1" rIns="42300" wrap="square" tIns="42300">
            <a:noAutofit/>
          </a:bodyPr>
          <a:lstStyle/>
          <a:p>
            <a:pPr indent="0" lvl="0" marL="0" marR="0" rtl="0" algn="ctr">
              <a:lnSpc>
                <a:spcPct val="100000"/>
              </a:lnSpc>
              <a:spcBef>
                <a:spcPts val="0"/>
              </a:spcBef>
              <a:spcAft>
                <a:spcPts val="0"/>
              </a:spcAft>
              <a:buClr>
                <a:srgbClr val="000000"/>
              </a:buClr>
              <a:buSzPts val="647"/>
              <a:buFont typeface="Arial"/>
              <a:buNone/>
            </a:pPr>
            <a:r>
              <a:t/>
            </a:r>
            <a:endParaRPr b="0" i="0" sz="647" u="none" cap="none" strike="noStrike">
              <a:solidFill>
                <a:srgbClr val="000000"/>
              </a:solidFill>
              <a:latin typeface="Arial"/>
              <a:ea typeface="Arial"/>
              <a:cs typeface="Arial"/>
              <a:sym typeface="Arial"/>
            </a:endParaRPr>
          </a:p>
        </p:txBody>
      </p:sp>
      <p:sp>
        <p:nvSpPr>
          <p:cNvPr id="77" name="Google Shape;77;p16"/>
          <p:cNvSpPr/>
          <p:nvPr/>
        </p:nvSpPr>
        <p:spPr>
          <a:xfrm>
            <a:off x="372275" y="735600"/>
            <a:ext cx="2913000" cy="800100"/>
          </a:xfrm>
          <a:prstGeom prst="rect">
            <a:avLst/>
          </a:prstGeom>
          <a:noFill/>
          <a:ln cap="flat" cmpd="sng" w="17625">
            <a:solidFill>
              <a:srgbClr val="1D5A9C"/>
            </a:solidFill>
            <a:prstDash val="dash"/>
            <a:round/>
            <a:headEnd len="sm" w="sm" type="none"/>
            <a:tailEnd len="sm" w="sm" type="none"/>
          </a:ln>
        </p:spPr>
        <p:txBody>
          <a:bodyPr anchorCtr="0" anchor="ctr" bIns="42300" lIns="42300" spcFirstLastPara="1" rIns="42300" wrap="square" tIns="42300">
            <a:noAutofit/>
          </a:bodyPr>
          <a:lstStyle/>
          <a:p>
            <a:pPr indent="0" lvl="0" marL="0" marR="0" rtl="0" algn="ctr">
              <a:lnSpc>
                <a:spcPct val="100000"/>
              </a:lnSpc>
              <a:spcBef>
                <a:spcPts val="0"/>
              </a:spcBef>
              <a:spcAft>
                <a:spcPts val="0"/>
              </a:spcAft>
              <a:buClr>
                <a:srgbClr val="000000"/>
              </a:buClr>
              <a:buSzPts val="647"/>
              <a:buFont typeface="Arial"/>
              <a:buNone/>
            </a:pPr>
            <a:r>
              <a:t/>
            </a:r>
            <a:endParaRPr b="0" i="0" sz="647" u="none" cap="none" strike="noStrike">
              <a:solidFill>
                <a:srgbClr val="000000"/>
              </a:solidFill>
              <a:latin typeface="Arial"/>
              <a:ea typeface="Arial"/>
              <a:cs typeface="Arial"/>
              <a:sym typeface="Arial"/>
            </a:endParaRPr>
          </a:p>
        </p:txBody>
      </p:sp>
      <p:grpSp>
        <p:nvGrpSpPr>
          <p:cNvPr id="78" name="Google Shape;78;p16"/>
          <p:cNvGrpSpPr/>
          <p:nvPr/>
        </p:nvGrpSpPr>
        <p:grpSpPr>
          <a:xfrm>
            <a:off x="1163622" y="1147708"/>
            <a:ext cx="817667" cy="292990"/>
            <a:chOff x="248903" y="1731297"/>
            <a:chExt cx="855300" cy="512400"/>
          </a:xfrm>
        </p:grpSpPr>
        <p:sp>
          <p:nvSpPr>
            <p:cNvPr id="79" name="Google Shape;79;p16"/>
            <p:cNvSpPr/>
            <p:nvPr/>
          </p:nvSpPr>
          <p:spPr>
            <a:xfrm>
              <a:off x="248903" y="1731297"/>
              <a:ext cx="855300" cy="512400"/>
            </a:xfrm>
            <a:prstGeom prst="rect">
              <a:avLst/>
            </a:prstGeom>
            <a:noFill/>
            <a:ln cap="flat" cmpd="sng" w="8800">
              <a:solidFill>
                <a:srgbClr val="0B5394"/>
              </a:solidFill>
              <a:prstDash val="solid"/>
              <a:round/>
              <a:headEnd len="sm" w="sm" type="none"/>
              <a:tailEnd len="sm" w="sm" type="none"/>
            </a:ln>
          </p:spPr>
          <p:txBody>
            <a:bodyPr anchorCtr="0" anchor="ctr" bIns="84550" lIns="84550" spcFirstLastPara="1" rIns="84550" wrap="square" tIns="84550">
              <a:noAutofit/>
            </a:bodyPr>
            <a:lstStyle/>
            <a:p>
              <a:pPr indent="0" lvl="0" marL="0" marR="0" rtl="0" algn="r">
                <a:lnSpc>
                  <a:spcPct val="100000"/>
                </a:lnSpc>
                <a:spcBef>
                  <a:spcPts val="0"/>
                </a:spcBef>
                <a:spcAft>
                  <a:spcPts val="0"/>
                </a:spcAft>
                <a:buClr>
                  <a:srgbClr val="000000"/>
                </a:buClr>
                <a:buSzPts val="740"/>
                <a:buFont typeface="Arial"/>
                <a:buNone/>
              </a:pPr>
              <a:r>
                <a:rPr b="1" i="0" lang="en" sz="739" u="none" cap="none" strike="noStrike">
                  <a:solidFill>
                    <a:schemeClr val="dk1"/>
                  </a:solidFill>
                  <a:latin typeface="Nunito"/>
                  <a:ea typeface="Nunito"/>
                  <a:cs typeface="Nunito"/>
                  <a:sym typeface="Nunito"/>
                </a:rPr>
                <a:t>Web UI</a:t>
              </a:r>
              <a:r>
                <a:rPr b="1" i="0" lang="en" sz="739" u="none" cap="none" strike="noStrike">
                  <a:solidFill>
                    <a:srgbClr val="000000"/>
                  </a:solidFill>
                  <a:latin typeface="Roboto"/>
                  <a:ea typeface="Roboto"/>
                  <a:cs typeface="Roboto"/>
                  <a:sym typeface="Roboto"/>
                </a:rPr>
                <a:t>        </a:t>
              </a:r>
              <a:endParaRPr b="1" i="0" sz="739" u="none" cap="none" strike="noStrike">
                <a:solidFill>
                  <a:srgbClr val="000000"/>
                </a:solidFill>
                <a:latin typeface="Roboto"/>
                <a:ea typeface="Roboto"/>
                <a:cs typeface="Roboto"/>
                <a:sym typeface="Roboto"/>
              </a:endParaRPr>
            </a:p>
          </p:txBody>
        </p:sp>
        <p:pic>
          <p:nvPicPr>
            <p:cNvPr id="80" name="Google Shape;80;p16"/>
            <p:cNvPicPr preferRelativeResize="0"/>
            <p:nvPr/>
          </p:nvPicPr>
          <p:blipFill rotWithShape="1">
            <a:blip r:embed="rId3">
              <a:alphaModFix/>
            </a:blip>
            <a:srcRect b="0" l="0" r="0" t="0"/>
            <a:stretch/>
          </p:blipFill>
          <p:spPr>
            <a:xfrm flipH="1" rot="10800000">
              <a:off x="349095" y="1791264"/>
              <a:ext cx="270729" cy="373137"/>
            </a:xfrm>
            <a:prstGeom prst="rect">
              <a:avLst/>
            </a:prstGeom>
            <a:noFill/>
            <a:ln>
              <a:noFill/>
            </a:ln>
          </p:spPr>
        </p:pic>
      </p:grpSp>
      <p:sp>
        <p:nvSpPr>
          <p:cNvPr id="81" name="Google Shape;81;p16"/>
          <p:cNvSpPr/>
          <p:nvPr/>
        </p:nvSpPr>
        <p:spPr>
          <a:xfrm>
            <a:off x="3207555" y="2073146"/>
            <a:ext cx="969300" cy="955500"/>
          </a:xfrm>
          <a:prstGeom prst="ellipse">
            <a:avLst/>
          </a:prstGeom>
          <a:solidFill>
            <a:srgbClr val="FFFFFF"/>
          </a:solidFill>
          <a:ln cap="flat" cmpd="sng" w="26425">
            <a:solidFill>
              <a:srgbClr val="1D5A9C"/>
            </a:solidFill>
            <a:prstDash val="solid"/>
            <a:round/>
            <a:headEnd len="sm" w="sm" type="none"/>
            <a:tailEnd len="sm" w="sm" type="none"/>
          </a:ln>
        </p:spPr>
        <p:txBody>
          <a:bodyPr anchorCtr="0" anchor="ctr" bIns="63425" lIns="63425" spcFirstLastPara="1" rIns="63425" wrap="square" tIns="63425">
            <a:noAutofit/>
          </a:bodyPr>
          <a:lstStyle/>
          <a:p>
            <a:pPr indent="0" lvl="0" marL="0" marR="0" rtl="0" algn="ctr">
              <a:lnSpc>
                <a:spcPct val="100000"/>
              </a:lnSpc>
              <a:spcBef>
                <a:spcPts val="0"/>
              </a:spcBef>
              <a:spcAft>
                <a:spcPts val="0"/>
              </a:spcAft>
              <a:buClr>
                <a:srgbClr val="000000"/>
              </a:buClr>
              <a:buSzPts val="1017"/>
              <a:buFont typeface="Arial"/>
              <a:buNone/>
            </a:pPr>
            <a:r>
              <a:t/>
            </a:r>
            <a:endParaRPr b="0" i="0" sz="739" u="none" cap="none" strike="noStrike">
              <a:solidFill>
                <a:srgbClr val="000000"/>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017"/>
              <a:buFont typeface="Arial"/>
              <a:buNone/>
            </a:pPr>
            <a:r>
              <a:t/>
            </a:r>
            <a:endParaRPr b="0" i="0" sz="739" u="none" cap="none" strike="noStrike">
              <a:solidFill>
                <a:srgbClr val="000000"/>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017"/>
              <a:buFont typeface="Arial"/>
              <a:buNone/>
            </a:pPr>
            <a:r>
              <a:t/>
            </a:r>
            <a:endParaRPr b="1" i="0" sz="832"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017"/>
              <a:buFont typeface="Arial"/>
              <a:buNone/>
            </a:pPr>
            <a:r>
              <a:t/>
            </a:r>
            <a:endParaRPr b="1" i="0" sz="832" u="none" cap="none" strike="noStrike">
              <a:solidFill>
                <a:srgbClr val="000000"/>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017"/>
              <a:buFont typeface="Arial"/>
              <a:buNone/>
            </a:pPr>
            <a:r>
              <a:rPr b="1" i="0" lang="en" sz="832" u="none" cap="none" strike="noStrike">
                <a:solidFill>
                  <a:schemeClr val="dk1"/>
                </a:solidFill>
                <a:latin typeface="Nunito"/>
                <a:ea typeface="Nunito"/>
                <a:cs typeface="Nunito"/>
                <a:sym typeface="Nunito"/>
              </a:rPr>
              <a:t>LLM / Agentic AI</a:t>
            </a:r>
            <a:r>
              <a:rPr b="1" i="0" lang="en" sz="832" u="none" cap="none" strike="noStrike">
                <a:solidFill>
                  <a:srgbClr val="000000"/>
                </a:solidFill>
                <a:latin typeface="Roboto"/>
                <a:ea typeface="Roboto"/>
                <a:cs typeface="Roboto"/>
                <a:sym typeface="Roboto"/>
              </a:rPr>
              <a:t> </a:t>
            </a:r>
            <a:endParaRPr b="1" i="0" sz="554" u="none" cap="none" strike="noStrike">
              <a:solidFill>
                <a:srgbClr val="000000"/>
              </a:solidFill>
              <a:latin typeface="Roboto"/>
              <a:ea typeface="Roboto"/>
              <a:cs typeface="Roboto"/>
              <a:sym typeface="Roboto"/>
            </a:endParaRPr>
          </a:p>
        </p:txBody>
      </p:sp>
      <p:pic>
        <p:nvPicPr>
          <p:cNvPr id="82" name="Google Shape;82;p16"/>
          <p:cNvPicPr preferRelativeResize="0"/>
          <p:nvPr/>
        </p:nvPicPr>
        <p:blipFill rotWithShape="1">
          <a:blip r:embed="rId4">
            <a:alphaModFix/>
          </a:blip>
          <a:srcRect b="0" l="0" r="0" t="0"/>
          <a:stretch/>
        </p:blipFill>
        <p:spPr>
          <a:xfrm>
            <a:off x="469846" y="1082500"/>
            <a:ext cx="399375" cy="363000"/>
          </a:xfrm>
          <a:prstGeom prst="rect">
            <a:avLst/>
          </a:prstGeom>
          <a:noFill/>
          <a:ln>
            <a:noFill/>
          </a:ln>
        </p:spPr>
      </p:pic>
      <p:pic>
        <p:nvPicPr>
          <p:cNvPr id="83" name="Google Shape;83;p16"/>
          <p:cNvPicPr preferRelativeResize="0"/>
          <p:nvPr/>
        </p:nvPicPr>
        <p:blipFill rotWithShape="1">
          <a:blip r:embed="rId5">
            <a:alphaModFix/>
          </a:blip>
          <a:srcRect b="0" l="0" r="0" t="0"/>
          <a:stretch/>
        </p:blipFill>
        <p:spPr>
          <a:xfrm>
            <a:off x="3189081" y="3006888"/>
            <a:ext cx="183050" cy="148943"/>
          </a:xfrm>
          <a:prstGeom prst="rect">
            <a:avLst/>
          </a:prstGeom>
          <a:noFill/>
          <a:ln>
            <a:noFill/>
          </a:ln>
        </p:spPr>
      </p:pic>
      <p:pic>
        <p:nvPicPr>
          <p:cNvPr id="84" name="Google Shape;84;p16"/>
          <p:cNvPicPr preferRelativeResize="0"/>
          <p:nvPr/>
        </p:nvPicPr>
        <p:blipFill rotWithShape="1">
          <a:blip r:embed="rId6">
            <a:alphaModFix/>
          </a:blip>
          <a:srcRect b="0" l="0" r="0" t="0"/>
          <a:stretch/>
        </p:blipFill>
        <p:spPr>
          <a:xfrm>
            <a:off x="2990663" y="2685742"/>
            <a:ext cx="198429" cy="122052"/>
          </a:xfrm>
          <a:prstGeom prst="rect">
            <a:avLst/>
          </a:prstGeom>
          <a:noFill/>
          <a:ln>
            <a:noFill/>
          </a:ln>
        </p:spPr>
      </p:pic>
      <p:pic>
        <p:nvPicPr>
          <p:cNvPr id="85" name="Google Shape;85;p16"/>
          <p:cNvPicPr preferRelativeResize="0"/>
          <p:nvPr/>
        </p:nvPicPr>
        <p:blipFill rotWithShape="1">
          <a:blip r:embed="rId7">
            <a:alphaModFix/>
          </a:blip>
          <a:srcRect b="0" l="0" r="0" t="0"/>
          <a:stretch/>
        </p:blipFill>
        <p:spPr>
          <a:xfrm>
            <a:off x="4023383" y="2985351"/>
            <a:ext cx="208015" cy="179243"/>
          </a:xfrm>
          <a:prstGeom prst="rect">
            <a:avLst/>
          </a:prstGeom>
          <a:noFill/>
          <a:ln>
            <a:noFill/>
          </a:ln>
        </p:spPr>
      </p:pic>
      <p:pic>
        <p:nvPicPr>
          <p:cNvPr id="86" name="Google Shape;86;p16"/>
          <p:cNvPicPr preferRelativeResize="0"/>
          <p:nvPr/>
        </p:nvPicPr>
        <p:blipFill rotWithShape="1">
          <a:blip r:embed="rId8">
            <a:alphaModFix/>
          </a:blip>
          <a:srcRect b="0" l="0" r="0" t="0"/>
          <a:stretch/>
        </p:blipFill>
        <p:spPr>
          <a:xfrm>
            <a:off x="8062975" y="1491623"/>
            <a:ext cx="596300" cy="179250"/>
          </a:xfrm>
          <a:prstGeom prst="rect">
            <a:avLst/>
          </a:prstGeom>
          <a:noFill/>
          <a:ln>
            <a:noFill/>
          </a:ln>
        </p:spPr>
      </p:pic>
      <p:pic>
        <p:nvPicPr>
          <p:cNvPr id="87" name="Google Shape;87;p16"/>
          <p:cNvPicPr preferRelativeResize="0"/>
          <p:nvPr/>
        </p:nvPicPr>
        <p:blipFill rotWithShape="1">
          <a:blip r:embed="rId9">
            <a:alphaModFix/>
          </a:blip>
          <a:srcRect b="0" l="0" r="0" t="0"/>
          <a:stretch/>
        </p:blipFill>
        <p:spPr>
          <a:xfrm>
            <a:off x="8058117" y="1221281"/>
            <a:ext cx="593231" cy="199501"/>
          </a:xfrm>
          <a:prstGeom prst="rect">
            <a:avLst/>
          </a:prstGeom>
          <a:noFill/>
          <a:ln>
            <a:noFill/>
          </a:ln>
        </p:spPr>
      </p:pic>
      <p:pic>
        <p:nvPicPr>
          <p:cNvPr id="88" name="Google Shape;88;p16"/>
          <p:cNvPicPr preferRelativeResize="0"/>
          <p:nvPr/>
        </p:nvPicPr>
        <p:blipFill rotWithShape="1">
          <a:blip r:embed="rId10">
            <a:alphaModFix/>
          </a:blip>
          <a:srcRect b="20054" l="11655" r="10432" t="14555"/>
          <a:stretch/>
        </p:blipFill>
        <p:spPr>
          <a:xfrm>
            <a:off x="8150850" y="912670"/>
            <a:ext cx="414225" cy="230099"/>
          </a:xfrm>
          <a:prstGeom prst="rect">
            <a:avLst/>
          </a:prstGeom>
          <a:noFill/>
          <a:ln cap="flat" cmpd="sng" w="8800">
            <a:solidFill>
              <a:schemeClr val="lt1"/>
            </a:solidFill>
            <a:prstDash val="dash"/>
            <a:round/>
            <a:headEnd len="sm" w="sm" type="none"/>
            <a:tailEnd len="sm" w="sm" type="none"/>
          </a:ln>
        </p:spPr>
      </p:pic>
      <p:pic>
        <p:nvPicPr>
          <p:cNvPr id="89" name="Google Shape;89;p16"/>
          <p:cNvPicPr preferRelativeResize="0"/>
          <p:nvPr/>
        </p:nvPicPr>
        <p:blipFill rotWithShape="1">
          <a:blip r:embed="rId11">
            <a:alphaModFix/>
          </a:blip>
          <a:srcRect b="0" l="0" r="0" t="0"/>
          <a:stretch/>
        </p:blipFill>
        <p:spPr>
          <a:xfrm>
            <a:off x="8077600" y="1713150"/>
            <a:ext cx="593224" cy="258600"/>
          </a:xfrm>
          <a:prstGeom prst="rect">
            <a:avLst/>
          </a:prstGeom>
          <a:noFill/>
          <a:ln>
            <a:noFill/>
          </a:ln>
        </p:spPr>
      </p:pic>
      <p:sp>
        <p:nvSpPr>
          <p:cNvPr id="90" name="Google Shape;90;p16"/>
          <p:cNvSpPr txBox="1"/>
          <p:nvPr/>
        </p:nvSpPr>
        <p:spPr>
          <a:xfrm>
            <a:off x="2181582" y="1156957"/>
            <a:ext cx="1009200" cy="274500"/>
          </a:xfrm>
          <a:prstGeom prst="rect">
            <a:avLst/>
          </a:prstGeom>
          <a:noFill/>
          <a:ln cap="flat" cmpd="sng" w="8800">
            <a:solidFill>
              <a:srgbClr val="0B5394"/>
            </a:solidFill>
            <a:prstDash val="dash"/>
            <a:round/>
            <a:headEnd len="sm" w="sm" type="none"/>
            <a:tailEnd len="sm" w="sm" type="none"/>
          </a:ln>
        </p:spPr>
        <p:txBody>
          <a:bodyPr anchorCtr="0" anchor="ctr" bIns="84550" lIns="84550" spcFirstLastPara="1" rIns="84550" wrap="square" tIns="84550">
            <a:noAutofit/>
          </a:bodyPr>
          <a:lstStyle/>
          <a:p>
            <a:pPr indent="0" lvl="0" marL="0" marR="0" rtl="0" algn="l">
              <a:lnSpc>
                <a:spcPct val="100000"/>
              </a:lnSpc>
              <a:spcBef>
                <a:spcPts val="0"/>
              </a:spcBef>
              <a:spcAft>
                <a:spcPts val="0"/>
              </a:spcAft>
              <a:buClr>
                <a:schemeClr val="dk1"/>
              </a:buClr>
              <a:buSzPts val="647"/>
              <a:buFont typeface="Arial"/>
              <a:buNone/>
            </a:pPr>
            <a:r>
              <a:rPr b="0" i="1" lang="en" sz="647" u="none" cap="none" strike="noStrike">
                <a:solidFill>
                  <a:schemeClr val="dk1"/>
                </a:solidFill>
                <a:latin typeface="Nunito"/>
                <a:ea typeface="Nunito"/>
                <a:cs typeface="Nunito"/>
                <a:sym typeface="Nunito"/>
              </a:rPr>
              <a:t>SSO / OAuth 2.0 / RBAC Authentication</a:t>
            </a:r>
            <a:endParaRPr b="0" i="1" sz="647" u="none" cap="none" strike="noStrike">
              <a:solidFill>
                <a:schemeClr val="dk1"/>
              </a:solidFill>
              <a:latin typeface="Nunito"/>
              <a:ea typeface="Nunito"/>
              <a:cs typeface="Nunito"/>
              <a:sym typeface="Nunito"/>
            </a:endParaRPr>
          </a:p>
        </p:txBody>
      </p:sp>
      <p:grpSp>
        <p:nvGrpSpPr>
          <p:cNvPr id="91" name="Google Shape;91;p16"/>
          <p:cNvGrpSpPr/>
          <p:nvPr/>
        </p:nvGrpSpPr>
        <p:grpSpPr>
          <a:xfrm>
            <a:off x="1192873" y="788392"/>
            <a:ext cx="1427374" cy="264300"/>
            <a:chOff x="1227316" y="773750"/>
            <a:chExt cx="1427374" cy="264300"/>
          </a:xfrm>
        </p:grpSpPr>
        <p:sp>
          <p:nvSpPr>
            <p:cNvPr id="92" name="Google Shape;92;p16"/>
            <p:cNvSpPr/>
            <p:nvPr/>
          </p:nvSpPr>
          <p:spPr>
            <a:xfrm>
              <a:off x="1551890" y="773750"/>
              <a:ext cx="1102800" cy="264300"/>
            </a:xfrm>
            <a:prstGeom prst="roundRect">
              <a:avLst>
                <a:gd fmla="val 16667" name="adj"/>
              </a:avLst>
            </a:prstGeom>
            <a:solidFill>
              <a:schemeClr val="lt1"/>
            </a:solidFill>
            <a:ln cap="flat" cmpd="sng" w="17625">
              <a:solidFill>
                <a:schemeClr val="lt1"/>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32"/>
                <a:buFont typeface="Arial"/>
                <a:buNone/>
              </a:pPr>
              <a:r>
                <a:rPr b="1" i="0" lang="en" sz="832" u="none" cap="none" strike="noStrike">
                  <a:solidFill>
                    <a:srgbClr val="1D5A9C"/>
                  </a:solidFill>
                  <a:latin typeface="Nunito"/>
                  <a:ea typeface="Nunito"/>
                  <a:cs typeface="Nunito"/>
                  <a:sym typeface="Nunito"/>
                </a:rPr>
                <a:t>User Interface Layer</a:t>
              </a:r>
              <a:endParaRPr b="1" i="0" sz="832" u="none" cap="none" strike="noStrike">
                <a:solidFill>
                  <a:srgbClr val="1D5A9C"/>
                </a:solidFill>
                <a:latin typeface="Nunito"/>
                <a:ea typeface="Nunito"/>
                <a:cs typeface="Nunito"/>
                <a:sym typeface="Nunito"/>
              </a:endParaRPr>
            </a:p>
          </p:txBody>
        </p:sp>
        <p:pic>
          <p:nvPicPr>
            <p:cNvPr id="93" name="Google Shape;93;p16"/>
            <p:cNvPicPr preferRelativeResize="0"/>
            <p:nvPr/>
          </p:nvPicPr>
          <p:blipFill rotWithShape="1">
            <a:blip r:embed="rId12">
              <a:alphaModFix/>
            </a:blip>
            <a:srcRect b="0" l="0" r="0" t="0"/>
            <a:stretch/>
          </p:blipFill>
          <p:spPr>
            <a:xfrm>
              <a:off x="1227316" y="775829"/>
              <a:ext cx="260129" cy="260129"/>
            </a:xfrm>
            <a:prstGeom prst="rect">
              <a:avLst/>
            </a:prstGeom>
            <a:noFill/>
            <a:ln>
              <a:noFill/>
            </a:ln>
          </p:spPr>
        </p:pic>
      </p:grpSp>
      <p:pic>
        <p:nvPicPr>
          <p:cNvPr id="94" name="Google Shape;94;p16"/>
          <p:cNvPicPr preferRelativeResize="0"/>
          <p:nvPr/>
        </p:nvPicPr>
        <p:blipFill rotWithShape="1">
          <a:blip r:embed="rId13">
            <a:alphaModFix/>
          </a:blip>
          <a:srcRect b="0" l="0" r="0" t="0"/>
          <a:stretch/>
        </p:blipFill>
        <p:spPr>
          <a:xfrm>
            <a:off x="558966" y="795334"/>
            <a:ext cx="221135" cy="221135"/>
          </a:xfrm>
          <a:prstGeom prst="rect">
            <a:avLst/>
          </a:prstGeom>
          <a:noFill/>
          <a:ln>
            <a:noFill/>
          </a:ln>
        </p:spPr>
      </p:pic>
      <p:sp>
        <p:nvSpPr>
          <p:cNvPr id="95" name="Google Shape;95;p16"/>
          <p:cNvSpPr/>
          <p:nvPr/>
        </p:nvSpPr>
        <p:spPr>
          <a:xfrm>
            <a:off x="4427784" y="2690318"/>
            <a:ext cx="1331400" cy="517800"/>
          </a:xfrm>
          <a:prstGeom prst="rect">
            <a:avLst/>
          </a:prstGeom>
          <a:noFill/>
          <a:ln cap="flat" cmpd="sng" w="8800">
            <a:solidFill>
              <a:srgbClr val="0B5394"/>
            </a:solidFill>
            <a:prstDash val="dashDot"/>
            <a:round/>
            <a:headEnd len="sm" w="sm" type="none"/>
            <a:tailEnd len="sm" w="sm" type="none"/>
          </a:ln>
        </p:spPr>
        <p:txBody>
          <a:bodyPr anchorCtr="0" anchor="ctr" bIns="84550" lIns="84550" spcFirstLastPara="1" rIns="84550" wrap="square" tIns="84550">
            <a:noAutofit/>
          </a:bodyPr>
          <a:lstStyle/>
          <a:p>
            <a:pPr indent="0" lvl="0" marL="0" marR="0" rtl="0" algn="l">
              <a:lnSpc>
                <a:spcPct val="100000"/>
              </a:lnSpc>
              <a:spcBef>
                <a:spcPts val="0"/>
              </a:spcBef>
              <a:spcAft>
                <a:spcPts val="0"/>
              </a:spcAft>
              <a:buClr>
                <a:srgbClr val="000000"/>
              </a:buClr>
              <a:buSzPts val="1017"/>
              <a:buFont typeface="Arial"/>
              <a:buNone/>
            </a:pPr>
            <a:r>
              <a:rPr b="0" i="1" lang="en" sz="739" u="none" cap="none" strike="noStrike">
                <a:solidFill>
                  <a:schemeClr val="dk1"/>
                </a:solidFill>
                <a:latin typeface="Nunito"/>
                <a:ea typeface="Nunito"/>
                <a:cs typeface="Nunito"/>
                <a:sym typeface="Nunito"/>
              </a:rPr>
              <a:t>• Plans multi-step actions                         </a:t>
            </a:r>
            <a:endParaRPr b="0" i="1" sz="739" u="none" cap="none" strike="noStrike">
              <a:solidFill>
                <a:schemeClr val="dk1"/>
              </a:solidFill>
              <a:latin typeface="Nunito"/>
              <a:ea typeface="Nunito"/>
              <a:cs typeface="Nunito"/>
              <a:sym typeface="Nunito"/>
            </a:endParaRPr>
          </a:p>
          <a:p>
            <a:pPr indent="0" lvl="0" marL="0" marR="0" rtl="0" algn="l">
              <a:lnSpc>
                <a:spcPct val="100000"/>
              </a:lnSpc>
              <a:spcBef>
                <a:spcPts val="0"/>
              </a:spcBef>
              <a:spcAft>
                <a:spcPts val="0"/>
              </a:spcAft>
              <a:buClr>
                <a:srgbClr val="000000"/>
              </a:buClr>
              <a:buSzPts val="1017"/>
              <a:buFont typeface="Arial"/>
              <a:buNone/>
            </a:pPr>
            <a:r>
              <a:rPr b="0" i="1" lang="en" sz="739" u="none" cap="none" strike="noStrike">
                <a:solidFill>
                  <a:schemeClr val="dk1"/>
                </a:solidFill>
                <a:latin typeface="Nunito"/>
                <a:ea typeface="Nunito"/>
                <a:cs typeface="Nunito"/>
                <a:sym typeface="Nunito"/>
              </a:rPr>
              <a:t>• Manages communication, coordination, and task allocation among agents.</a:t>
            </a:r>
            <a:r>
              <a:rPr b="0" i="0" lang="en" sz="739" u="none" cap="none" strike="noStrike">
                <a:solidFill>
                  <a:schemeClr val="dk1"/>
                </a:solidFill>
                <a:latin typeface="Nunito"/>
                <a:ea typeface="Nunito"/>
                <a:cs typeface="Nunito"/>
                <a:sym typeface="Nunito"/>
              </a:rPr>
              <a:t>  </a:t>
            </a:r>
            <a:endParaRPr b="1" i="0" sz="739" u="none" cap="none" strike="noStrike">
              <a:solidFill>
                <a:schemeClr val="dk1"/>
              </a:solidFill>
              <a:latin typeface="Nunito"/>
              <a:ea typeface="Nunito"/>
              <a:cs typeface="Nunito"/>
              <a:sym typeface="Nunito"/>
            </a:endParaRPr>
          </a:p>
        </p:txBody>
      </p:sp>
      <p:cxnSp>
        <p:nvCxnSpPr>
          <p:cNvPr id="96" name="Google Shape;96;p16"/>
          <p:cNvCxnSpPr/>
          <p:nvPr/>
        </p:nvCxnSpPr>
        <p:spPr>
          <a:xfrm>
            <a:off x="7829347" y="2502198"/>
            <a:ext cx="0" cy="320755"/>
          </a:xfrm>
          <a:prstGeom prst="straightConnector1">
            <a:avLst/>
          </a:prstGeom>
          <a:noFill/>
          <a:ln cap="flat" cmpd="sng" w="8800">
            <a:solidFill>
              <a:srgbClr val="0B5394"/>
            </a:solidFill>
            <a:prstDash val="solid"/>
            <a:round/>
            <a:headEnd len="med" w="med" type="triangle"/>
            <a:tailEnd len="med" w="med" type="triangle"/>
          </a:ln>
        </p:spPr>
      </p:cxnSp>
      <p:sp>
        <p:nvSpPr>
          <p:cNvPr id="97" name="Google Shape;97;p16"/>
          <p:cNvSpPr/>
          <p:nvPr/>
        </p:nvSpPr>
        <p:spPr>
          <a:xfrm>
            <a:off x="6082250" y="2307700"/>
            <a:ext cx="2679000" cy="1456800"/>
          </a:xfrm>
          <a:prstGeom prst="rect">
            <a:avLst/>
          </a:prstGeom>
          <a:solidFill>
            <a:schemeClr val="lt1"/>
          </a:solidFill>
          <a:ln cap="flat" cmpd="sng" w="17625">
            <a:solidFill>
              <a:srgbClr val="1D5A9C"/>
            </a:solidFill>
            <a:prstDash val="dash"/>
            <a:round/>
            <a:headEnd len="sm" w="sm" type="none"/>
            <a:tailEnd len="sm" w="sm" type="none"/>
          </a:ln>
        </p:spPr>
        <p:txBody>
          <a:bodyPr anchorCtr="0" anchor="ctr" bIns="84550" lIns="84550" spcFirstLastPara="1" rIns="84550" wrap="square" tIns="84550">
            <a:noAutofit/>
          </a:bodyPr>
          <a:lstStyle/>
          <a:p>
            <a:pPr indent="0" lvl="0" marL="0" marR="0" rtl="0" algn="ctr">
              <a:lnSpc>
                <a:spcPct val="100000"/>
              </a:lnSpc>
              <a:spcBef>
                <a:spcPts val="0"/>
              </a:spcBef>
              <a:spcAft>
                <a:spcPts val="0"/>
              </a:spcAft>
              <a:buClr>
                <a:srgbClr val="000000"/>
              </a:buClr>
              <a:buSzPts val="1295"/>
              <a:buFont typeface="Arial"/>
              <a:buNone/>
            </a:pPr>
            <a:r>
              <a:t/>
            </a:r>
            <a:endParaRPr b="0" i="0" sz="1294" u="none" cap="none" strike="noStrike">
              <a:solidFill>
                <a:srgbClr val="000000"/>
              </a:solidFill>
              <a:latin typeface="Calibri"/>
              <a:ea typeface="Calibri"/>
              <a:cs typeface="Calibri"/>
              <a:sym typeface="Calibri"/>
            </a:endParaRPr>
          </a:p>
        </p:txBody>
      </p:sp>
      <p:sp>
        <p:nvSpPr>
          <p:cNvPr id="98" name="Google Shape;98;p16"/>
          <p:cNvSpPr/>
          <p:nvPr/>
        </p:nvSpPr>
        <p:spPr>
          <a:xfrm>
            <a:off x="6157375" y="2651100"/>
            <a:ext cx="1284900" cy="649500"/>
          </a:xfrm>
          <a:prstGeom prst="rect">
            <a:avLst/>
          </a:prstGeom>
          <a:noFill/>
          <a:ln cap="flat" cmpd="sng" w="8800">
            <a:solidFill>
              <a:srgbClr val="0B5394"/>
            </a:solidFill>
            <a:prstDash val="solid"/>
            <a:round/>
            <a:headEnd len="sm" w="sm" type="none"/>
            <a:tailEnd len="sm" w="sm" type="none"/>
          </a:ln>
        </p:spPr>
        <p:txBody>
          <a:bodyPr anchorCtr="0" anchor="ctr" bIns="84550" lIns="91425" spcFirstLastPara="1" rIns="91425" wrap="square" tIns="84550">
            <a:noAutofit/>
          </a:bodyPr>
          <a:lstStyle/>
          <a:p>
            <a:pPr indent="0" lvl="0" marL="0" marR="0" rtl="0" algn="l">
              <a:lnSpc>
                <a:spcPct val="100000"/>
              </a:lnSpc>
              <a:spcBef>
                <a:spcPts val="0"/>
              </a:spcBef>
              <a:spcAft>
                <a:spcPts val="0"/>
              </a:spcAft>
              <a:buClr>
                <a:srgbClr val="000000"/>
              </a:buClr>
              <a:buSzPts val="1017"/>
              <a:buFont typeface="Arial"/>
              <a:buNone/>
            </a:pPr>
            <a:r>
              <a:rPr b="1" i="0" lang="en" sz="739" u="none" cap="none" strike="noStrike">
                <a:solidFill>
                  <a:schemeClr val="dk1"/>
                </a:solidFill>
                <a:latin typeface="Nunito"/>
                <a:ea typeface="Nunito"/>
                <a:cs typeface="Nunito"/>
                <a:sym typeface="Nunito"/>
              </a:rPr>
              <a:t>Knowledge Access Layer</a:t>
            </a:r>
            <a:endParaRPr b="0" i="0" sz="739" u="none" cap="none" strike="noStrike">
              <a:solidFill>
                <a:schemeClr val="dk1"/>
              </a:solidFill>
              <a:latin typeface="Nunito"/>
              <a:ea typeface="Nunito"/>
              <a:cs typeface="Nunito"/>
              <a:sym typeface="Nunito"/>
            </a:endParaRPr>
          </a:p>
          <a:p>
            <a:pPr indent="0" lvl="0" marL="0" marR="0" rtl="0" algn="l">
              <a:lnSpc>
                <a:spcPct val="100000"/>
              </a:lnSpc>
              <a:spcBef>
                <a:spcPts val="0"/>
              </a:spcBef>
              <a:spcAft>
                <a:spcPts val="0"/>
              </a:spcAft>
              <a:buClr>
                <a:srgbClr val="000000"/>
              </a:buClr>
              <a:buSzPts val="1017"/>
              <a:buFont typeface="Arial"/>
              <a:buNone/>
            </a:pPr>
            <a:r>
              <a:rPr b="0" i="1" lang="en" sz="739" u="none" cap="none" strike="noStrike">
                <a:solidFill>
                  <a:schemeClr val="dk1"/>
                </a:solidFill>
                <a:latin typeface="Nunito"/>
                <a:ea typeface="Nunito"/>
                <a:cs typeface="Nunito"/>
                <a:sym typeface="Nunito"/>
              </a:rPr>
              <a:t>• Secure Vector Database</a:t>
            </a:r>
            <a:endParaRPr b="0" i="1" sz="739" u="none" cap="none" strike="noStrike">
              <a:solidFill>
                <a:schemeClr val="dk1"/>
              </a:solidFill>
              <a:latin typeface="Nunito"/>
              <a:ea typeface="Nunito"/>
              <a:cs typeface="Nunito"/>
              <a:sym typeface="Nunito"/>
            </a:endParaRPr>
          </a:p>
          <a:p>
            <a:pPr indent="0" lvl="0" marL="0" marR="0" rtl="0" algn="l">
              <a:lnSpc>
                <a:spcPct val="100000"/>
              </a:lnSpc>
              <a:spcBef>
                <a:spcPts val="0"/>
              </a:spcBef>
              <a:spcAft>
                <a:spcPts val="0"/>
              </a:spcAft>
              <a:buClr>
                <a:srgbClr val="000000"/>
              </a:buClr>
              <a:buSzPts val="1017"/>
              <a:buFont typeface="Arial"/>
              <a:buNone/>
            </a:pPr>
            <a:r>
              <a:rPr b="0" i="1" lang="en" sz="739" u="none" cap="none" strike="noStrike">
                <a:solidFill>
                  <a:schemeClr val="dk1"/>
                </a:solidFill>
                <a:latin typeface="Nunito"/>
                <a:ea typeface="Nunito"/>
                <a:cs typeface="Nunito"/>
                <a:sym typeface="Nunito"/>
              </a:rPr>
              <a:t>• Embedding Models</a:t>
            </a:r>
            <a:endParaRPr b="0" i="1" sz="739" u="none" cap="none" strike="noStrike">
              <a:solidFill>
                <a:schemeClr val="dk1"/>
              </a:solidFill>
              <a:latin typeface="Nunito"/>
              <a:ea typeface="Nunito"/>
              <a:cs typeface="Nunito"/>
              <a:sym typeface="Nunito"/>
            </a:endParaRPr>
          </a:p>
          <a:p>
            <a:pPr indent="0" lvl="0" marL="0" marR="0" rtl="0" algn="l">
              <a:lnSpc>
                <a:spcPct val="100000"/>
              </a:lnSpc>
              <a:spcBef>
                <a:spcPts val="0"/>
              </a:spcBef>
              <a:spcAft>
                <a:spcPts val="0"/>
              </a:spcAft>
              <a:buClr>
                <a:srgbClr val="000000"/>
              </a:buClr>
              <a:buSzPts val="1017"/>
              <a:buFont typeface="Arial"/>
              <a:buNone/>
            </a:pPr>
            <a:r>
              <a:rPr b="0" i="1" lang="en" sz="739" u="none" cap="none" strike="noStrike">
                <a:solidFill>
                  <a:schemeClr val="dk1"/>
                </a:solidFill>
                <a:latin typeface="Nunito"/>
                <a:ea typeface="Nunito"/>
                <a:cs typeface="Nunito"/>
                <a:sym typeface="Nunito"/>
              </a:rPr>
              <a:t>• PostgreSQL (Metadata</a:t>
            </a:r>
            <a:r>
              <a:rPr i="1" lang="en" sz="739">
                <a:solidFill>
                  <a:schemeClr val="dk1"/>
                </a:solidFill>
                <a:latin typeface="Nunito"/>
                <a:ea typeface="Nunito"/>
                <a:cs typeface="Nunito"/>
                <a:sym typeface="Nunito"/>
              </a:rPr>
              <a:t> </a:t>
            </a:r>
            <a:r>
              <a:rPr b="0" i="1" lang="en" sz="739" u="none" cap="none" strike="noStrike">
                <a:solidFill>
                  <a:schemeClr val="dk1"/>
                </a:solidFill>
                <a:latin typeface="Nunito"/>
                <a:ea typeface="Nunito"/>
                <a:cs typeface="Nunito"/>
                <a:sym typeface="Nunito"/>
              </a:rPr>
              <a:t>Mgt.)</a:t>
            </a:r>
            <a:endParaRPr b="0" i="1" sz="739" u="none" cap="none" strike="noStrike">
              <a:solidFill>
                <a:schemeClr val="dk1"/>
              </a:solidFill>
              <a:latin typeface="Nunito"/>
              <a:ea typeface="Nunito"/>
              <a:cs typeface="Nunito"/>
              <a:sym typeface="Nunito"/>
            </a:endParaRPr>
          </a:p>
        </p:txBody>
      </p:sp>
      <p:sp>
        <p:nvSpPr>
          <p:cNvPr id="99" name="Google Shape;99;p16"/>
          <p:cNvSpPr/>
          <p:nvPr/>
        </p:nvSpPr>
        <p:spPr>
          <a:xfrm>
            <a:off x="7682550" y="2645250"/>
            <a:ext cx="969300" cy="649500"/>
          </a:xfrm>
          <a:prstGeom prst="rect">
            <a:avLst/>
          </a:prstGeom>
          <a:noFill/>
          <a:ln cap="flat" cmpd="sng" w="8800">
            <a:solidFill>
              <a:srgbClr val="0B5394"/>
            </a:solidFill>
            <a:prstDash val="solid"/>
            <a:round/>
            <a:headEnd len="sm" w="sm" type="none"/>
            <a:tailEnd len="sm" w="sm" type="none"/>
          </a:ln>
        </p:spPr>
        <p:txBody>
          <a:bodyPr anchorCtr="0" anchor="ctr" bIns="84550" lIns="91425" spcFirstLastPara="1" rIns="0" wrap="square" tIns="84550">
            <a:noAutofit/>
          </a:bodyPr>
          <a:lstStyle/>
          <a:p>
            <a:pPr indent="0" lvl="0" marL="0" marR="0" rtl="0" algn="l">
              <a:lnSpc>
                <a:spcPct val="100000"/>
              </a:lnSpc>
              <a:spcBef>
                <a:spcPts val="0"/>
              </a:spcBef>
              <a:spcAft>
                <a:spcPts val="0"/>
              </a:spcAft>
              <a:buClr>
                <a:srgbClr val="000000"/>
              </a:buClr>
              <a:buSzPts val="1017"/>
              <a:buFont typeface="Arial"/>
              <a:buNone/>
            </a:pPr>
            <a:r>
              <a:rPr b="1" i="0" lang="en" sz="739" u="none" cap="none" strike="noStrike">
                <a:solidFill>
                  <a:schemeClr val="dk1"/>
                </a:solidFill>
                <a:latin typeface="Nunito"/>
                <a:ea typeface="Nunito"/>
                <a:cs typeface="Nunito"/>
                <a:sym typeface="Nunito"/>
              </a:rPr>
              <a:t>Secure Data </a:t>
            </a:r>
            <a:br>
              <a:rPr b="1" i="0" lang="en" sz="739" u="none" cap="none" strike="noStrike">
                <a:solidFill>
                  <a:schemeClr val="dk1"/>
                </a:solidFill>
                <a:latin typeface="Nunito"/>
                <a:ea typeface="Nunito"/>
                <a:cs typeface="Nunito"/>
                <a:sym typeface="Nunito"/>
              </a:rPr>
            </a:br>
            <a:r>
              <a:rPr b="1" i="0" lang="en" sz="739" u="none" cap="none" strike="noStrike">
                <a:solidFill>
                  <a:schemeClr val="dk1"/>
                </a:solidFill>
                <a:latin typeface="Nunito"/>
                <a:ea typeface="Nunito"/>
                <a:cs typeface="Nunito"/>
                <a:sym typeface="Nunito"/>
              </a:rPr>
              <a:t>Cache / </a:t>
            </a:r>
            <a:r>
              <a:rPr b="1" i="0" lang="en" sz="739" u="none" cap="none" strike="noStrike">
                <a:solidFill>
                  <a:schemeClr val="dk1"/>
                </a:solidFill>
                <a:latin typeface="Nunito"/>
                <a:ea typeface="Nunito"/>
                <a:cs typeface="Nunito"/>
                <a:sym typeface="Nunito"/>
              </a:rPr>
              <a:t>Temporary Store</a:t>
            </a:r>
            <a:endParaRPr b="1" i="0" sz="739" u="none" cap="none" strike="noStrike">
              <a:solidFill>
                <a:schemeClr val="dk1"/>
              </a:solidFill>
              <a:latin typeface="Nunito"/>
              <a:ea typeface="Nunito"/>
              <a:cs typeface="Nunito"/>
              <a:sym typeface="Nunito"/>
            </a:endParaRPr>
          </a:p>
        </p:txBody>
      </p:sp>
      <p:sp>
        <p:nvSpPr>
          <p:cNvPr id="100" name="Google Shape;100;p16"/>
          <p:cNvSpPr/>
          <p:nvPr/>
        </p:nvSpPr>
        <p:spPr>
          <a:xfrm>
            <a:off x="6917125" y="3413575"/>
            <a:ext cx="1009200" cy="266100"/>
          </a:xfrm>
          <a:prstGeom prst="rect">
            <a:avLst/>
          </a:prstGeom>
          <a:noFill/>
          <a:ln cap="flat" cmpd="sng" w="8800">
            <a:solidFill>
              <a:srgbClr val="0B5394"/>
            </a:solidFill>
            <a:prstDash val="solid"/>
            <a:round/>
            <a:headEnd len="sm" w="sm" type="none"/>
            <a:tailEnd len="sm" w="sm" type="none"/>
          </a:ln>
        </p:spPr>
        <p:txBody>
          <a:bodyPr anchorCtr="0" anchor="ctr" bIns="84550" lIns="84550" spcFirstLastPara="1" rIns="84550" wrap="square" tIns="84550">
            <a:noAutofit/>
          </a:bodyPr>
          <a:lstStyle/>
          <a:p>
            <a:pPr indent="0" lvl="0" marL="0" marR="0" rtl="0" algn="ctr">
              <a:lnSpc>
                <a:spcPct val="100000"/>
              </a:lnSpc>
              <a:spcBef>
                <a:spcPts val="0"/>
              </a:spcBef>
              <a:spcAft>
                <a:spcPts val="0"/>
              </a:spcAft>
              <a:buClr>
                <a:srgbClr val="000000"/>
              </a:buClr>
              <a:buSzPts val="1017"/>
              <a:buFont typeface="Arial"/>
              <a:buNone/>
            </a:pPr>
            <a:r>
              <a:rPr b="1" i="0" lang="en" sz="739" u="none" cap="none" strike="noStrike">
                <a:solidFill>
                  <a:schemeClr val="dk1"/>
                </a:solidFill>
                <a:latin typeface="Nunito"/>
                <a:ea typeface="Nunito"/>
                <a:cs typeface="Nunito"/>
                <a:sym typeface="Nunito"/>
              </a:rPr>
              <a:t>Object Storage</a:t>
            </a:r>
            <a:endParaRPr b="1" i="0" sz="739" u="none" cap="none" strike="noStrike">
              <a:solidFill>
                <a:schemeClr val="dk1"/>
              </a:solidFill>
              <a:latin typeface="Nunito"/>
              <a:ea typeface="Nunito"/>
              <a:cs typeface="Nunito"/>
              <a:sym typeface="Nunito"/>
            </a:endParaRPr>
          </a:p>
        </p:txBody>
      </p:sp>
      <p:grpSp>
        <p:nvGrpSpPr>
          <p:cNvPr id="101" name="Google Shape;101;p16"/>
          <p:cNvGrpSpPr/>
          <p:nvPr/>
        </p:nvGrpSpPr>
        <p:grpSpPr>
          <a:xfrm>
            <a:off x="6655000" y="2363971"/>
            <a:ext cx="1592967" cy="226150"/>
            <a:chOff x="6655000" y="2300263"/>
            <a:chExt cx="1592967" cy="226150"/>
          </a:xfrm>
        </p:grpSpPr>
        <p:sp>
          <p:nvSpPr>
            <p:cNvPr id="102" name="Google Shape;102;p16"/>
            <p:cNvSpPr/>
            <p:nvPr/>
          </p:nvSpPr>
          <p:spPr>
            <a:xfrm>
              <a:off x="6881150" y="2304712"/>
              <a:ext cx="1366817" cy="217259"/>
            </a:xfrm>
            <a:prstGeom prst="roundRect">
              <a:avLst>
                <a:gd fmla="val 16667" name="adj"/>
              </a:avLst>
            </a:prstGeom>
            <a:solidFill>
              <a:schemeClr val="lt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32"/>
                <a:buFont typeface="Arial"/>
                <a:buNone/>
              </a:pPr>
              <a:r>
                <a:rPr b="1" i="0" lang="en" sz="832" u="none" cap="none" strike="noStrike">
                  <a:solidFill>
                    <a:srgbClr val="1D5A9C"/>
                  </a:solidFill>
                  <a:latin typeface="Nunito"/>
                  <a:ea typeface="Nunito"/>
                  <a:cs typeface="Nunito"/>
                  <a:sym typeface="Nunito"/>
                </a:rPr>
                <a:t>Knowledge &amp; Data Layer</a:t>
              </a:r>
              <a:endParaRPr b="1" i="0" sz="832" u="none" cap="none" strike="noStrike">
                <a:solidFill>
                  <a:srgbClr val="1D5A9C"/>
                </a:solidFill>
                <a:latin typeface="Nunito"/>
                <a:ea typeface="Nunito"/>
                <a:cs typeface="Nunito"/>
                <a:sym typeface="Nunito"/>
              </a:endParaRPr>
            </a:p>
          </p:txBody>
        </p:sp>
        <p:pic>
          <p:nvPicPr>
            <p:cNvPr id="103" name="Google Shape;103;p16"/>
            <p:cNvPicPr preferRelativeResize="0"/>
            <p:nvPr/>
          </p:nvPicPr>
          <p:blipFill rotWithShape="1">
            <a:blip r:embed="rId14">
              <a:alphaModFix/>
            </a:blip>
            <a:srcRect b="0" l="0" r="0" t="0"/>
            <a:stretch/>
          </p:blipFill>
          <p:spPr>
            <a:xfrm>
              <a:off x="6655000" y="2300263"/>
              <a:ext cx="226150" cy="226150"/>
            </a:xfrm>
            <a:prstGeom prst="rect">
              <a:avLst/>
            </a:prstGeom>
            <a:noFill/>
            <a:ln>
              <a:noFill/>
            </a:ln>
          </p:spPr>
        </p:pic>
      </p:grpSp>
      <p:sp>
        <p:nvSpPr>
          <p:cNvPr id="104" name="Google Shape;104;p16"/>
          <p:cNvSpPr txBox="1"/>
          <p:nvPr/>
        </p:nvSpPr>
        <p:spPr>
          <a:xfrm>
            <a:off x="3512650" y="1384220"/>
            <a:ext cx="2361300" cy="446400"/>
          </a:xfrm>
          <a:prstGeom prst="rect">
            <a:avLst/>
          </a:prstGeom>
          <a:noFill/>
          <a:ln cap="flat" cmpd="sng" w="8800">
            <a:solidFill>
              <a:srgbClr val="0B5394"/>
            </a:solidFill>
            <a:prstDash val="dash"/>
            <a:round/>
            <a:headEnd len="sm" w="sm" type="none"/>
            <a:tailEnd len="sm" w="sm" type="none"/>
          </a:ln>
        </p:spPr>
        <p:txBody>
          <a:bodyPr anchorCtr="0" anchor="ctr" bIns="84550" lIns="84550" spcFirstLastPara="1" rIns="84550" wrap="square" tIns="84550">
            <a:noAutofit/>
          </a:bodyPr>
          <a:lstStyle/>
          <a:p>
            <a:pPr indent="0" lvl="0" marL="0" marR="0" rtl="0" algn="l">
              <a:lnSpc>
                <a:spcPct val="100000"/>
              </a:lnSpc>
              <a:spcBef>
                <a:spcPts val="0"/>
              </a:spcBef>
              <a:spcAft>
                <a:spcPts val="0"/>
              </a:spcAft>
              <a:buClr>
                <a:srgbClr val="000000"/>
              </a:buClr>
              <a:buSzPts val="740"/>
              <a:buFont typeface="Arial"/>
              <a:buNone/>
            </a:pPr>
            <a:r>
              <a:rPr b="0" i="1" lang="en" sz="739" u="none" cap="none" strike="noStrike">
                <a:solidFill>
                  <a:schemeClr val="dk1"/>
                </a:solidFill>
                <a:latin typeface="Nunito"/>
                <a:ea typeface="Nunito"/>
                <a:cs typeface="Nunito"/>
                <a:sym typeface="Nunito"/>
              </a:rPr>
              <a:t>Secure connector pull data from Enterprise docs, databases, CRM, SCM, ERP, API, Cloud Storage (S3, RDS etc.) and external API’s with defined access. </a:t>
            </a:r>
            <a:endParaRPr b="0" i="1" sz="739" u="none" cap="none" strike="noStrike">
              <a:solidFill>
                <a:schemeClr val="dk1"/>
              </a:solidFill>
              <a:latin typeface="Nunito"/>
              <a:ea typeface="Nunito"/>
              <a:cs typeface="Nunito"/>
              <a:sym typeface="Nunito"/>
            </a:endParaRPr>
          </a:p>
        </p:txBody>
      </p:sp>
      <p:grpSp>
        <p:nvGrpSpPr>
          <p:cNvPr id="105" name="Google Shape;105;p16"/>
          <p:cNvGrpSpPr/>
          <p:nvPr/>
        </p:nvGrpSpPr>
        <p:grpSpPr>
          <a:xfrm>
            <a:off x="3893788" y="708913"/>
            <a:ext cx="1599000" cy="409200"/>
            <a:chOff x="3893788" y="785113"/>
            <a:chExt cx="1599000" cy="409200"/>
          </a:xfrm>
        </p:grpSpPr>
        <p:sp>
          <p:nvSpPr>
            <p:cNvPr id="106" name="Google Shape;106;p16"/>
            <p:cNvSpPr/>
            <p:nvPr/>
          </p:nvSpPr>
          <p:spPr>
            <a:xfrm>
              <a:off x="3893788" y="785113"/>
              <a:ext cx="1599000" cy="409200"/>
            </a:xfrm>
            <a:prstGeom prst="rect">
              <a:avLst/>
            </a:prstGeom>
            <a:noFill/>
            <a:ln cap="flat" cmpd="sng" w="8800">
              <a:solidFill>
                <a:srgbClr val="0B5394"/>
              </a:solidFill>
              <a:prstDash val="solid"/>
              <a:round/>
              <a:headEnd len="sm" w="sm" type="none"/>
              <a:tailEnd len="sm" w="sm" type="none"/>
            </a:ln>
          </p:spPr>
          <p:txBody>
            <a:bodyPr anchorCtr="0" anchor="ctr" bIns="84550" lIns="84550" spcFirstLastPara="1" rIns="84550" wrap="square" tIns="84550">
              <a:noAutofit/>
            </a:bodyPr>
            <a:lstStyle/>
            <a:p>
              <a:pPr indent="0" lvl="0" marL="0" marR="0" rtl="0" algn="r">
                <a:lnSpc>
                  <a:spcPct val="100000"/>
                </a:lnSpc>
                <a:spcBef>
                  <a:spcPts val="0"/>
                </a:spcBef>
                <a:spcAft>
                  <a:spcPts val="0"/>
                </a:spcAft>
                <a:buClr>
                  <a:srgbClr val="000000"/>
                </a:buClr>
                <a:buSzPts val="1017"/>
                <a:buFont typeface="Arial"/>
                <a:buNone/>
              </a:pPr>
              <a:r>
                <a:t/>
              </a:r>
              <a:endParaRPr b="1" i="0" sz="832" u="none" cap="none" strike="noStrike">
                <a:solidFill>
                  <a:srgbClr val="1D5A9C"/>
                </a:solidFill>
                <a:latin typeface="Nunito"/>
                <a:ea typeface="Nunito"/>
                <a:cs typeface="Nunito"/>
                <a:sym typeface="Nunito"/>
              </a:endParaRPr>
            </a:p>
            <a:p>
              <a:pPr indent="0" lvl="0" marL="0" marR="0" rtl="0" algn="r">
                <a:lnSpc>
                  <a:spcPct val="100000"/>
                </a:lnSpc>
                <a:spcBef>
                  <a:spcPts val="0"/>
                </a:spcBef>
                <a:spcAft>
                  <a:spcPts val="0"/>
                </a:spcAft>
                <a:buClr>
                  <a:schemeClr val="dk1"/>
                </a:buClr>
                <a:buSzPts val="1017"/>
                <a:buFont typeface="Arial"/>
                <a:buNone/>
              </a:pPr>
              <a:r>
                <a:rPr b="1" i="0" lang="en" sz="832" u="none" cap="none" strike="noStrike">
                  <a:solidFill>
                    <a:srgbClr val="1D5A9C"/>
                  </a:solidFill>
                  <a:latin typeface="Nunito"/>
                  <a:ea typeface="Nunito"/>
                  <a:cs typeface="Nunito"/>
                  <a:sym typeface="Nunito"/>
                </a:rPr>
                <a:t>Data Integration Layer</a:t>
              </a:r>
              <a:endParaRPr b="1" i="0" sz="832" u="none" cap="none" strike="noStrike">
                <a:solidFill>
                  <a:srgbClr val="1D5A9C"/>
                </a:solidFill>
                <a:latin typeface="Nunito"/>
                <a:ea typeface="Nunito"/>
                <a:cs typeface="Nunito"/>
                <a:sym typeface="Nunito"/>
              </a:endParaRPr>
            </a:p>
            <a:p>
              <a:pPr indent="0" lvl="1" marL="317135" marR="0" rtl="0" algn="ctr">
                <a:lnSpc>
                  <a:spcPct val="100000"/>
                </a:lnSpc>
                <a:spcBef>
                  <a:spcPts val="0"/>
                </a:spcBef>
                <a:spcAft>
                  <a:spcPts val="0"/>
                </a:spcAft>
                <a:buClr>
                  <a:srgbClr val="000000"/>
                </a:buClr>
                <a:buSzPts val="740"/>
                <a:buFont typeface="Arial"/>
                <a:buNone/>
              </a:pPr>
              <a:r>
                <a:t/>
              </a:r>
              <a:endParaRPr b="1" i="0" sz="739" u="none" cap="none" strike="noStrike">
                <a:solidFill>
                  <a:schemeClr val="dk1"/>
                </a:solidFill>
                <a:latin typeface="Nunito"/>
                <a:ea typeface="Nunito"/>
                <a:cs typeface="Nunito"/>
                <a:sym typeface="Nunito"/>
              </a:endParaRPr>
            </a:p>
          </p:txBody>
        </p:sp>
        <p:pic>
          <p:nvPicPr>
            <p:cNvPr id="107" name="Google Shape;107;p16"/>
            <p:cNvPicPr preferRelativeResize="0"/>
            <p:nvPr/>
          </p:nvPicPr>
          <p:blipFill rotWithShape="1">
            <a:blip r:embed="rId15">
              <a:alphaModFix/>
            </a:blip>
            <a:srcRect b="0" l="0" r="0" t="0"/>
            <a:stretch/>
          </p:blipFill>
          <p:spPr>
            <a:xfrm>
              <a:off x="3939960" y="851037"/>
              <a:ext cx="322049" cy="277377"/>
            </a:xfrm>
            <a:prstGeom prst="rect">
              <a:avLst/>
            </a:prstGeom>
            <a:noFill/>
            <a:ln>
              <a:noFill/>
            </a:ln>
          </p:spPr>
        </p:pic>
      </p:grpSp>
      <p:sp>
        <p:nvSpPr>
          <p:cNvPr id="108" name="Google Shape;108;p16"/>
          <p:cNvSpPr txBox="1"/>
          <p:nvPr/>
        </p:nvSpPr>
        <p:spPr>
          <a:xfrm>
            <a:off x="6358825" y="1384375"/>
            <a:ext cx="1009200" cy="446400"/>
          </a:xfrm>
          <a:prstGeom prst="rect">
            <a:avLst/>
          </a:prstGeom>
          <a:noFill/>
          <a:ln cap="flat" cmpd="sng" w="8800">
            <a:solidFill>
              <a:srgbClr val="0062A5"/>
            </a:solidFill>
            <a:prstDash val="dash"/>
            <a:round/>
            <a:headEnd len="sm" w="sm" type="none"/>
            <a:tailEnd len="sm" w="sm" type="none"/>
          </a:ln>
        </p:spPr>
        <p:txBody>
          <a:bodyPr anchorCtr="0" anchor="ctr" bIns="0" lIns="91425" spcFirstLastPara="1" rIns="0" wrap="square" tIns="0">
            <a:noAutofit/>
          </a:bodyPr>
          <a:lstStyle/>
          <a:p>
            <a:pPr indent="0" lvl="0" marL="0" marR="0" rtl="0" algn="l">
              <a:lnSpc>
                <a:spcPct val="100000"/>
              </a:lnSpc>
              <a:spcBef>
                <a:spcPts val="0"/>
              </a:spcBef>
              <a:spcAft>
                <a:spcPts val="0"/>
              </a:spcAft>
              <a:buClr>
                <a:srgbClr val="000000"/>
              </a:buClr>
              <a:buSzPts val="740"/>
              <a:buFont typeface="Arial"/>
              <a:buNone/>
            </a:pPr>
            <a:r>
              <a:rPr b="0" i="1" lang="en" sz="739" u="none" cap="none" strike="noStrike">
                <a:solidFill>
                  <a:schemeClr val="dk1"/>
                </a:solidFill>
                <a:latin typeface="Nunito"/>
                <a:ea typeface="Nunito"/>
                <a:cs typeface="Nunito"/>
                <a:sym typeface="Nunito"/>
              </a:rPr>
              <a:t>•</a:t>
            </a:r>
            <a:r>
              <a:rPr b="0" i="1" lang="en" sz="647" u="none" cap="none" strike="noStrike">
                <a:solidFill>
                  <a:schemeClr val="dk1"/>
                </a:solidFill>
                <a:latin typeface="Nunito"/>
                <a:ea typeface="Nunito"/>
                <a:cs typeface="Nunito"/>
                <a:sym typeface="Nunito"/>
              </a:rPr>
              <a:t> Cleaning</a:t>
            </a:r>
            <a:endParaRPr b="0" i="1" sz="647" u="none" cap="none" strike="noStrike">
              <a:solidFill>
                <a:schemeClr val="dk1"/>
              </a:solidFill>
              <a:latin typeface="Nunito"/>
              <a:ea typeface="Nunito"/>
              <a:cs typeface="Nunito"/>
              <a:sym typeface="Nunito"/>
            </a:endParaRPr>
          </a:p>
          <a:p>
            <a:pPr indent="0" lvl="0" marL="0" marR="0" rtl="0" algn="l">
              <a:lnSpc>
                <a:spcPct val="100000"/>
              </a:lnSpc>
              <a:spcBef>
                <a:spcPts val="0"/>
              </a:spcBef>
              <a:spcAft>
                <a:spcPts val="0"/>
              </a:spcAft>
              <a:buClr>
                <a:srgbClr val="000000"/>
              </a:buClr>
              <a:buSzPts val="740"/>
              <a:buFont typeface="Arial"/>
              <a:buNone/>
            </a:pPr>
            <a:r>
              <a:rPr b="0" i="1" lang="en" sz="739" u="none" cap="none" strike="noStrike">
                <a:solidFill>
                  <a:schemeClr val="dk1"/>
                </a:solidFill>
                <a:latin typeface="Nunito"/>
                <a:ea typeface="Nunito"/>
                <a:cs typeface="Nunito"/>
                <a:sym typeface="Nunito"/>
              </a:rPr>
              <a:t>•</a:t>
            </a:r>
            <a:r>
              <a:rPr b="0" i="1" lang="en" sz="647" u="none" cap="none" strike="noStrike">
                <a:solidFill>
                  <a:schemeClr val="dk1"/>
                </a:solidFill>
                <a:latin typeface="Nunito"/>
                <a:ea typeface="Nunito"/>
                <a:cs typeface="Nunito"/>
                <a:sym typeface="Nunito"/>
              </a:rPr>
              <a:t> Metadata Tagging </a:t>
            </a:r>
            <a:endParaRPr b="0" i="1" sz="647" u="none" cap="none" strike="noStrike">
              <a:solidFill>
                <a:schemeClr val="dk1"/>
              </a:solidFill>
              <a:latin typeface="Nunito"/>
              <a:ea typeface="Nunito"/>
              <a:cs typeface="Nunito"/>
              <a:sym typeface="Nunito"/>
            </a:endParaRPr>
          </a:p>
          <a:p>
            <a:pPr indent="0" lvl="0" marL="0" marR="0" rtl="0" algn="l">
              <a:lnSpc>
                <a:spcPct val="100000"/>
              </a:lnSpc>
              <a:spcBef>
                <a:spcPts val="0"/>
              </a:spcBef>
              <a:spcAft>
                <a:spcPts val="0"/>
              </a:spcAft>
              <a:buClr>
                <a:srgbClr val="000000"/>
              </a:buClr>
              <a:buSzPts val="740"/>
              <a:buFont typeface="Arial"/>
              <a:buNone/>
            </a:pPr>
            <a:r>
              <a:rPr b="0" i="1" lang="en" sz="739" u="none" cap="none" strike="noStrike">
                <a:solidFill>
                  <a:schemeClr val="dk1"/>
                </a:solidFill>
                <a:latin typeface="Nunito"/>
                <a:ea typeface="Nunito"/>
                <a:cs typeface="Nunito"/>
                <a:sym typeface="Nunito"/>
              </a:rPr>
              <a:t>•</a:t>
            </a:r>
            <a:r>
              <a:rPr b="0" i="1" lang="en" sz="647" u="none" cap="none" strike="noStrike">
                <a:solidFill>
                  <a:schemeClr val="dk1"/>
                </a:solidFill>
                <a:latin typeface="Nunito"/>
                <a:ea typeface="Nunito"/>
                <a:cs typeface="Nunito"/>
                <a:sym typeface="Nunito"/>
              </a:rPr>
              <a:t> Chunking</a:t>
            </a:r>
            <a:endParaRPr b="0" i="0" sz="647" u="none" cap="none" strike="noStrike">
              <a:solidFill>
                <a:schemeClr val="dk1"/>
              </a:solidFill>
              <a:latin typeface="Nunito"/>
              <a:ea typeface="Nunito"/>
              <a:cs typeface="Nunito"/>
              <a:sym typeface="Nunito"/>
            </a:endParaRPr>
          </a:p>
        </p:txBody>
      </p:sp>
      <p:sp>
        <p:nvSpPr>
          <p:cNvPr id="109" name="Google Shape;109;p16"/>
          <p:cNvSpPr txBox="1"/>
          <p:nvPr/>
        </p:nvSpPr>
        <p:spPr>
          <a:xfrm>
            <a:off x="1613775" y="2625149"/>
            <a:ext cx="1138200" cy="587400"/>
          </a:xfrm>
          <a:prstGeom prst="rect">
            <a:avLst/>
          </a:prstGeom>
          <a:noFill/>
          <a:ln cap="flat" cmpd="sng" w="8800">
            <a:solidFill>
              <a:srgbClr val="0B5394"/>
            </a:solidFill>
            <a:prstDash val="dash"/>
            <a:round/>
            <a:headEnd len="sm" w="sm" type="none"/>
            <a:tailEnd len="sm" w="sm" type="none"/>
          </a:ln>
        </p:spPr>
        <p:txBody>
          <a:bodyPr anchorCtr="0" anchor="ctr" bIns="84550" lIns="84550" spcFirstLastPara="1" rIns="84550" wrap="square" tIns="84550">
            <a:noAutofit/>
          </a:bodyPr>
          <a:lstStyle/>
          <a:p>
            <a:pPr indent="0" lvl="0" marL="0" marR="0" rtl="0" algn="l">
              <a:lnSpc>
                <a:spcPct val="100000"/>
              </a:lnSpc>
              <a:spcBef>
                <a:spcPts val="0"/>
              </a:spcBef>
              <a:spcAft>
                <a:spcPts val="0"/>
              </a:spcAft>
              <a:buClr>
                <a:srgbClr val="000000"/>
              </a:buClr>
              <a:buSzPts val="647"/>
              <a:buFont typeface="Arial"/>
              <a:buNone/>
            </a:pPr>
            <a:r>
              <a:rPr b="0" i="1" lang="en" sz="647" u="none" cap="none" strike="noStrike">
                <a:solidFill>
                  <a:schemeClr val="dk1"/>
                </a:solidFill>
                <a:latin typeface="Nunito"/>
                <a:ea typeface="Nunito"/>
                <a:cs typeface="Nunito"/>
                <a:sym typeface="Nunito"/>
              </a:rPr>
              <a:t>• Capture thumbs/down + comments                   </a:t>
            </a:r>
            <a:endParaRPr b="0" i="1" sz="647" u="none" cap="none" strike="noStrike">
              <a:solidFill>
                <a:schemeClr val="dk1"/>
              </a:solidFill>
              <a:latin typeface="Nunito"/>
              <a:ea typeface="Nunito"/>
              <a:cs typeface="Nunito"/>
              <a:sym typeface="Nunito"/>
            </a:endParaRPr>
          </a:p>
          <a:p>
            <a:pPr indent="0" lvl="0" marL="0" marR="0" rtl="0" algn="l">
              <a:lnSpc>
                <a:spcPct val="100000"/>
              </a:lnSpc>
              <a:spcBef>
                <a:spcPts val="0"/>
              </a:spcBef>
              <a:spcAft>
                <a:spcPts val="0"/>
              </a:spcAft>
              <a:buClr>
                <a:srgbClr val="000000"/>
              </a:buClr>
              <a:buSzPts val="647"/>
              <a:buFont typeface="Arial"/>
              <a:buNone/>
            </a:pPr>
            <a:r>
              <a:rPr b="0" i="1" lang="en" sz="647" u="none" cap="none" strike="noStrike">
                <a:solidFill>
                  <a:schemeClr val="dk1"/>
                </a:solidFill>
                <a:latin typeface="Nunito"/>
                <a:ea typeface="Nunito"/>
                <a:cs typeface="Nunito"/>
                <a:sym typeface="Nunito"/>
              </a:rPr>
              <a:t>• Logs to feedback DB                   </a:t>
            </a:r>
            <a:endParaRPr b="0" i="1" sz="647" u="none" cap="none" strike="noStrike">
              <a:solidFill>
                <a:schemeClr val="dk1"/>
              </a:solidFill>
              <a:latin typeface="Nunito"/>
              <a:ea typeface="Nunito"/>
              <a:cs typeface="Nunito"/>
              <a:sym typeface="Nunito"/>
            </a:endParaRPr>
          </a:p>
          <a:p>
            <a:pPr indent="0" lvl="0" marL="0" marR="0" rtl="0" algn="l">
              <a:lnSpc>
                <a:spcPct val="100000"/>
              </a:lnSpc>
              <a:spcBef>
                <a:spcPts val="0"/>
              </a:spcBef>
              <a:spcAft>
                <a:spcPts val="0"/>
              </a:spcAft>
              <a:buClr>
                <a:srgbClr val="000000"/>
              </a:buClr>
              <a:buSzPts val="647"/>
              <a:buFont typeface="Arial"/>
              <a:buNone/>
            </a:pPr>
            <a:r>
              <a:rPr b="0" i="1" lang="en" sz="647" u="none" cap="none" strike="noStrike">
                <a:solidFill>
                  <a:schemeClr val="dk1"/>
                </a:solidFill>
                <a:latin typeface="Nunito"/>
                <a:ea typeface="Nunito"/>
                <a:cs typeface="Nunito"/>
                <a:sym typeface="Nunito"/>
              </a:rPr>
              <a:t>• Used for prompt tuning / model  improvement </a:t>
            </a:r>
            <a:endParaRPr b="0" i="1" sz="647" u="none" cap="none" strike="noStrike">
              <a:solidFill>
                <a:schemeClr val="dk1"/>
              </a:solidFill>
              <a:latin typeface="Nunito"/>
              <a:ea typeface="Nunito"/>
              <a:cs typeface="Nunito"/>
              <a:sym typeface="Nunito"/>
            </a:endParaRPr>
          </a:p>
        </p:txBody>
      </p:sp>
      <p:sp>
        <p:nvSpPr>
          <p:cNvPr id="110" name="Google Shape;110;p16"/>
          <p:cNvSpPr/>
          <p:nvPr/>
        </p:nvSpPr>
        <p:spPr>
          <a:xfrm>
            <a:off x="478338" y="2518601"/>
            <a:ext cx="1048200" cy="409200"/>
          </a:xfrm>
          <a:prstGeom prst="rect">
            <a:avLst/>
          </a:prstGeom>
          <a:noFill/>
          <a:ln cap="flat" cmpd="sng" w="8800">
            <a:solidFill>
              <a:srgbClr val="0B5394"/>
            </a:solidFill>
            <a:prstDash val="solid"/>
            <a:round/>
            <a:headEnd len="sm" w="sm" type="none"/>
            <a:tailEnd len="sm" w="sm" type="none"/>
          </a:ln>
        </p:spPr>
        <p:txBody>
          <a:bodyPr anchorCtr="0" anchor="ctr" bIns="84550" lIns="84550" spcFirstLastPara="1" rIns="84550" wrap="square" tIns="84550">
            <a:noAutofit/>
          </a:bodyPr>
          <a:lstStyle/>
          <a:p>
            <a:pPr indent="0" lvl="0" marL="0" marR="0" rtl="0" algn="l">
              <a:lnSpc>
                <a:spcPct val="100000"/>
              </a:lnSpc>
              <a:spcBef>
                <a:spcPts val="0"/>
              </a:spcBef>
              <a:spcAft>
                <a:spcPts val="0"/>
              </a:spcAft>
              <a:buClr>
                <a:srgbClr val="000000"/>
              </a:buClr>
              <a:buSzPts val="1017"/>
              <a:buFont typeface="Arial"/>
              <a:buNone/>
            </a:pPr>
            <a:r>
              <a:t/>
            </a:r>
            <a:endParaRPr b="1" i="0" sz="832" u="none" cap="none" strike="noStrike">
              <a:solidFill>
                <a:srgbClr val="1D5A9C"/>
              </a:solidFill>
              <a:latin typeface="Nunito"/>
              <a:ea typeface="Nunito"/>
              <a:cs typeface="Nunito"/>
              <a:sym typeface="Nunito"/>
            </a:endParaRPr>
          </a:p>
        </p:txBody>
      </p:sp>
      <p:sp>
        <p:nvSpPr>
          <p:cNvPr id="111" name="Google Shape;111;p16"/>
          <p:cNvSpPr txBox="1"/>
          <p:nvPr/>
        </p:nvSpPr>
        <p:spPr>
          <a:xfrm>
            <a:off x="322725" y="3604025"/>
            <a:ext cx="1363200" cy="852000"/>
          </a:xfrm>
          <a:prstGeom prst="rect">
            <a:avLst/>
          </a:prstGeom>
          <a:noFill/>
          <a:ln cap="flat" cmpd="sng" w="8800">
            <a:solidFill>
              <a:srgbClr val="0B5394"/>
            </a:solidFill>
            <a:prstDash val="dash"/>
            <a:round/>
            <a:headEnd len="sm" w="sm" type="none"/>
            <a:tailEnd len="sm" w="sm" type="none"/>
          </a:ln>
        </p:spPr>
        <p:txBody>
          <a:bodyPr anchorCtr="0" anchor="ctr" bIns="84550" lIns="84550" spcFirstLastPara="1" rIns="84550" wrap="square" tIns="84550">
            <a:noAutofit/>
          </a:bodyPr>
          <a:lstStyle/>
          <a:p>
            <a:pPr indent="0" lvl="0" marL="0" marR="0" rtl="0" algn="l">
              <a:lnSpc>
                <a:spcPct val="115000"/>
              </a:lnSpc>
              <a:spcBef>
                <a:spcPts val="0"/>
              </a:spcBef>
              <a:spcAft>
                <a:spcPts val="0"/>
              </a:spcAft>
              <a:buClr>
                <a:srgbClr val="000000"/>
              </a:buClr>
              <a:buSzPts val="647"/>
              <a:buFont typeface="Arial"/>
              <a:buNone/>
            </a:pPr>
            <a:r>
              <a:rPr b="0" i="1" lang="en" sz="554" u="none" cap="none" strike="noStrike">
                <a:solidFill>
                  <a:schemeClr val="dk1"/>
                </a:solidFill>
                <a:latin typeface="Nunito"/>
                <a:ea typeface="Nunito"/>
                <a:cs typeface="Nunito"/>
                <a:sym typeface="Nunito"/>
              </a:rPr>
              <a:t>• Implements RBAC and SSO for secure access control.</a:t>
            </a:r>
            <a:endParaRPr b="0" i="1" sz="554" u="none" cap="none" strike="noStrike">
              <a:solidFill>
                <a:schemeClr val="dk1"/>
              </a:solidFill>
              <a:latin typeface="Nunito"/>
              <a:ea typeface="Nunito"/>
              <a:cs typeface="Nunito"/>
              <a:sym typeface="Nunito"/>
            </a:endParaRPr>
          </a:p>
          <a:p>
            <a:pPr indent="0" lvl="0" marL="0" marR="0" rtl="0" algn="l">
              <a:lnSpc>
                <a:spcPct val="115000"/>
              </a:lnSpc>
              <a:spcBef>
                <a:spcPts val="0"/>
              </a:spcBef>
              <a:spcAft>
                <a:spcPts val="0"/>
              </a:spcAft>
              <a:buClr>
                <a:srgbClr val="000000"/>
              </a:buClr>
              <a:buSzPts val="647"/>
              <a:buFont typeface="Arial"/>
              <a:buNone/>
            </a:pPr>
            <a:r>
              <a:rPr b="0" i="1" lang="en" sz="554" u="none" cap="none" strike="noStrike">
                <a:solidFill>
                  <a:schemeClr val="dk1"/>
                </a:solidFill>
                <a:latin typeface="Nunito"/>
                <a:ea typeface="Nunito"/>
                <a:cs typeface="Nunito"/>
                <a:sym typeface="Nunito"/>
              </a:rPr>
              <a:t>• Implements OAuth 2.0 for secure user authentication and authorization. </a:t>
            </a:r>
            <a:endParaRPr b="0" i="1" sz="554" u="none" cap="none" strike="noStrike">
              <a:solidFill>
                <a:schemeClr val="dk1"/>
              </a:solidFill>
              <a:latin typeface="Nunito"/>
              <a:ea typeface="Nunito"/>
              <a:cs typeface="Nunito"/>
              <a:sym typeface="Nunito"/>
            </a:endParaRPr>
          </a:p>
          <a:p>
            <a:pPr indent="0" lvl="0" marL="0" marR="0" rtl="0" algn="l">
              <a:lnSpc>
                <a:spcPct val="115000"/>
              </a:lnSpc>
              <a:spcBef>
                <a:spcPts val="0"/>
              </a:spcBef>
              <a:spcAft>
                <a:spcPts val="0"/>
              </a:spcAft>
              <a:buClr>
                <a:srgbClr val="000000"/>
              </a:buClr>
              <a:buSzPts val="647"/>
              <a:buFont typeface="Arial"/>
              <a:buNone/>
            </a:pPr>
            <a:r>
              <a:rPr b="0" i="1" lang="en" sz="554" u="none" cap="none" strike="noStrike">
                <a:solidFill>
                  <a:schemeClr val="dk1"/>
                </a:solidFill>
                <a:latin typeface="Nunito"/>
                <a:ea typeface="Nunito"/>
                <a:cs typeface="Nunito"/>
                <a:sym typeface="Nunito"/>
              </a:rPr>
              <a:t>• Audit logs of queries, sync, feedback</a:t>
            </a:r>
            <a:endParaRPr b="0" i="1" sz="554" u="none" cap="none" strike="noStrike">
              <a:solidFill>
                <a:schemeClr val="dk1"/>
              </a:solidFill>
              <a:latin typeface="Nunito"/>
              <a:ea typeface="Nunito"/>
              <a:cs typeface="Nunito"/>
              <a:sym typeface="Nunito"/>
            </a:endParaRPr>
          </a:p>
          <a:p>
            <a:pPr indent="0" lvl="0" marL="0" marR="0" rtl="0" algn="l">
              <a:lnSpc>
                <a:spcPct val="115000"/>
              </a:lnSpc>
              <a:spcBef>
                <a:spcPts val="0"/>
              </a:spcBef>
              <a:spcAft>
                <a:spcPts val="0"/>
              </a:spcAft>
              <a:buClr>
                <a:srgbClr val="000000"/>
              </a:buClr>
              <a:buSzPts val="647"/>
              <a:buFont typeface="Arial"/>
              <a:buNone/>
            </a:pPr>
            <a:r>
              <a:rPr b="0" i="1" lang="en" sz="554" u="none" cap="none" strike="noStrike">
                <a:solidFill>
                  <a:schemeClr val="dk1"/>
                </a:solidFill>
                <a:latin typeface="Nunito"/>
                <a:ea typeface="Nunito"/>
                <a:cs typeface="Nunito"/>
                <a:sym typeface="Nunito"/>
              </a:rPr>
              <a:t>• Uses AES-256 for data at rest and TLS 1.3 for data in transit.</a:t>
            </a:r>
            <a:endParaRPr b="0" i="1" sz="554" u="none" cap="none" strike="noStrike">
              <a:solidFill>
                <a:schemeClr val="dk1"/>
              </a:solidFill>
              <a:latin typeface="Nunito"/>
              <a:ea typeface="Nunito"/>
              <a:cs typeface="Nunito"/>
              <a:sym typeface="Nunito"/>
            </a:endParaRPr>
          </a:p>
        </p:txBody>
      </p:sp>
      <p:grpSp>
        <p:nvGrpSpPr>
          <p:cNvPr id="112" name="Google Shape;112;p16"/>
          <p:cNvGrpSpPr/>
          <p:nvPr/>
        </p:nvGrpSpPr>
        <p:grpSpPr>
          <a:xfrm>
            <a:off x="4410246" y="2092763"/>
            <a:ext cx="1366817" cy="398706"/>
            <a:chOff x="1842425" y="3190775"/>
            <a:chExt cx="1477800" cy="420000"/>
          </a:xfrm>
        </p:grpSpPr>
        <p:sp>
          <p:nvSpPr>
            <p:cNvPr id="113" name="Google Shape;113;p16"/>
            <p:cNvSpPr txBox="1"/>
            <p:nvPr/>
          </p:nvSpPr>
          <p:spPr>
            <a:xfrm>
              <a:off x="1842425" y="3190775"/>
              <a:ext cx="1477800" cy="420000"/>
            </a:xfrm>
            <a:prstGeom prst="rect">
              <a:avLst/>
            </a:prstGeom>
            <a:noFill/>
            <a:ln cap="flat" cmpd="sng" w="8800">
              <a:solidFill>
                <a:srgbClr val="0B5394"/>
              </a:solidFill>
              <a:prstDash val="solid"/>
              <a:round/>
              <a:headEnd len="sm" w="sm" type="none"/>
              <a:tailEnd len="sm" w="sm" type="none"/>
            </a:ln>
          </p:spPr>
          <p:txBody>
            <a:bodyPr anchorCtr="0" anchor="ctr" bIns="84550" lIns="84550" spcFirstLastPara="1" rIns="84550" wrap="square" tIns="84550">
              <a:spAutoFit/>
            </a:bodyPr>
            <a:lstStyle/>
            <a:p>
              <a:pPr indent="0" lvl="0" marL="0" marR="0" rtl="0" algn="r">
                <a:lnSpc>
                  <a:spcPct val="100000"/>
                </a:lnSpc>
                <a:spcBef>
                  <a:spcPts val="0"/>
                </a:spcBef>
                <a:spcAft>
                  <a:spcPts val="0"/>
                </a:spcAft>
                <a:buClr>
                  <a:srgbClr val="000000"/>
                </a:buClr>
                <a:buSzPts val="740"/>
                <a:buFont typeface="Arial"/>
                <a:buNone/>
              </a:pPr>
              <a:r>
                <a:rPr b="1" i="0" lang="en" sz="739" u="none" cap="none" strike="noStrike">
                  <a:solidFill>
                    <a:srgbClr val="1D5A9C"/>
                  </a:solidFill>
                  <a:latin typeface="Nunito"/>
                  <a:ea typeface="Nunito"/>
                  <a:cs typeface="Nunito"/>
                  <a:sym typeface="Nunito"/>
                </a:rPr>
                <a:t>Agent Orchestrator </a:t>
              </a:r>
              <a:endParaRPr b="1" i="0" sz="739" u="none" cap="none" strike="noStrike">
                <a:solidFill>
                  <a:srgbClr val="1D5A9C"/>
                </a:solidFill>
                <a:latin typeface="Nunito"/>
                <a:ea typeface="Nunito"/>
                <a:cs typeface="Nunito"/>
                <a:sym typeface="Nunito"/>
              </a:endParaRPr>
            </a:p>
            <a:p>
              <a:pPr indent="0" lvl="0" marL="0" marR="0" rtl="0" algn="r">
                <a:lnSpc>
                  <a:spcPct val="100000"/>
                </a:lnSpc>
                <a:spcBef>
                  <a:spcPts val="0"/>
                </a:spcBef>
                <a:spcAft>
                  <a:spcPts val="0"/>
                </a:spcAft>
                <a:buClr>
                  <a:srgbClr val="000000"/>
                </a:buClr>
                <a:buSzPts val="740"/>
                <a:buFont typeface="Arial"/>
                <a:buNone/>
              </a:pPr>
              <a:r>
                <a:rPr b="1" i="0" lang="en" sz="739" u="none" cap="none" strike="noStrike">
                  <a:solidFill>
                    <a:srgbClr val="1D5A9C"/>
                  </a:solidFill>
                  <a:latin typeface="Nunito"/>
                  <a:ea typeface="Nunito"/>
                  <a:cs typeface="Nunito"/>
                  <a:sym typeface="Nunito"/>
                </a:rPr>
                <a:t>(Agentic AI) </a:t>
              </a:r>
              <a:endParaRPr b="0" i="0" sz="1294" u="none" cap="none" strike="noStrike">
                <a:solidFill>
                  <a:srgbClr val="1D5A9C"/>
                </a:solidFill>
                <a:latin typeface="Arial"/>
                <a:ea typeface="Arial"/>
                <a:cs typeface="Arial"/>
                <a:sym typeface="Arial"/>
              </a:endParaRPr>
            </a:p>
          </p:txBody>
        </p:sp>
        <p:pic>
          <p:nvPicPr>
            <p:cNvPr id="114" name="Google Shape;114;p16"/>
            <p:cNvPicPr preferRelativeResize="0"/>
            <p:nvPr/>
          </p:nvPicPr>
          <p:blipFill rotWithShape="1">
            <a:blip r:embed="rId16">
              <a:alphaModFix/>
            </a:blip>
            <a:srcRect b="0" l="0" r="0" t="0"/>
            <a:stretch/>
          </p:blipFill>
          <p:spPr>
            <a:xfrm>
              <a:off x="1911713" y="3226375"/>
              <a:ext cx="384300" cy="384300"/>
            </a:xfrm>
            <a:prstGeom prst="rect">
              <a:avLst/>
            </a:prstGeom>
            <a:noFill/>
            <a:ln>
              <a:noFill/>
            </a:ln>
          </p:spPr>
        </p:pic>
      </p:grpSp>
      <p:sp>
        <p:nvSpPr>
          <p:cNvPr id="115" name="Google Shape;115;p16"/>
          <p:cNvSpPr txBox="1"/>
          <p:nvPr/>
        </p:nvSpPr>
        <p:spPr>
          <a:xfrm>
            <a:off x="6129025" y="762326"/>
            <a:ext cx="1468800" cy="306300"/>
          </a:xfrm>
          <a:prstGeom prst="rect">
            <a:avLst/>
          </a:prstGeom>
          <a:noFill/>
          <a:ln cap="flat" cmpd="sng" w="8800">
            <a:solidFill>
              <a:srgbClr val="0B5394"/>
            </a:solidFill>
            <a:prstDash val="solid"/>
            <a:round/>
            <a:headEnd len="sm" w="sm" type="none"/>
            <a:tailEnd len="sm" w="sm" type="none"/>
          </a:ln>
        </p:spPr>
        <p:txBody>
          <a:bodyPr anchorCtr="0" anchor="ctr" bIns="0" lIns="84550" spcFirstLastPara="1" rIns="84550" wrap="square" tIns="0">
            <a:noAutofit/>
          </a:bodyPr>
          <a:lstStyle/>
          <a:p>
            <a:pPr indent="0" lvl="0" marL="0" marR="0" rtl="0" algn="r">
              <a:lnSpc>
                <a:spcPct val="100000"/>
              </a:lnSpc>
              <a:spcBef>
                <a:spcPts val="0"/>
              </a:spcBef>
              <a:spcAft>
                <a:spcPts val="0"/>
              </a:spcAft>
              <a:buClr>
                <a:srgbClr val="000000"/>
              </a:buClr>
              <a:buSzPts val="832"/>
              <a:buFont typeface="Arial"/>
              <a:buNone/>
            </a:pPr>
            <a:r>
              <a:rPr b="1" i="0" lang="en" sz="832" u="none" cap="none" strike="noStrike">
                <a:solidFill>
                  <a:srgbClr val="1D5A9C"/>
                </a:solidFill>
                <a:latin typeface="Nunito"/>
                <a:ea typeface="Nunito"/>
                <a:cs typeface="Nunito"/>
                <a:sym typeface="Nunito"/>
              </a:rPr>
              <a:t>Preprocessing Layer</a:t>
            </a:r>
            <a:endParaRPr b="0" i="1" sz="832" u="none" cap="none" strike="noStrike">
              <a:solidFill>
                <a:srgbClr val="1D5A9C"/>
              </a:solidFill>
              <a:latin typeface="Nunito"/>
              <a:ea typeface="Nunito"/>
              <a:cs typeface="Nunito"/>
              <a:sym typeface="Nunito"/>
            </a:endParaRPr>
          </a:p>
        </p:txBody>
      </p:sp>
      <p:pic>
        <p:nvPicPr>
          <p:cNvPr id="116" name="Google Shape;116;p16"/>
          <p:cNvPicPr preferRelativeResize="0"/>
          <p:nvPr/>
        </p:nvPicPr>
        <p:blipFill rotWithShape="1">
          <a:blip r:embed="rId17">
            <a:alphaModFix/>
          </a:blip>
          <a:srcRect b="0" l="0" r="0" t="0"/>
          <a:stretch/>
        </p:blipFill>
        <p:spPr>
          <a:xfrm>
            <a:off x="6189000" y="798888"/>
            <a:ext cx="249650" cy="229275"/>
          </a:xfrm>
          <a:prstGeom prst="rect">
            <a:avLst/>
          </a:prstGeom>
          <a:noFill/>
          <a:ln>
            <a:noFill/>
          </a:ln>
        </p:spPr>
      </p:pic>
      <p:cxnSp>
        <p:nvCxnSpPr>
          <p:cNvPr id="117" name="Google Shape;117;p16"/>
          <p:cNvCxnSpPr>
            <a:stCxn id="79" idx="3"/>
            <a:endCxn id="90" idx="1"/>
          </p:cNvCxnSpPr>
          <p:nvPr/>
        </p:nvCxnSpPr>
        <p:spPr>
          <a:xfrm>
            <a:off x="1981288" y="1294203"/>
            <a:ext cx="200400" cy="0"/>
          </a:xfrm>
          <a:prstGeom prst="straightConnector1">
            <a:avLst/>
          </a:prstGeom>
          <a:noFill/>
          <a:ln cap="flat" cmpd="sng" w="8800">
            <a:solidFill>
              <a:srgbClr val="1D5A9C"/>
            </a:solidFill>
            <a:prstDash val="dash"/>
            <a:round/>
            <a:headEnd len="sm" w="sm" type="none"/>
            <a:tailEnd len="med" w="med" type="stealth"/>
          </a:ln>
        </p:spPr>
      </p:cxnSp>
      <p:cxnSp>
        <p:nvCxnSpPr>
          <p:cNvPr id="118" name="Google Shape;118;p16"/>
          <p:cNvCxnSpPr/>
          <p:nvPr/>
        </p:nvCxnSpPr>
        <p:spPr>
          <a:xfrm>
            <a:off x="880422" y="1299015"/>
            <a:ext cx="283200" cy="0"/>
          </a:xfrm>
          <a:prstGeom prst="straightConnector1">
            <a:avLst/>
          </a:prstGeom>
          <a:noFill/>
          <a:ln cap="flat" cmpd="sng" w="8800">
            <a:solidFill>
              <a:srgbClr val="1D5A9C"/>
            </a:solidFill>
            <a:prstDash val="dash"/>
            <a:round/>
            <a:headEnd len="sm" w="sm" type="none"/>
            <a:tailEnd len="med" w="med" type="stealth"/>
          </a:ln>
        </p:spPr>
      </p:cxnSp>
      <p:cxnSp>
        <p:nvCxnSpPr>
          <p:cNvPr id="119" name="Google Shape;119;p16"/>
          <p:cNvCxnSpPr>
            <a:stCxn id="106" idx="3"/>
            <a:endCxn id="115" idx="1"/>
          </p:cNvCxnSpPr>
          <p:nvPr/>
        </p:nvCxnSpPr>
        <p:spPr>
          <a:xfrm>
            <a:off x="5492788" y="913513"/>
            <a:ext cx="636300" cy="2100"/>
          </a:xfrm>
          <a:prstGeom prst="straightConnector1">
            <a:avLst/>
          </a:prstGeom>
          <a:noFill/>
          <a:ln cap="flat" cmpd="sng" w="19050">
            <a:solidFill>
              <a:srgbClr val="0062A5"/>
            </a:solidFill>
            <a:prstDash val="solid"/>
            <a:round/>
            <a:headEnd len="sm" w="sm" type="none"/>
            <a:tailEnd len="med" w="med" type="triangle"/>
          </a:ln>
        </p:spPr>
      </p:cxnSp>
      <p:cxnSp>
        <p:nvCxnSpPr>
          <p:cNvPr id="120" name="Google Shape;120;p16"/>
          <p:cNvCxnSpPr>
            <a:stCxn id="115" idx="3"/>
            <a:endCxn id="97" idx="0"/>
          </p:cNvCxnSpPr>
          <p:nvPr/>
        </p:nvCxnSpPr>
        <p:spPr>
          <a:xfrm flipH="1">
            <a:off x="7421725" y="915476"/>
            <a:ext cx="176100" cy="1392300"/>
          </a:xfrm>
          <a:prstGeom prst="bentConnector4">
            <a:avLst>
              <a:gd fmla="val -135221" name="adj1"/>
              <a:gd fmla="val 76813" name="adj2"/>
            </a:avLst>
          </a:prstGeom>
          <a:noFill/>
          <a:ln cap="flat" cmpd="sng" w="17625">
            <a:solidFill>
              <a:srgbClr val="1D5A9C"/>
            </a:solidFill>
            <a:prstDash val="solid"/>
            <a:round/>
            <a:headEnd len="med" w="med" type="stealth"/>
            <a:tailEnd len="med" w="med" type="stealth"/>
          </a:ln>
        </p:spPr>
      </p:cxnSp>
      <p:cxnSp>
        <p:nvCxnSpPr>
          <p:cNvPr id="121" name="Google Shape;121;p16"/>
          <p:cNvCxnSpPr>
            <a:stCxn id="113" idx="2"/>
            <a:endCxn id="95" idx="0"/>
          </p:cNvCxnSpPr>
          <p:nvPr/>
        </p:nvCxnSpPr>
        <p:spPr>
          <a:xfrm flipH="1">
            <a:off x="5093355" y="2491469"/>
            <a:ext cx="300" cy="198900"/>
          </a:xfrm>
          <a:prstGeom prst="straightConnector1">
            <a:avLst/>
          </a:prstGeom>
          <a:noFill/>
          <a:ln cap="flat" cmpd="sng" w="9525">
            <a:solidFill>
              <a:srgbClr val="0B5394"/>
            </a:solidFill>
            <a:prstDash val="dash"/>
            <a:round/>
            <a:headEnd len="sm" w="sm" type="triangle"/>
            <a:tailEnd len="med" w="med" type="triangle"/>
          </a:ln>
        </p:spPr>
      </p:cxnSp>
      <p:cxnSp>
        <p:nvCxnSpPr>
          <p:cNvPr id="122" name="Google Shape;122;p16"/>
          <p:cNvCxnSpPr>
            <a:stCxn id="97" idx="1"/>
            <a:endCxn id="113" idx="3"/>
          </p:cNvCxnSpPr>
          <p:nvPr/>
        </p:nvCxnSpPr>
        <p:spPr>
          <a:xfrm rot="10800000">
            <a:off x="5777150" y="2292100"/>
            <a:ext cx="305100" cy="744000"/>
          </a:xfrm>
          <a:prstGeom prst="bentConnector3">
            <a:avLst>
              <a:gd fmla="val 50014" name="adj1"/>
            </a:avLst>
          </a:prstGeom>
          <a:noFill/>
          <a:ln cap="flat" cmpd="sng" w="17625">
            <a:solidFill>
              <a:srgbClr val="1D5A9C"/>
            </a:solidFill>
            <a:prstDash val="solid"/>
            <a:round/>
            <a:headEnd len="sm" w="sm" type="none"/>
            <a:tailEnd len="med" w="med" type="triangle"/>
          </a:ln>
        </p:spPr>
      </p:cxnSp>
      <p:cxnSp>
        <p:nvCxnSpPr>
          <p:cNvPr id="123" name="Google Shape;123;p16"/>
          <p:cNvCxnSpPr>
            <a:stCxn id="124" idx="2"/>
            <a:endCxn id="81" idx="2"/>
          </p:cNvCxnSpPr>
          <p:nvPr/>
        </p:nvCxnSpPr>
        <p:spPr>
          <a:xfrm flipH="1" rot="-5400000">
            <a:off x="2625600" y="1968975"/>
            <a:ext cx="304200" cy="859500"/>
          </a:xfrm>
          <a:prstGeom prst="bentConnector2">
            <a:avLst/>
          </a:prstGeom>
          <a:noFill/>
          <a:ln cap="flat" cmpd="sng" w="9525">
            <a:solidFill>
              <a:srgbClr val="0062A5"/>
            </a:solidFill>
            <a:prstDash val="solid"/>
            <a:round/>
            <a:headEnd len="med" w="med" type="triangle"/>
            <a:tailEnd len="med" w="med" type="triangle"/>
          </a:ln>
        </p:spPr>
      </p:cxnSp>
      <p:grpSp>
        <p:nvGrpSpPr>
          <p:cNvPr id="125" name="Google Shape;125;p16"/>
          <p:cNvGrpSpPr/>
          <p:nvPr/>
        </p:nvGrpSpPr>
        <p:grpSpPr>
          <a:xfrm>
            <a:off x="2255175" y="3365885"/>
            <a:ext cx="1102875" cy="446394"/>
            <a:chOff x="1590774" y="3011642"/>
            <a:chExt cx="1003800" cy="442500"/>
          </a:xfrm>
        </p:grpSpPr>
        <p:sp>
          <p:nvSpPr>
            <p:cNvPr id="126" name="Google Shape;126;p16"/>
            <p:cNvSpPr/>
            <p:nvPr/>
          </p:nvSpPr>
          <p:spPr>
            <a:xfrm>
              <a:off x="1590774" y="3011642"/>
              <a:ext cx="1003800" cy="442500"/>
            </a:xfrm>
            <a:prstGeom prst="rect">
              <a:avLst/>
            </a:prstGeom>
            <a:noFill/>
            <a:ln cap="flat" cmpd="sng" w="8800">
              <a:solidFill>
                <a:srgbClr val="0B5394"/>
              </a:solidFill>
              <a:prstDash val="solid"/>
              <a:round/>
              <a:headEnd len="sm" w="sm" type="none"/>
              <a:tailEnd len="sm" w="sm" type="none"/>
            </a:ln>
          </p:spPr>
          <p:txBody>
            <a:bodyPr anchorCtr="0" anchor="ctr" bIns="84550" lIns="84550" spcFirstLastPara="1" rIns="84550" wrap="square" tIns="84550">
              <a:noAutofit/>
            </a:bodyPr>
            <a:lstStyle/>
            <a:p>
              <a:pPr indent="0" lvl="1" marL="317135" marR="0" rtl="0" algn="ctr">
                <a:lnSpc>
                  <a:spcPct val="100000"/>
                </a:lnSpc>
                <a:spcBef>
                  <a:spcPts val="0"/>
                </a:spcBef>
                <a:spcAft>
                  <a:spcPts val="0"/>
                </a:spcAft>
                <a:buClr>
                  <a:srgbClr val="000000"/>
                </a:buClr>
                <a:buSzPts val="740"/>
                <a:buFont typeface="Arial"/>
                <a:buNone/>
              </a:pPr>
              <a:r>
                <a:rPr b="1" i="0" lang="en" sz="739" u="none" cap="none" strike="noStrike">
                  <a:solidFill>
                    <a:schemeClr val="dk1"/>
                  </a:solidFill>
                  <a:latin typeface="Nunito"/>
                  <a:ea typeface="Nunito"/>
                  <a:cs typeface="Nunito"/>
                  <a:sym typeface="Nunito"/>
                </a:rPr>
                <a:t>Specialized Agents</a:t>
              </a:r>
              <a:endParaRPr b="1" i="0" sz="739" u="none" cap="none" strike="noStrike">
                <a:solidFill>
                  <a:schemeClr val="dk1"/>
                </a:solidFill>
                <a:latin typeface="Nunito"/>
                <a:ea typeface="Nunito"/>
                <a:cs typeface="Nunito"/>
                <a:sym typeface="Nunito"/>
              </a:endParaRPr>
            </a:p>
          </p:txBody>
        </p:sp>
        <p:pic>
          <p:nvPicPr>
            <p:cNvPr id="127" name="Google Shape;127;p16"/>
            <p:cNvPicPr preferRelativeResize="0"/>
            <p:nvPr/>
          </p:nvPicPr>
          <p:blipFill rotWithShape="1">
            <a:blip r:embed="rId18">
              <a:alphaModFix/>
            </a:blip>
            <a:srcRect b="0" l="0" r="0" t="0"/>
            <a:stretch/>
          </p:blipFill>
          <p:spPr>
            <a:xfrm>
              <a:off x="1645657" y="3045836"/>
              <a:ext cx="369472" cy="369472"/>
            </a:xfrm>
            <a:prstGeom prst="rect">
              <a:avLst/>
            </a:prstGeom>
            <a:noFill/>
            <a:ln>
              <a:noFill/>
            </a:ln>
          </p:spPr>
        </p:pic>
      </p:grpSp>
      <p:cxnSp>
        <p:nvCxnSpPr>
          <p:cNvPr id="128" name="Google Shape;128;p16"/>
          <p:cNvCxnSpPr>
            <a:stCxn id="113" idx="1"/>
            <a:endCxn id="81" idx="6"/>
          </p:cNvCxnSpPr>
          <p:nvPr/>
        </p:nvCxnSpPr>
        <p:spPr>
          <a:xfrm flipH="1">
            <a:off x="4176846" y="2292116"/>
            <a:ext cx="233400" cy="258900"/>
          </a:xfrm>
          <a:prstGeom prst="bentConnector3">
            <a:avLst>
              <a:gd fmla="val 50025" name="adj1"/>
            </a:avLst>
          </a:prstGeom>
          <a:noFill/>
          <a:ln cap="flat" cmpd="sng" w="17625">
            <a:solidFill>
              <a:srgbClr val="1D5A9C"/>
            </a:solidFill>
            <a:prstDash val="solid"/>
            <a:round/>
            <a:headEnd len="med" w="med" type="stealth"/>
            <a:tailEnd len="med" w="med" type="stealth"/>
          </a:ln>
        </p:spPr>
      </p:cxnSp>
      <p:cxnSp>
        <p:nvCxnSpPr>
          <p:cNvPr id="129" name="Google Shape;129;p16"/>
          <p:cNvCxnSpPr>
            <a:stCxn id="77" idx="3"/>
            <a:endCxn id="106" idx="1"/>
          </p:cNvCxnSpPr>
          <p:nvPr/>
        </p:nvCxnSpPr>
        <p:spPr>
          <a:xfrm flipH="1" rot="10800000">
            <a:off x="3285275" y="913650"/>
            <a:ext cx="608400" cy="222000"/>
          </a:xfrm>
          <a:prstGeom prst="bentConnector3">
            <a:avLst>
              <a:gd fmla="val 50009" name="adj1"/>
            </a:avLst>
          </a:prstGeom>
          <a:noFill/>
          <a:ln cap="flat" cmpd="sng" w="19050">
            <a:solidFill>
              <a:srgbClr val="0062A5"/>
            </a:solidFill>
            <a:prstDash val="solid"/>
            <a:round/>
            <a:headEnd len="med" w="med" type="triangle"/>
            <a:tailEnd len="med" w="med" type="triangle"/>
          </a:ln>
        </p:spPr>
      </p:cxnSp>
      <p:cxnSp>
        <p:nvCxnSpPr>
          <p:cNvPr id="130" name="Google Shape;130;p16"/>
          <p:cNvCxnSpPr>
            <a:stCxn id="76" idx="0"/>
            <a:endCxn id="81" idx="4"/>
          </p:cNvCxnSpPr>
          <p:nvPr/>
        </p:nvCxnSpPr>
        <p:spPr>
          <a:xfrm flipH="1" rot="5400000">
            <a:off x="3619083" y="3101548"/>
            <a:ext cx="272100" cy="126000"/>
          </a:xfrm>
          <a:prstGeom prst="bentConnector3">
            <a:avLst>
              <a:gd fmla="val 49996" name="adj1"/>
            </a:avLst>
          </a:prstGeom>
          <a:noFill/>
          <a:ln cap="flat" cmpd="sng" w="17625">
            <a:solidFill>
              <a:srgbClr val="1D5A9C"/>
            </a:solidFill>
            <a:prstDash val="solid"/>
            <a:round/>
            <a:headEnd len="med" w="med" type="stealth"/>
            <a:tailEnd len="med" w="med" type="stealth"/>
          </a:ln>
        </p:spPr>
      </p:cxnSp>
      <p:pic>
        <p:nvPicPr>
          <p:cNvPr id="131" name="Google Shape;131;p16"/>
          <p:cNvPicPr preferRelativeResize="0"/>
          <p:nvPr/>
        </p:nvPicPr>
        <p:blipFill rotWithShape="1">
          <a:blip r:embed="rId19">
            <a:alphaModFix/>
          </a:blip>
          <a:srcRect b="37322" l="19162" r="18764" t="37138"/>
          <a:stretch/>
        </p:blipFill>
        <p:spPr>
          <a:xfrm>
            <a:off x="5936460" y="1131919"/>
            <a:ext cx="817116" cy="185890"/>
          </a:xfrm>
          <a:prstGeom prst="rect">
            <a:avLst/>
          </a:prstGeom>
          <a:noFill/>
          <a:ln>
            <a:noFill/>
          </a:ln>
        </p:spPr>
      </p:pic>
      <p:grpSp>
        <p:nvGrpSpPr>
          <p:cNvPr id="132" name="Google Shape;132;p16"/>
          <p:cNvGrpSpPr/>
          <p:nvPr/>
        </p:nvGrpSpPr>
        <p:grpSpPr>
          <a:xfrm>
            <a:off x="2801623" y="4146561"/>
            <a:ext cx="1102943" cy="347392"/>
            <a:chOff x="4347573" y="3956875"/>
            <a:chExt cx="1192500" cy="375600"/>
          </a:xfrm>
        </p:grpSpPr>
        <p:sp>
          <p:nvSpPr>
            <p:cNvPr id="133" name="Google Shape;133;p16"/>
            <p:cNvSpPr/>
            <p:nvPr/>
          </p:nvSpPr>
          <p:spPr>
            <a:xfrm>
              <a:off x="4347573" y="3956875"/>
              <a:ext cx="1192500" cy="375600"/>
            </a:xfrm>
            <a:prstGeom prst="rect">
              <a:avLst/>
            </a:prstGeom>
            <a:solidFill>
              <a:schemeClr val="lt1"/>
            </a:solidFill>
            <a:ln cap="flat" cmpd="sng" w="8800">
              <a:solidFill>
                <a:srgbClr val="1D5A9C"/>
              </a:solidFill>
              <a:prstDash val="solid"/>
              <a:round/>
              <a:headEnd len="sm" w="sm" type="none"/>
              <a:tailEnd len="sm" w="sm" type="none"/>
            </a:ln>
          </p:spPr>
          <p:txBody>
            <a:bodyPr anchorCtr="0" anchor="ctr" bIns="63425" lIns="63425" spcFirstLastPara="1" rIns="63425" wrap="square" tIns="63425">
              <a:noAutofit/>
            </a:bodyPr>
            <a:lstStyle/>
            <a:p>
              <a:pPr indent="0" lvl="0" marL="0" marR="0" rtl="0" algn="ctr">
                <a:lnSpc>
                  <a:spcPct val="100000"/>
                </a:lnSpc>
                <a:spcBef>
                  <a:spcPts val="0"/>
                </a:spcBef>
                <a:spcAft>
                  <a:spcPts val="0"/>
                </a:spcAft>
                <a:buClr>
                  <a:srgbClr val="000000"/>
                </a:buClr>
                <a:buSzPts val="555"/>
                <a:buFont typeface="Arial"/>
                <a:buNone/>
              </a:pPr>
              <a:r>
                <a:rPr b="1" i="0" lang="en" sz="739" u="none" cap="none" strike="noStrike">
                  <a:solidFill>
                    <a:srgbClr val="000000"/>
                  </a:solidFill>
                  <a:latin typeface="Nunito"/>
                  <a:ea typeface="Nunito"/>
                  <a:cs typeface="Nunito"/>
                  <a:sym typeface="Nunito"/>
                </a:rPr>
                <a:t>Prompt &amp; Safety Engineering</a:t>
              </a:r>
              <a:endParaRPr b="1" i="0" sz="739" u="none" cap="none" strike="noStrike">
                <a:solidFill>
                  <a:srgbClr val="000000"/>
                </a:solidFill>
                <a:latin typeface="Nunito"/>
                <a:ea typeface="Nunito"/>
                <a:cs typeface="Nunito"/>
                <a:sym typeface="Nunito"/>
              </a:endParaRPr>
            </a:p>
          </p:txBody>
        </p:sp>
        <p:pic>
          <p:nvPicPr>
            <p:cNvPr id="134" name="Google Shape;134;p16"/>
            <p:cNvPicPr preferRelativeResize="0"/>
            <p:nvPr/>
          </p:nvPicPr>
          <p:blipFill rotWithShape="1">
            <a:blip r:embed="rId17">
              <a:alphaModFix/>
            </a:blip>
            <a:srcRect b="0" l="0" r="0" t="0"/>
            <a:stretch/>
          </p:blipFill>
          <p:spPr>
            <a:xfrm>
              <a:off x="4370367" y="4025056"/>
              <a:ext cx="168976" cy="155184"/>
            </a:xfrm>
            <a:prstGeom prst="rect">
              <a:avLst/>
            </a:prstGeom>
            <a:noFill/>
            <a:ln>
              <a:noFill/>
            </a:ln>
          </p:spPr>
        </p:pic>
      </p:grpSp>
      <p:cxnSp>
        <p:nvCxnSpPr>
          <p:cNvPr id="135" name="Google Shape;135;p16"/>
          <p:cNvCxnSpPr>
            <a:stCxn id="133" idx="0"/>
            <a:endCxn id="76" idx="2"/>
          </p:cNvCxnSpPr>
          <p:nvPr/>
        </p:nvCxnSpPr>
        <p:spPr>
          <a:xfrm rot="-5400000">
            <a:off x="3456295" y="3784761"/>
            <a:ext cx="258600" cy="465000"/>
          </a:xfrm>
          <a:prstGeom prst="bentConnector3">
            <a:avLst>
              <a:gd fmla="val 50022" name="adj1"/>
            </a:avLst>
          </a:prstGeom>
          <a:noFill/>
          <a:ln cap="flat" cmpd="sng" w="17625">
            <a:solidFill>
              <a:srgbClr val="1D5A9C"/>
            </a:solidFill>
            <a:prstDash val="solid"/>
            <a:round/>
            <a:headEnd len="med" w="med" type="stealth"/>
            <a:tailEnd len="med" w="med" type="stealth"/>
          </a:ln>
        </p:spPr>
      </p:cxnSp>
      <p:sp>
        <p:nvSpPr>
          <p:cNvPr id="136" name="Google Shape;136;p16"/>
          <p:cNvSpPr/>
          <p:nvPr/>
        </p:nvSpPr>
        <p:spPr>
          <a:xfrm>
            <a:off x="6702447" y="3938082"/>
            <a:ext cx="2051400" cy="517800"/>
          </a:xfrm>
          <a:prstGeom prst="rect">
            <a:avLst/>
          </a:prstGeom>
          <a:solidFill>
            <a:schemeClr val="lt1"/>
          </a:solidFill>
          <a:ln cap="flat" cmpd="sng" w="17625">
            <a:solidFill>
              <a:srgbClr val="1D5A9C"/>
            </a:solidFill>
            <a:prstDash val="dash"/>
            <a:round/>
            <a:headEnd len="sm" w="sm" type="none"/>
            <a:tailEnd len="sm" w="sm" type="none"/>
          </a:ln>
        </p:spPr>
        <p:txBody>
          <a:bodyPr anchorCtr="0" anchor="ctr" bIns="31725" lIns="31725" spcFirstLastPara="1" rIns="31725" wrap="square" tIns="31725">
            <a:noAutofit/>
          </a:bodyPr>
          <a:lstStyle/>
          <a:p>
            <a:pPr indent="0" lvl="0" marL="0" marR="0" rtl="0" algn="ctr">
              <a:lnSpc>
                <a:spcPct val="100000"/>
              </a:lnSpc>
              <a:spcBef>
                <a:spcPts val="0"/>
              </a:spcBef>
              <a:spcAft>
                <a:spcPts val="0"/>
              </a:spcAft>
              <a:buClr>
                <a:srgbClr val="000000"/>
              </a:buClr>
              <a:buSzPts val="462"/>
              <a:buFont typeface="Arial"/>
              <a:buNone/>
            </a:pPr>
            <a:r>
              <a:t/>
            </a:r>
            <a:endParaRPr b="0" i="0" sz="462" u="none" cap="none" strike="noStrike">
              <a:solidFill>
                <a:srgbClr val="000000"/>
              </a:solidFill>
              <a:latin typeface="Calibri"/>
              <a:ea typeface="Calibri"/>
              <a:cs typeface="Calibri"/>
              <a:sym typeface="Calibri"/>
            </a:endParaRPr>
          </a:p>
        </p:txBody>
      </p:sp>
      <p:pic>
        <p:nvPicPr>
          <p:cNvPr id="137" name="Google Shape;137;p16"/>
          <p:cNvPicPr preferRelativeResize="0"/>
          <p:nvPr/>
        </p:nvPicPr>
        <p:blipFill rotWithShape="1">
          <a:blip r:embed="rId20">
            <a:alphaModFix/>
          </a:blip>
          <a:srcRect b="0" l="0" r="0" t="0"/>
          <a:stretch/>
        </p:blipFill>
        <p:spPr>
          <a:xfrm>
            <a:off x="7759542" y="4198296"/>
            <a:ext cx="198426" cy="217201"/>
          </a:xfrm>
          <a:prstGeom prst="rect">
            <a:avLst/>
          </a:prstGeom>
          <a:noFill/>
          <a:ln>
            <a:noFill/>
          </a:ln>
        </p:spPr>
      </p:pic>
      <p:sp>
        <p:nvSpPr>
          <p:cNvPr id="138" name="Google Shape;138;p16"/>
          <p:cNvSpPr/>
          <p:nvPr/>
        </p:nvSpPr>
        <p:spPr>
          <a:xfrm>
            <a:off x="6821544" y="3979470"/>
            <a:ext cx="1886400" cy="177600"/>
          </a:xfrm>
          <a:prstGeom prst="rect">
            <a:avLst/>
          </a:prstGeom>
          <a:solidFill>
            <a:srgbClr val="1D5A9C"/>
          </a:solidFill>
          <a:ln cap="flat" cmpd="sng" w="8800">
            <a:solidFill>
              <a:schemeClr val="lt1"/>
            </a:solidFill>
            <a:prstDash val="solid"/>
            <a:round/>
            <a:headEnd len="sm" w="sm" type="none"/>
            <a:tailEnd len="sm" w="sm" type="none"/>
          </a:ln>
        </p:spPr>
        <p:txBody>
          <a:bodyPr anchorCtr="0" anchor="ctr" bIns="31725" lIns="31725" spcFirstLastPara="1" rIns="31725" wrap="square" tIns="31725">
            <a:noAutofit/>
          </a:bodyPr>
          <a:lstStyle/>
          <a:p>
            <a:pPr indent="0" lvl="0" marL="0" marR="0" rtl="0" algn="ctr">
              <a:lnSpc>
                <a:spcPct val="100000"/>
              </a:lnSpc>
              <a:spcBef>
                <a:spcPts val="0"/>
              </a:spcBef>
              <a:spcAft>
                <a:spcPts val="0"/>
              </a:spcAft>
              <a:buClr>
                <a:srgbClr val="000000"/>
              </a:buClr>
              <a:buSzPts val="740"/>
              <a:buFont typeface="Arial"/>
              <a:buNone/>
            </a:pPr>
            <a:r>
              <a:rPr b="0" i="0" lang="en" sz="739" u="none" cap="none" strike="noStrike">
                <a:solidFill>
                  <a:schemeClr val="lt1"/>
                </a:solidFill>
                <a:latin typeface="Nunito"/>
                <a:ea typeface="Nunito"/>
                <a:cs typeface="Nunito"/>
                <a:sym typeface="Nunito"/>
              </a:rPr>
              <a:t>Cloud &amp; Hybrid Environments</a:t>
            </a:r>
            <a:endParaRPr b="0" i="0" sz="739" u="none" cap="none" strike="noStrike">
              <a:solidFill>
                <a:srgbClr val="000000"/>
              </a:solidFill>
              <a:latin typeface="Nunito"/>
              <a:ea typeface="Nunito"/>
              <a:cs typeface="Nunito"/>
              <a:sym typeface="Nunito"/>
            </a:endParaRPr>
          </a:p>
        </p:txBody>
      </p:sp>
      <p:sp>
        <p:nvSpPr>
          <p:cNvPr id="139" name="Google Shape;139;p16"/>
          <p:cNvSpPr/>
          <p:nvPr/>
        </p:nvSpPr>
        <p:spPr>
          <a:xfrm>
            <a:off x="185700" y="4624425"/>
            <a:ext cx="8740200" cy="495600"/>
          </a:xfrm>
          <a:prstGeom prst="rect">
            <a:avLst/>
          </a:prstGeom>
          <a:solidFill>
            <a:schemeClr val="lt1"/>
          </a:solidFill>
          <a:ln cap="flat" cmpd="sng" w="19050">
            <a:solidFill>
              <a:srgbClr val="0B5394"/>
            </a:solidFill>
            <a:prstDash val="dash"/>
            <a:round/>
            <a:headEnd len="sm" w="sm" type="none"/>
            <a:tailEnd len="sm" w="sm" type="none"/>
          </a:ln>
        </p:spPr>
        <p:txBody>
          <a:bodyPr anchorCtr="0" anchor="ctr" bIns="45725" lIns="45725" spcFirstLastPara="1" rIns="45725" wrap="square" tIns="45725">
            <a:noAutofit/>
          </a:bodyPr>
          <a:lstStyle/>
          <a:p>
            <a:pPr indent="0" lvl="0" marL="0" marR="0" rtl="0" algn="ctr">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Calibri"/>
              <a:ea typeface="Calibri"/>
              <a:cs typeface="Calibri"/>
              <a:sym typeface="Calibri"/>
            </a:endParaRPr>
          </a:p>
        </p:txBody>
      </p:sp>
      <p:sp>
        <p:nvSpPr>
          <p:cNvPr id="140" name="Google Shape;140;p16"/>
          <p:cNvSpPr txBox="1"/>
          <p:nvPr/>
        </p:nvSpPr>
        <p:spPr>
          <a:xfrm>
            <a:off x="266522" y="4756442"/>
            <a:ext cx="759000" cy="277200"/>
          </a:xfrm>
          <a:prstGeom prst="rect">
            <a:avLst/>
          </a:prstGeom>
          <a:noFill/>
          <a:ln>
            <a:noFill/>
          </a:ln>
        </p:spPr>
        <p:txBody>
          <a:bodyPr anchorCtr="0" anchor="t" bIns="45725" lIns="45725" spcFirstLastPara="1" rIns="45725" wrap="square" tIns="45725">
            <a:spAutoFit/>
          </a:bodyPr>
          <a:lstStyle/>
          <a:p>
            <a:pPr indent="0" lvl="0" marL="0" marR="0" rtl="0" algn="l">
              <a:lnSpc>
                <a:spcPct val="100000"/>
              </a:lnSpc>
              <a:spcBef>
                <a:spcPts val="0"/>
              </a:spcBef>
              <a:spcAft>
                <a:spcPts val="0"/>
              </a:spcAft>
              <a:buClr>
                <a:srgbClr val="000000"/>
              </a:buClr>
              <a:buSzPts val="1200"/>
              <a:buFont typeface="Arial"/>
              <a:buNone/>
            </a:pPr>
            <a:r>
              <a:rPr b="1" i="0" lang="en" sz="1200" u="none" cap="none" strike="noStrike">
                <a:solidFill>
                  <a:srgbClr val="1D5A9C"/>
                </a:solidFill>
                <a:latin typeface="Nunito"/>
                <a:ea typeface="Nunito"/>
                <a:cs typeface="Nunito"/>
                <a:sym typeface="Nunito"/>
              </a:rPr>
              <a:t>LLMOps</a:t>
            </a:r>
            <a:endParaRPr b="1" i="0" sz="1200" u="none" cap="none" strike="noStrike">
              <a:solidFill>
                <a:srgbClr val="1D5A9C"/>
              </a:solidFill>
              <a:latin typeface="Nunito"/>
              <a:ea typeface="Nunito"/>
              <a:cs typeface="Nunito"/>
              <a:sym typeface="Nunito"/>
            </a:endParaRPr>
          </a:p>
        </p:txBody>
      </p:sp>
      <p:sp>
        <p:nvSpPr>
          <p:cNvPr id="141" name="Google Shape;141;p16"/>
          <p:cNvSpPr txBox="1"/>
          <p:nvPr/>
        </p:nvSpPr>
        <p:spPr>
          <a:xfrm>
            <a:off x="1028372" y="4697225"/>
            <a:ext cx="1048200" cy="360000"/>
          </a:xfrm>
          <a:prstGeom prst="rect">
            <a:avLst/>
          </a:prstGeom>
          <a:solidFill>
            <a:srgbClr val="EBF7FF"/>
          </a:solidFill>
          <a:ln cap="flat" cmpd="sng" w="9525">
            <a:solidFill>
              <a:srgbClr val="EBF7FF"/>
            </a:solidFill>
            <a:prstDash val="dash"/>
            <a:round/>
            <a:headEnd len="sm" w="sm" type="none"/>
            <a:tailEnd len="sm" w="sm" type="none"/>
          </a:ln>
        </p:spPr>
        <p:txBody>
          <a:bodyPr anchorCtr="0" anchor="t" bIns="45725" lIns="45725" spcFirstLastPara="1" rIns="45725" wrap="square" tIns="45725">
            <a:noAutofit/>
          </a:bodyPr>
          <a:lstStyle/>
          <a:p>
            <a:pPr indent="0" lvl="0" marL="0" marR="0" rtl="0" algn="r">
              <a:lnSpc>
                <a:spcPct val="100000"/>
              </a:lnSpc>
              <a:spcBef>
                <a:spcPts val="0"/>
              </a:spcBef>
              <a:spcAft>
                <a:spcPts val="0"/>
              </a:spcAft>
              <a:buClr>
                <a:schemeClr val="dk1"/>
              </a:buClr>
              <a:buSzPts val="600"/>
              <a:buFont typeface="Arial"/>
              <a:buNone/>
            </a:pPr>
            <a:r>
              <a:rPr b="0" i="0" lang="en" sz="900" u="none" cap="none" strike="noStrike">
                <a:solidFill>
                  <a:srgbClr val="1C3B3B"/>
                </a:solidFill>
                <a:latin typeface="Nunito"/>
                <a:ea typeface="Nunito"/>
                <a:cs typeface="Nunito"/>
                <a:sym typeface="Nunito"/>
              </a:rPr>
              <a:t> Testing and </a:t>
            </a:r>
            <a:endParaRPr b="0" i="0" sz="900" u="none" cap="none" strike="noStrike">
              <a:solidFill>
                <a:srgbClr val="1C3B3B"/>
              </a:solidFill>
              <a:latin typeface="Nunito"/>
              <a:ea typeface="Nunito"/>
              <a:cs typeface="Nunito"/>
              <a:sym typeface="Nunito"/>
            </a:endParaRPr>
          </a:p>
          <a:p>
            <a:pPr indent="0" lvl="0" marL="0" marR="0" rtl="0" algn="r">
              <a:lnSpc>
                <a:spcPct val="100000"/>
              </a:lnSpc>
              <a:spcBef>
                <a:spcPts val="0"/>
              </a:spcBef>
              <a:spcAft>
                <a:spcPts val="0"/>
              </a:spcAft>
              <a:buClr>
                <a:schemeClr val="dk1"/>
              </a:buClr>
              <a:buSzPts val="600"/>
              <a:buFont typeface="Arial"/>
              <a:buNone/>
            </a:pPr>
            <a:r>
              <a:rPr b="0" i="0" lang="en" sz="900" u="none" cap="none" strike="noStrike">
                <a:solidFill>
                  <a:srgbClr val="1C3B3B"/>
                </a:solidFill>
                <a:latin typeface="Nunito"/>
                <a:ea typeface="Nunito"/>
                <a:cs typeface="Nunito"/>
                <a:sym typeface="Nunito"/>
              </a:rPr>
              <a:t>            Evaluation</a:t>
            </a:r>
            <a:endParaRPr b="0" i="0" sz="900" u="none" cap="none" strike="noStrike">
              <a:solidFill>
                <a:srgbClr val="1D5A9C"/>
              </a:solidFill>
              <a:latin typeface="Nunito"/>
              <a:ea typeface="Nunito"/>
              <a:cs typeface="Nunito"/>
              <a:sym typeface="Nunito"/>
            </a:endParaRPr>
          </a:p>
        </p:txBody>
      </p:sp>
      <p:sp>
        <p:nvSpPr>
          <p:cNvPr id="142" name="Google Shape;142;p16"/>
          <p:cNvSpPr txBox="1"/>
          <p:nvPr/>
        </p:nvSpPr>
        <p:spPr>
          <a:xfrm>
            <a:off x="2317747" y="4708175"/>
            <a:ext cx="1048200" cy="336900"/>
          </a:xfrm>
          <a:prstGeom prst="rect">
            <a:avLst/>
          </a:prstGeom>
          <a:solidFill>
            <a:srgbClr val="EBF7FF"/>
          </a:solidFill>
          <a:ln cap="flat" cmpd="sng" w="9525">
            <a:solidFill>
              <a:srgbClr val="EBF7FF"/>
            </a:solidFill>
            <a:prstDash val="dash"/>
            <a:round/>
            <a:headEnd len="sm" w="sm" type="none"/>
            <a:tailEnd len="sm" w="sm" type="none"/>
          </a:ln>
        </p:spPr>
        <p:txBody>
          <a:bodyPr anchorCtr="0" anchor="t" bIns="45725" lIns="45725" spcFirstLastPara="1" rIns="45725" wrap="square" tIns="45725">
            <a:noAutofit/>
          </a:bodyPr>
          <a:lstStyle/>
          <a:p>
            <a:pPr indent="0" lvl="0" marL="0" marR="0" rtl="0" algn="r">
              <a:lnSpc>
                <a:spcPct val="100000"/>
              </a:lnSpc>
              <a:spcBef>
                <a:spcPts val="0"/>
              </a:spcBef>
              <a:spcAft>
                <a:spcPts val="0"/>
              </a:spcAft>
              <a:buClr>
                <a:srgbClr val="000000"/>
              </a:buClr>
              <a:buSzPts val="900"/>
              <a:buFont typeface="Arial"/>
              <a:buNone/>
            </a:pPr>
            <a:r>
              <a:rPr b="0" i="0" lang="en" sz="900" u="none" cap="none" strike="noStrike">
                <a:solidFill>
                  <a:srgbClr val="1C3B3B"/>
                </a:solidFill>
                <a:highlight>
                  <a:srgbClr val="F8F7FF"/>
                </a:highlight>
                <a:latin typeface="Nunito"/>
                <a:ea typeface="Nunito"/>
                <a:cs typeface="Nunito"/>
                <a:sym typeface="Nunito"/>
              </a:rPr>
              <a:t>     </a:t>
            </a:r>
            <a:r>
              <a:rPr b="0" i="0" lang="en" sz="900" u="none" cap="none" strike="noStrike">
                <a:solidFill>
                  <a:srgbClr val="1C3B3B"/>
                </a:solidFill>
                <a:latin typeface="Nunito"/>
                <a:ea typeface="Nunito"/>
                <a:cs typeface="Nunito"/>
                <a:sym typeface="Nunito"/>
              </a:rPr>
              <a:t>Debugging </a:t>
            </a:r>
            <a:endParaRPr b="0" i="0" sz="900" u="none" cap="none" strike="noStrike">
              <a:solidFill>
                <a:srgbClr val="1C3B3B"/>
              </a:solidFill>
              <a:latin typeface="Nunito"/>
              <a:ea typeface="Nunito"/>
              <a:cs typeface="Nunito"/>
              <a:sym typeface="Nunito"/>
            </a:endParaRPr>
          </a:p>
          <a:p>
            <a:pPr indent="0" lvl="0" marL="0" marR="0" rtl="0" algn="r">
              <a:lnSpc>
                <a:spcPct val="100000"/>
              </a:lnSpc>
              <a:spcBef>
                <a:spcPts val="0"/>
              </a:spcBef>
              <a:spcAft>
                <a:spcPts val="0"/>
              </a:spcAft>
              <a:buClr>
                <a:schemeClr val="dk1"/>
              </a:buClr>
              <a:buSzPts val="600"/>
              <a:buFont typeface="Arial"/>
              <a:buNone/>
            </a:pPr>
            <a:r>
              <a:rPr b="0" i="0" lang="en" sz="900" u="none" cap="none" strike="noStrike">
                <a:solidFill>
                  <a:srgbClr val="1C3B3B"/>
                </a:solidFill>
                <a:latin typeface="Nunito"/>
                <a:ea typeface="Nunito"/>
                <a:cs typeface="Nunito"/>
                <a:sym typeface="Nunito"/>
              </a:rPr>
              <a:t>             Traces</a:t>
            </a:r>
            <a:endParaRPr b="0" i="0" sz="900" u="none" cap="none" strike="noStrike">
              <a:solidFill>
                <a:schemeClr val="dk2"/>
              </a:solidFill>
              <a:latin typeface="Nunito"/>
              <a:ea typeface="Nunito"/>
              <a:cs typeface="Nunito"/>
              <a:sym typeface="Nunito"/>
            </a:endParaRPr>
          </a:p>
        </p:txBody>
      </p:sp>
      <p:sp>
        <p:nvSpPr>
          <p:cNvPr id="143" name="Google Shape;143;p16"/>
          <p:cNvSpPr txBox="1"/>
          <p:nvPr/>
        </p:nvSpPr>
        <p:spPr>
          <a:xfrm>
            <a:off x="3558072" y="4704066"/>
            <a:ext cx="1226400" cy="360000"/>
          </a:xfrm>
          <a:prstGeom prst="rect">
            <a:avLst/>
          </a:prstGeom>
          <a:solidFill>
            <a:srgbClr val="EBF7FF"/>
          </a:solidFill>
          <a:ln cap="flat" cmpd="sng" w="9525">
            <a:solidFill>
              <a:srgbClr val="EBF7FF"/>
            </a:solidFill>
            <a:prstDash val="dash"/>
            <a:round/>
            <a:headEnd len="sm" w="sm" type="none"/>
            <a:tailEnd len="sm" w="sm" type="none"/>
          </a:ln>
        </p:spPr>
        <p:txBody>
          <a:bodyPr anchorCtr="0" anchor="t" bIns="45725" lIns="45725" spcFirstLastPara="1" rIns="45725" wrap="square" tIns="45725">
            <a:noAutofit/>
          </a:bodyPr>
          <a:lstStyle/>
          <a:p>
            <a:pPr indent="0" lvl="0" marL="228600" marR="0" rtl="0" algn="l">
              <a:lnSpc>
                <a:spcPct val="100000"/>
              </a:lnSpc>
              <a:spcBef>
                <a:spcPts val="0"/>
              </a:spcBef>
              <a:spcAft>
                <a:spcPts val="0"/>
              </a:spcAft>
              <a:buClr>
                <a:srgbClr val="000000"/>
              </a:buClr>
              <a:buSzPts val="900"/>
              <a:buFont typeface="Arial"/>
              <a:buNone/>
            </a:pPr>
            <a:r>
              <a:rPr b="0" i="0" lang="en" sz="900" u="none" cap="none" strike="noStrike">
                <a:solidFill>
                  <a:srgbClr val="1C3B3B"/>
                </a:solidFill>
                <a:highlight>
                  <a:srgbClr val="F8F7FF"/>
                </a:highlight>
                <a:latin typeface="Nunito"/>
                <a:ea typeface="Nunito"/>
                <a:cs typeface="Nunito"/>
                <a:sym typeface="Nunito"/>
              </a:rPr>
              <a:t>    </a:t>
            </a:r>
            <a:r>
              <a:rPr b="0" i="0" lang="en" sz="900" u="none" cap="none" strike="noStrike">
                <a:solidFill>
                  <a:srgbClr val="1C3B3B"/>
                </a:solidFill>
                <a:latin typeface="Nunito"/>
                <a:ea typeface="Nunito"/>
                <a:cs typeface="Nunito"/>
                <a:sym typeface="Nunito"/>
              </a:rPr>
              <a:t>Prompt </a:t>
            </a:r>
            <a:endParaRPr b="0" i="0" sz="900" u="none" cap="none" strike="noStrike">
              <a:solidFill>
                <a:srgbClr val="1C3B3B"/>
              </a:solidFill>
              <a:latin typeface="Nunito"/>
              <a:ea typeface="Nunito"/>
              <a:cs typeface="Nunito"/>
              <a:sym typeface="Nunito"/>
            </a:endParaRPr>
          </a:p>
          <a:p>
            <a:pPr indent="0" lvl="0" marL="228600" marR="0" rtl="0" algn="l">
              <a:lnSpc>
                <a:spcPct val="100000"/>
              </a:lnSpc>
              <a:spcBef>
                <a:spcPts val="0"/>
              </a:spcBef>
              <a:spcAft>
                <a:spcPts val="0"/>
              </a:spcAft>
              <a:buClr>
                <a:srgbClr val="000000"/>
              </a:buClr>
              <a:buSzPts val="900"/>
              <a:buFont typeface="Arial"/>
              <a:buNone/>
            </a:pPr>
            <a:r>
              <a:rPr b="0" i="0" lang="en" sz="900" u="none" cap="none" strike="noStrike">
                <a:solidFill>
                  <a:srgbClr val="1C3B3B"/>
                </a:solidFill>
                <a:latin typeface="Nunito"/>
                <a:ea typeface="Nunito"/>
                <a:cs typeface="Nunito"/>
                <a:sym typeface="Nunito"/>
              </a:rPr>
              <a:t>    Management</a:t>
            </a:r>
            <a:r>
              <a:rPr b="0" i="0" lang="en" sz="900" u="none" cap="none" strike="noStrike">
                <a:solidFill>
                  <a:srgbClr val="1C3B3B"/>
                </a:solidFill>
                <a:highlight>
                  <a:srgbClr val="F8F7FF"/>
                </a:highlight>
                <a:latin typeface="Nunito"/>
                <a:ea typeface="Nunito"/>
                <a:cs typeface="Nunito"/>
                <a:sym typeface="Nunito"/>
              </a:rPr>
              <a:t> </a:t>
            </a:r>
            <a:endParaRPr b="0" i="0" sz="900" u="none" cap="none" strike="noStrike">
              <a:solidFill>
                <a:srgbClr val="1C3B3B"/>
              </a:solidFill>
              <a:highlight>
                <a:srgbClr val="F8F7FF"/>
              </a:highlight>
              <a:latin typeface="Nunito"/>
              <a:ea typeface="Nunito"/>
              <a:cs typeface="Nunito"/>
              <a:sym typeface="Nunito"/>
            </a:endParaRPr>
          </a:p>
        </p:txBody>
      </p:sp>
      <p:pic>
        <p:nvPicPr>
          <p:cNvPr id="144" name="Google Shape;144;p16"/>
          <p:cNvPicPr preferRelativeResize="0"/>
          <p:nvPr/>
        </p:nvPicPr>
        <p:blipFill rotWithShape="1">
          <a:blip r:embed="rId21">
            <a:alphaModFix/>
          </a:blip>
          <a:srcRect b="0" l="0" r="0" t="0"/>
          <a:stretch/>
        </p:blipFill>
        <p:spPr>
          <a:xfrm>
            <a:off x="8100500" y="4767713"/>
            <a:ext cx="687599" cy="196471"/>
          </a:xfrm>
          <a:prstGeom prst="rect">
            <a:avLst/>
          </a:prstGeom>
          <a:noFill/>
          <a:ln>
            <a:noFill/>
          </a:ln>
        </p:spPr>
      </p:pic>
      <p:pic>
        <p:nvPicPr>
          <p:cNvPr id="145" name="Google Shape;145;p16"/>
          <p:cNvPicPr preferRelativeResize="0"/>
          <p:nvPr/>
        </p:nvPicPr>
        <p:blipFill rotWithShape="1">
          <a:blip r:embed="rId22">
            <a:alphaModFix/>
          </a:blip>
          <a:srcRect b="0" l="0" r="0" t="0"/>
          <a:stretch/>
        </p:blipFill>
        <p:spPr>
          <a:xfrm>
            <a:off x="6799943" y="4760417"/>
            <a:ext cx="569399" cy="211068"/>
          </a:xfrm>
          <a:prstGeom prst="rect">
            <a:avLst/>
          </a:prstGeom>
          <a:noFill/>
          <a:ln>
            <a:noFill/>
          </a:ln>
        </p:spPr>
      </p:pic>
      <p:pic>
        <p:nvPicPr>
          <p:cNvPr id="146" name="Google Shape;146;p16"/>
          <p:cNvPicPr preferRelativeResize="0"/>
          <p:nvPr/>
        </p:nvPicPr>
        <p:blipFill rotWithShape="1">
          <a:blip r:embed="rId23">
            <a:alphaModFix/>
          </a:blip>
          <a:srcRect b="0" l="0" r="0" t="0"/>
          <a:stretch/>
        </p:blipFill>
        <p:spPr>
          <a:xfrm>
            <a:off x="6040215" y="4790215"/>
            <a:ext cx="687600" cy="151452"/>
          </a:xfrm>
          <a:prstGeom prst="rect">
            <a:avLst/>
          </a:prstGeom>
          <a:solidFill>
            <a:schemeClr val="lt1"/>
          </a:solidFill>
          <a:ln>
            <a:noFill/>
          </a:ln>
        </p:spPr>
      </p:pic>
      <p:pic>
        <p:nvPicPr>
          <p:cNvPr id="147" name="Google Shape;147;p16"/>
          <p:cNvPicPr preferRelativeResize="0"/>
          <p:nvPr/>
        </p:nvPicPr>
        <p:blipFill rotWithShape="1">
          <a:blip r:embed="rId24">
            <a:alphaModFix/>
          </a:blip>
          <a:srcRect b="0" l="0" r="0" t="0"/>
          <a:stretch/>
        </p:blipFill>
        <p:spPr>
          <a:xfrm>
            <a:off x="3649985" y="4750837"/>
            <a:ext cx="274950" cy="274950"/>
          </a:xfrm>
          <a:prstGeom prst="rect">
            <a:avLst/>
          </a:prstGeom>
          <a:noFill/>
          <a:ln>
            <a:noFill/>
          </a:ln>
        </p:spPr>
      </p:pic>
      <p:pic>
        <p:nvPicPr>
          <p:cNvPr id="148" name="Google Shape;148;p16"/>
          <p:cNvPicPr preferRelativeResize="0"/>
          <p:nvPr/>
        </p:nvPicPr>
        <p:blipFill rotWithShape="1">
          <a:blip r:embed="rId25">
            <a:alphaModFix/>
          </a:blip>
          <a:srcRect b="0" l="0" r="0" t="0"/>
          <a:stretch/>
        </p:blipFill>
        <p:spPr>
          <a:xfrm>
            <a:off x="2449240" y="4729716"/>
            <a:ext cx="274950" cy="274950"/>
          </a:xfrm>
          <a:prstGeom prst="rect">
            <a:avLst/>
          </a:prstGeom>
          <a:noFill/>
          <a:ln>
            <a:noFill/>
          </a:ln>
        </p:spPr>
      </p:pic>
      <p:sp>
        <p:nvSpPr>
          <p:cNvPr id="149" name="Google Shape;149;p16"/>
          <p:cNvSpPr txBox="1"/>
          <p:nvPr/>
        </p:nvSpPr>
        <p:spPr>
          <a:xfrm>
            <a:off x="4888238" y="4687200"/>
            <a:ext cx="1048200" cy="360000"/>
          </a:xfrm>
          <a:prstGeom prst="rect">
            <a:avLst/>
          </a:prstGeom>
          <a:solidFill>
            <a:srgbClr val="EBF7FF"/>
          </a:solidFill>
          <a:ln cap="flat" cmpd="sng" w="9525">
            <a:solidFill>
              <a:srgbClr val="EBF7FF"/>
            </a:solidFill>
            <a:prstDash val="dash"/>
            <a:round/>
            <a:headEnd len="sm" w="sm" type="none"/>
            <a:tailEnd len="sm" w="sm" type="none"/>
          </a:ln>
        </p:spPr>
        <p:txBody>
          <a:bodyPr anchorCtr="0" anchor="ctr" bIns="45725" lIns="45725" spcFirstLastPara="1" rIns="45725" wrap="square" tIns="45725">
            <a:noAutofit/>
          </a:bodyPr>
          <a:lstStyle/>
          <a:p>
            <a:pPr indent="0" lvl="0" marL="0" marR="0" rtl="0" algn="r">
              <a:lnSpc>
                <a:spcPct val="100000"/>
              </a:lnSpc>
              <a:spcBef>
                <a:spcPts val="0"/>
              </a:spcBef>
              <a:spcAft>
                <a:spcPts val="0"/>
              </a:spcAft>
              <a:buClr>
                <a:srgbClr val="000000"/>
              </a:buClr>
              <a:buSzPts val="900"/>
              <a:buFont typeface="Arial"/>
              <a:buNone/>
            </a:pPr>
            <a:r>
              <a:rPr b="0" i="0" lang="en" sz="900" u="none" cap="none" strike="noStrike">
                <a:solidFill>
                  <a:schemeClr val="dk1"/>
                </a:solidFill>
                <a:latin typeface="Nunito"/>
                <a:ea typeface="Nunito"/>
                <a:cs typeface="Nunito"/>
                <a:sym typeface="Nunito"/>
              </a:rPr>
              <a:t>          Monitoring</a:t>
            </a:r>
            <a:endParaRPr b="0" i="0" sz="900" u="none" cap="none" strike="noStrike">
              <a:solidFill>
                <a:schemeClr val="dk1"/>
              </a:solidFill>
              <a:latin typeface="Nunito"/>
              <a:ea typeface="Nunito"/>
              <a:cs typeface="Nunito"/>
              <a:sym typeface="Nunito"/>
            </a:endParaRPr>
          </a:p>
        </p:txBody>
      </p:sp>
      <p:pic>
        <p:nvPicPr>
          <p:cNvPr id="150" name="Google Shape;150;p16"/>
          <p:cNvPicPr preferRelativeResize="0"/>
          <p:nvPr/>
        </p:nvPicPr>
        <p:blipFill rotWithShape="1">
          <a:blip r:embed="rId26">
            <a:alphaModFix/>
          </a:blip>
          <a:srcRect b="0" l="0" r="0" t="0"/>
          <a:stretch/>
        </p:blipFill>
        <p:spPr>
          <a:xfrm>
            <a:off x="1028371" y="4743497"/>
            <a:ext cx="255295" cy="274950"/>
          </a:xfrm>
          <a:prstGeom prst="rect">
            <a:avLst/>
          </a:prstGeom>
          <a:noFill/>
          <a:ln>
            <a:noFill/>
          </a:ln>
        </p:spPr>
      </p:pic>
      <p:pic>
        <p:nvPicPr>
          <p:cNvPr id="151" name="Google Shape;151;p16"/>
          <p:cNvPicPr preferRelativeResize="0"/>
          <p:nvPr/>
        </p:nvPicPr>
        <p:blipFill rotWithShape="1">
          <a:blip r:embed="rId27">
            <a:alphaModFix/>
          </a:blip>
          <a:srcRect b="0" l="0" r="0" t="0"/>
          <a:stretch/>
        </p:blipFill>
        <p:spPr>
          <a:xfrm>
            <a:off x="4945482" y="4729720"/>
            <a:ext cx="274950" cy="274975"/>
          </a:xfrm>
          <a:prstGeom prst="rect">
            <a:avLst/>
          </a:prstGeom>
          <a:noFill/>
          <a:ln>
            <a:noFill/>
          </a:ln>
          <a:effectLst>
            <a:outerShdw rotWithShape="0" algn="bl" dist="19050">
              <a:srgbClr val="000000">
                <a:alpha val="9020"/>
              </a:srgbClr>
            </a:outerShdw>
          </a:effectLst>
        </p:spPr>
      </p:pic>
      <p:pic>
        <p:nvPicPr>
          <p:cNvPr descr="Generated image" id="152" name="Google Shape;152;p16"/>
          <p:cNvPicPr preferRelativeResize="0"/>
          <p:nvPr/>
        </p:nvPicPr>
        <p:blipFill rotWithShape="1">
          <a:blip r:embed="rId28">
            <a:alphaModFix/>
          </a:blip>
          <a:srcRect b="18038" l="14590" r="12309" t="8781"/>
          <a:stretch/>
        </p:blipFill>
        <p:spPr>
          <a:xfrm>
            <a:off x="3459545" y="2191758"/>
            <a:ext cx="465577" cy="499149"/>
          </a:xfrm>
          <a:prstGeom prst="rect">
            <a:avLst/>
          </a:prstGeom>
          <a:noFill/>
          <a:ln>
            <a:noFill/>
          </a:ln>
        </p:spPr>
      </p:pic>
      <p:sp>
        <p:nvSpPr>
          <p:cNvPr id="153" name="Google Shape;153;p16"/>
          <p:cNvSpPr/>
          <p:nvPr/>
        </p:nvSpPr>
        <p:spPr>
          <a:xfrm>
            <a:off x="3393257" y="3342065"/>
            <a:ext cx="490500" cy="230100"/>
          </a:xfrm>
          <a:prstGeom prst="ellipse">
            <a:avLst/>
          </a:prstGeom>
          <a:noFill/>
          <a:ln cap="flat" cmpd="sng" w="8800">
            <a:solidFill>
              <a:srgbClr val="0B5394"/>
            </a:solidFill>
            <a:prstDash val="solid"/>
            <a:round/>
            <a:headEnd len="sm" w="sm" type="none"/>
            <a:tailEnd len="sm" w="sm" type="none"/>
          </a:ln>
        </p:spPr>
        <p:txBody>
          <a:bodyPr anchorCtr="0" anchor="ctr" bIns="84550" lIns="84550" spcFirstLastPara="1" rIns="84550" wrap="square" tIns="84550">
            <a:noAutofit/>
          </a:bodyPr>
          <a:lstStyle/>
          <a:p>
            <a:pPr indent="0" lvl="1" marL="0" marR="0" rtl="0" algn="ctr">
              <a:lnSpc>
                <a:spcPct val="100000"/>
              </a:lnSpc>
              <a:spcBef>
                <a:spcPts val="0"/>
              </a:spcBef>
              <a:spcAft>
                <a:spcPts val="0"/>
              </a:spcAft>
              <a:buClr>
                <a:schemeClr val="dk1"/>
              </a:buClr>
              <a:buSzPts val="647"/>
              <a:buFont typeface="Arial"/>
              <a:buNone/>
            </a:pPr>
            <a:r>
              <a:rPr b="1" i="0" lang="en" sz="647" u="none" cap="none" strike="noStrike">
                <a:solidFill>
                  <a:schemeClr val="dk1"/>
                </a:solidFill>
                <a:latin typeface="Nunito"/>
                <a:ea typeface="Nunito"/>
                <a:cs typeface="Nunito"/>
                <a:sym typeface="Nunito"/>
              </a:rPr>
              <a:t>SOP</a:t>
            </a:r>
            <a:endParaRPr b="1" i="0" sz="647" u="none" cap="none" strike="noStrike">
              <a:solidFill>
                <a:schemeClr val="dk1"/>
              </a:solidFill>
              <a:latin typeface="Nunito"/>
              <a:ea typeface="Nunito"/>
              <a:cs typeface="Nunito"/>
              <a:sym typeface="Nunito"/>
            </a:endParaRPr>
          </a:p>
        </p:txBody>
      </p:sp>
      <p:sp>
        <p:nvSpPr>
          <p:cNvPr id="154" name="Google Shape;154;p16"/>
          <p:cNvSpPr/>
          <p:nvPr/>
        </p:nvSpPr>
        <p:spPr>
          <a:xfrm>
            <a:off x="3890867" y="3339001"/>
            <a:ext cx="438600" cy="243900"/>
          </a:xfrm>
          <a:prstGeom prst="ellipse">
            <a:avLst/>
          </a:prstGeom>
          <a:noFill/>
          <a:ln cap="flat" cmpd="sng" w="8800">
            <a:solidFill>
              <a:srgbClr val="0B5394"/>
            </a:solidFill>
            <a:prstDash val="solid"/>
            <a:round/>
            <a:headEnd len="sm" w="sm" type="none"/>
            <a:tailEnd len="sm" w="sm" type="none"/>
          </a:ln>
        </p:spPr>
        <p:txBody>
          <a:bodyPr anchorCtr="0" anchor="ctr" bIns="84550" lIns="84550" spcFirstLastPara="1" rIns="84550" wrap="square" tIns="84550">
            <a:noAutofit/>
          </a:bodyPr>
          <a:lstStyle/>
          <a:p>
            <a:pPr indent="0" lvl="1" marL="0" marR="0" rtl="0" algn="ctr">
              <a:lnSpc>
                <a:spcPct val="100000"/>
              </a:lnSpc>
              <a:spcBef>
                <a:spcPts val="0"/>
              </a:spcBef>
              <a:spcAft>
                <a:spcPts val="0"/>
              </a:spcAft>
              <a:buClr>
                <a:schemeClr val="dk1"/>
              </a:buClr>
              <a:buSzPts val="647"/>
              <a:buFont typeface="Arial"/>
              <a:buNone/>
            </a:pPr>
            <a:r>
              <a:rPr b="1" i="0" lang="en" sz="647" u="none" cap="none" strike="noStrike">
                <a:solidFill>
                  <a:schemeClr val="dk1"/>
                </a:solidFill>
                <a:latin typeface="Nunito"/>
                <a:ea typeface="Nunito"/>
                <a:cs typeface="Nunito"/>
                <a:sym typeface="Nunito"/>
              </a:rPr>
              <a:t>QA</a:t>
            </a:r>
            <a:endParaRPr b="1" i="0" sz="647" u="none" cap="none" strike="noStrike">
              <a:solidFill>
                <a:schemeClr val="dk1"/>
              </a:solidFill>
              <a:latin typeface="Nunito"/>
              <a:ea typeface="Nunito"/>
              <a:cs typeface="Nunito"/>
              <a:sym typeface="Nunito"/>
            </a:endParaRPr>
          </a:p>
        </p:txBody>
      </p:sp>
      <p:sp>
        <p:nvSpPr>
          <p:cNvPr id="155" name="Google Shape;155;p16"/>
          <p:cNvSpPr/>
          <p:nvPr/>
        </p:nvSpPr>
        <p:spPr>
          <a:xfrm>
            <a:off x="4348974" y="3339001"/>
            <a:ext cx="484200" cy="243900"/>
          </a:xfrm>
          <a:prstGeom prst="ellipse">
            <a:avLst/>
          </a:prstGeom>
          <a:noFill/>
          <a:ln cap="flat" cmpd="sng" w="8800">
            <a:solidFill>
              <a:srgbClr val="0B5394"/>
            </a:solidFill>
            <a:prstDash val="solid"/>
            <a:round/>
            <a:headEnd len="sm" w="sm" type="none"/>
            <a:tailEnd len="sm" w="sm" type="none"/>
          </a:ln>
        </p:spPr>
        <p:txBody>
          <a:bodyPr anchorCtr="0" anchor="ctr" bIns="84550" lIns="84550" spcFirstLastPara="1" rIns="84550" wrap="square" tIns="84550">
            <a:noAutofit/>
          </a:bodyPr>
          <a:lstStyle/>
          <a:p>
            <a:pPr indent="0" lvl="1" marL="0" marR="0" rtl="0" algn="ctr">
              <a:lnSpc>
                <a:spcPct val="100000"/>
              </a:lnSpc>
              <a:spcBef>
                <a:spcPts val="0"/>
              </a:spcBef>
              <a:spcAft>
                <a:spcPts val="0"/>
              </a:spcAft>
              <a:buClr>
                <a:schemeClr val="dk1"/>
              </a:buClr>
              <a:buSzPts val="647"/>
              <a:buFont typeface="Arial"/>
              <a:buNone/>
            </a:pPr>
            <a:r>
              <a:rPr b="1" i="0" lang="en" sz="647" u="none" cap="none" strike="noStrike">
                <a:solidFill>
                  <a:schemeClr val="dk1"/>
                </a:solidFill>
                <a:latin typeface="Nunito"/>
                <a:ea typeface="Nunito"/>
                <a:cs typeface="Nunito"/>
                <a:sym typeface="Nunito"/>
              </a:rPr>
              <a:t>ERP</a:t>
            </a:r>
            <a:endParaRPr b="1" i="0" sz="647" u="none" cap="none" strike="noStrike">
              <a:solidFill>
                <a:schemeClr val="dk1"/>
              </a:solidFill>
              <a:latin typeface="Nunito"/>
              <a:ea typeface="Nunito"/>
              <a:cs typeface="Nunito"/>
              <a:sym typeface="Nunito"/>
            </a:endParaRPr>
          </a:p>
        </p:txBody>
      </p:sp>
      <p:sp>
        <p:nvSpPr>
          <p:cNvPr id="156" name="Google Shape;156;p16"/>
          <p:cNvSpPr/>
          <p:nvPr/>
        </p:nvSpPr>
        <p:spPr>
          <a:xfrm>
            <a:off x="4852584" y="3334146"/>
            <a:ext cx="464100" cy="243900"/>
          </a:xfrm>
          <a:prstGeom prst="ellipse">
            <a:avLst/>
          </a:prstGeom>
          <a:noFill/>
          <a:ln cap="flat" cmpd="sng" w="8800">
            <a:solidFill>
              <a:srgbClr val="0B5394"/>
            </a:solidFill>
            <a:prstDash val="solid"/>
            <a:round/>
            <a:headEnd len="sm" w="sm" type="none"/>
            <a:tailEnd len="sm" w="sm" type="none"/>
          </a:ln>
        </p:spPr>
        <p:txBody>
          <a:bodyPr anchorCtr="0" anchor="ctr" bIns="84550" lIns="84550" spcFirstLastPara="1" rIns="84550" wrap="square" tIns="84550">
            <a:noAutofit/>
          </a:bodyPr>
          <a:lstStyle/>
          <a:p>
            <a:pPr indent="0" lvl="1" marL="0" marR="0" rtl="0" algn="ctr">
              <a:lnSpc>
                <a:spcPct val="100000"/>
              </a:lnSpc>
              <a:spcBef>
                <a:spcPts val="0"/>
              </a:spcBef>
              <a:spcAft>
                <a:spcPts val="0"/>
              </a:spcAft>
              <a:buClr>
                <a:schemeClr val="dk1"/>
              </a:buClr>
              <a:buSzPts val="647"/>
              <a:buFont typeface="Arial"/>
              <a:buNone/>
            </a:pPr>
            <a:r>
              <a:rPr b="1" i="0" lang="en" sz="647" u="none" cap="none" strike="noStrike">
                <a:solidFill>
                  <a:schemeClr val="dk1"/>
                </a:solidFill>
                <a:latin typeface="Nunito"/>
                <a:ea typeface="Nunito"/>
                <a:cs typeface="Nunito"/>
                <a:sym typeface="Nunito"/>
              </a:rPr>
              <a:t>HR</a:t>
            </a:r>
            <a:endParaRPr b="1" i="0" sz="647" u="none" cap="none" strike="noStrike">
              <a:solidFill>
                <a:schemeClr val="dk1"/>
              </a:solidFill>
              <a:latin typeface="Nunito"/>
              <a:ea typeface="Nunito"/>
              <a:cs typeface="Nunito"/>
              <a:sym typeface="Nunito"/>
            </a:endParaRPr>
          </a:p>
        </p:txBody>
      </p:sp>
      <p:sp>
        <p:nvSpPr>
          <p:cNvPr id="157" name="Google Shape;157;p16"/>
          <p:cNvSpPr/>
          <p:nvPr/>
        </p:nvSpPr>
        <p:spPr>
          <a:xfrm>
            <a:off x="3946173" y="3592693"/>
            <a:ext cx="702000" cy="243900"/>
          </a:xfrm>
          <a:prstGeom prst="ellipse">
            <a:avLst/>
          </a:prstGeom>
          <a:noFill/>
          <a:ln cap="flat" cmpd="sng" w="8800">
            <a:solidFill>
              <a:srgbClr val="0B5394"/>
            </a:solidFill>
            <a:prstDash val="solid"/>
            <a:round/>
            <a:headEnd len="sm" w="sm" type="none"/>
            <a:tailEnd len="sm" w="sm" type="none"/>
          </a:ln>
        </p:spPr>
        <p:txBody>
          <a:bodyPr anchorCtr="0" anchor="ctr" bIns="84550" lIns="84550" spcFirstLastPara="1" rIns="84550" wrap="square" tIns="84550">
            <a:noAutofit/>
          </a:bodyPr>
          <a:lstStyle/>
          <a:p>
            <a:pPr indent="0" lvl="1" marL="0" marR="0" rtl="0" algn="ctr">
              <a:lnSpc>
                <a:spcPct val="100000"/>
              </a:lnSpc>
              <a:spcBef>
                <a:spcPts val="0"/>
              </a:spcBef>
              <a:spcAft>
                <a:spcPts val="0"/>
              </a:spcAft>
              <a:buClr>
                <a:schemeClr val="dk1"/>
              </a:buClr>
              <a:buSzPts val="647"/>
              <a:buFont typeface="Arial"/>
              <a:buNone/>
            </a:pPr>
            <a:r>
              <a:rPr b="1" i="0" lang="en" sz="647" u="none" cap="none" strike="noStrike">
                <a:solidFill>
                  <a:schemeClr val="dk1"/>
                </a:solidFill>
                <a:latin typeface="Nunito"/>
                <a:ea typeface="Nunito"/>
                <a:cs typeface="Nunito"/>
                <a:sym typeface="Nunito"/>
              </a:rPr>
              <a:t>Finance</a:t>
            </a:r>
            <a:endParaRPr b="1" i="0" sz="647" u="none" cap="none" strike="noStrike">
              <a:solidFill>
                <a:schemeClr val="dk1"/>
              </a:solidFill>
              <a:latin typeface="Nunito"/>
              <a:ea typeface="Nunito"/>
              <a:cs typeface="Nunito"/>
              <a:sym typeface="Nunito"/>
            </a:endParaRPr>
          </a:p>
        </p:txBody>
      </p:sp>
      <p:sp>
        <p:nvSpPr>
          <p:cNvPr id="158" name="Google Shape;158;p16"/>
          <p:cNvSpPr/>
          <p:nvPr/>
        </p:nvSpPr>
        <p:spPr>
          <a:xfrm>
            <a:off x="3388851" y="3613548"/>
            <a:ext cx="526500" cy="230100"/>
          </a:xfrm>
          <a:prstGeom prst="ellipse">
            <a:avLst/>
          </a:prstGeom>
          <a:noFill/>
          <a:ln cap="flat" cmpd="sng" w="8800">
            <a:solidFill>
              <a:srgbClr val="0B5394"/>
            </a:solidFill>
            <a:prstDash val="solid"/>
            <a:round/>
            <a:headEnd len="sm" w="sm" type="none"/>
            <a:tailEnd len="sm" w="sm" type="none"/>
          </a:ln>
        </p:spPr>
        <p:txBody>
          <a:bodyPr anchorCtr="0" anchor="ctr" bIns="84550" lIns="84550" spcFirstLastPara="1" rIns="84550" wrap="square" tIns="84550">
            <a:noAutofit/>
          </a:bodyPr>
          <a:lstStyle/>
          <a:p>
            <a:pPr indent="0" lvl="1" marL="0" marR="0" rtl="0" algn="ctr">
              <a:lnSpc>
                <a:spcPct val="100000"/>
              </a:lnSpc>
              <a:spcBef>
                <a:spcPts val="0"/>
              </a:spcBef>
              <a:spcAft>
                <a:spcPts val="0"/>
              </a:spcAft>
              <a:buClr>
                <a:schemeClr val="dk1"/>
              </a:buClr>
              <a:buSzPts val="647"/>
              <a:buFont typeface="Arial"/>
              <a:buNone/>
            </a:pPr>
            <a:r>
              <a:rPr b="1" i="0" lang="en" sz="647" u="none" cap="none" strike="noStrike">
                <a:solidFill>
                  <a:schemeClr val="dk1"/>
                </a:solidFill>
                <a:latin typeface="Nunito"/>
                <a:ea typeface="Nunito"/>
                <a:cs typeface="Nunito"/>
                <a:sym typeface="Nunito"/>
              </a:rPr>
              <a:t>CRM</a:t>
            </a:r>
            <a:endParaRPr b="1" i="0" sz="647" u="none" cap="none" strike="noStrike">
              <a:solidFill>
                <a:schemeClr val="dk1"/>
              </a:solidFill>
              <a:latin typeface="Nunito"/>
              <a:ea typeface="Nunito"/>
              <a:cs typeface="Nunito"/>
              <a:sym typeface="Nunito"/>
            </a:endParaRPr>
          </a:p>
        </p:txBody>
      </p:sp>
      <p:sp>
        <p:nvSpPr>
          <p:cNvPr id="159" name="Google Shape;159;p16"/>
          <p:cNvSpPr/>
          <p:nvPr/>
        </p:nvSpPr>
        <p:spPr>
          <a:xfrm>
            <a:off x="4678849" y="3600878"/>
            <a:ext cx="594600" cy="211500"/>
          </a:xfrm>
          <a:prstGeom prst="ellipse">
            <a:avLst/>
          </a:prstGeom>
          <a:noFill/>
          <a:ln cap="flat" cmpd="sng" w="8800">
            <a:solidFill>
              <a:srgbClr val="0B5394"/>
            </a:solidFill>
            <a:prstDash val="solid"/>
            <a:round/>
            <a:headEnd len="sm" w="sm" type="none"/>
            <a:tailEnd len="sm" w="sm" type="none"/>
          </a:ln>
        </p:spPr>
        <p:txBody>
          <a:bodyPr anchorCtr="0" anchor="ctr" bIns="84550" lIns="84550" spcFirstLastPara="1" rIns="84550" wrap="square" tIns="84550">
            <a:noAutofit/>
          </a:bodyPr>
          <a:lstStyle/>
          <a:p>
            <a:pPr indent="0" lvl="1" marL="0" marR="0" rtl="0" algn="ctr">
              <a:lnSpc>
                <a:spcPct val="100000"/>
              </a:lnSpc>
              <a:spcBef>
                <a:spcPts val="0"/>
              </a:spcBef>
              <a:spcAft>
                <a:spcPts val="0"/>
              </a:spcAft>
              <a:buClr>
                <a:schemeClr val="dk1"/>
              </a:buClr>
              <a:buSzPts val="647"/>
              <a:buFont typeface="Arial"/>
              <a:buNone/>
            </a:pPr>
            <a:r>
              <a:rPr b="1" i="0" lang="en" sz="647" u="none" cap="none" strike="noStrike">
                <a:solidFill>
                  <a:schemeClr val="dk1"/>
                </a:solidFill>
                <a:latin typeface="Nunito"/>
                <a:ea typeface="Nunito"/>
                <a:cs typeface="Nunito"/>
                <a:sym typeface="Nunito"/>
              </a:rPr>
              <a:t>R&amp;D</a:t>
            </a:r>
            <a:endParaRPr b="1" i="0" sz="647" u="none" cap="none" strike="noStrike">
              <a:solidFill>
                <a:schemeClr val="dk1"/>
              </a:solidFill>
              <a:latin typeface="Nunito"/>
              <a:ea typeface="Nunito"/>
              <a:cs typeface="Nunito"/>
              <a:sym typeface="Nunito"/>
            </a:endParaRPr>
          </a:p>
        </p:txBody>
      </p:sp>
      <p:cxnSp>
        <p:nvCxnSpPr>
          <p:cNvPr id="160" name="Google Shape;160;p16"/>
          <p:cNvCxnSpPr>
            <a:endCxn id="97" idx="0"/>
          </p:cNvCxnSpPr>
          <p:nvPr/>
        </p:nvCxnSpPr>
        <p:spPr>
          <a:xfrm>
            <a:off x="2948450" y="1984000"/>
            <a:ext cx="4473300" cy="323700"/>
          </a:xfrm>
          <a:prstGeom prst="bentConnector2">
            <a:avLst/>
          </a:prstGeom>
          <a:noFill/>
          <a:ln cap="flat" cmpd="sng" w="17625">
            <a:solidFill>
              <a:srgbClr val="1D5A9C"/>
            </a:solidFill>
            <a:prstDash val="solid"/>
            <a:round/>
            <a:headEnd len="med" w="med" type="stealth"/>
            <a:tailEnd len="med" w="med" type="stealth"/>
          </a:ln>
        </p:spPr>
      </p:cxnSp>
      <p:pic>
        <p:nvPicPr>
          <p:cNvPr id="161" name="Google Shape;161;p16"/>
          <p:cNvPicPr preferRelativeResize="0"/>
          <p:nvPr/>
        </p:nvPicPr>
        <p:blipFill>
          <a:blip r:embed="rId29">
            <a:alphaModFix/>
          </a:blip>
          <a:stretch>
            <a:fillRect/>
          </a:stretch>
        </p:blipFill>
        <p:spPr>
          <a:xfrm>
            <a:off x="7368715" y="4775864"/>
            <a:ext cx="718850" cy="238385"/>
          </a:xfrm>
          <a:prstGeom prst="rect">
            <a:avLst/>
          </a:prstGeom>
          <a:noFill/>
          <a:ln>
            <a:noFill/>
          </a:ln>
        </p:spPr>
      </p:pic>
      <p:sp>
        <p:nvSpPr>
          <p:cNvPr id="162" name="Google Shape;162;p16"/>
          <p:cNvSpPr/>
          <p:nvPr/>
        </p:nvSpPr>
        <p:spPr>
          <a:xfrm>
            <a:off x="185700" y="91350"/>
            <a:ext cx="8740200" cy="486600"/>
          </a:xfrm>
          <a:prstGeom prst="roundRect">
            <a:avLst>
              <a:gd fmla="val 16667" name="adj"/>
            </a:avLst>
          </a:prstGeom>
          <a:solidFill>
            <a:srgbClr val="0062A5"/>
          </a:solidFill>
          <a:ln cap="flat" cmpd="sng" w="9525">
            <a:solidFill>
              <a:srgbClr val="0062A5"/>
            </a:solidFill>
            <a:prstDash val="solid"/>
            <a:round/>
            <a:headEnd len="sm" w="sm" type="none"/>
            <a:tailEnd len="sm" w="sm" type="none"/>
          </a:ln>
        </p:spPr>
        <p:txBody>
          <a:bodyPr anchorCtr="0" anchor="ctr" bIns="0" lIns="91425" spcFirstLastPara="1" rIns="91425" wrap="square" tIns="0">
            <a:noAutofit/>
          </a:bodyPr>
          <a:lstStyle/>
          <a:p>
            <a:pPr indent="0" lvl="0" marL="0" rtl="0" algn="just">
              <a:spcBef>
                <a:spcPts val="0"/>
              </a:spcBef>
              <a:spcAft>
                <a:spcPts val="0"/>
              </a:spcAft>
              <a:buNone/>
            </a:pPr>
            <a:r>
              <a:rPr b="1" lang="en" sz="1800">
                <a:solidFill>
                  <a:schemeClr val="lt1"/>
                </a:solidFill>
                <a:latin typeface="Jost"/>
                <a:ea typeface="Jost"/>
                <a:cs typeface="Jost"/>
                <a:sym typeface="Jost"/>
              </a:rPr>
              <a:t>Pie Architecture: Enterprise-Grade Conversational Intelligence</a:t>
            </a:r>
            <a:endParaRPr>
              <a:solidFill>
                <a:schemeClr val="lt1"/>
              </a:solidFill>
            </a:endParaRPr>
          </a:p>
        </p:txBody>
      </p:sp>
      <p:sp>
        <p:nvSpPr>
          <p:cNvPr id="163" name="Google Shape;163;p16"/>
          <p:cNvSpPr txBox="1"/>
          <p:nvPr/>
        </p:nvSpPr>
        <p:spPr>
          <a:xfrm>
            <a:off x="7877955" y="604283"/>
            <a:ext cx="951600" cy="2211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000">
                <a:solidFill>
                  <a:srgbClr val="FF0000"/>
                </a:solidFill>
              </a:rPr>
              <a:t>**Confidential**</a:t>
            </a:r>
            <a:endParaRPr b="1" sz="1000">
              <a:solidFill>
                <a:srgbClr val="FF0000"/>
              </a:solidFill>
            </a:endParaRPr>
          </a:p>
        </p:txBody>
      </p:sp>
      <p:cxnSp>
        <p:nvCxnSpPr>
          <p:cNvPr id="164" name="Google Shape;164;p16"/>
          <p:cNvCxnSpPr>
            <a:stCxn id="115" idx="2"/>
            <a:endCxn id="108" idx="0"/>
          </p:cNvCxnSpPr>
          <p:nvPr/>
        </p:nvCxnSpPr>
        <p:spPr>
          <a:xfrm>
            <a:off x="6863425" y="1068626"/>
            <a:ext cx="0" cy="315600"/>
          </a:xfrm>
          <a:prstGeom prst="straightConnector1">
            <a:avLst/>
          </a:prstGeom>
          <a:noFill/>
          <a:ln cap="flat" cmpd="sng" w="9525">
            <a:solidFill>
              <a:srgbClr val="0062A5"/>
            </a:solidFill>
            <a:prstDash val="solid"/>
            <a:round/>
            <a:headEnd len="med" w="med" type="triangle"/>
            <a:tailEnd len="med" w="med" type="triangle"/>
          </a:ln>
        </p:spPr>
      </p:cxnSp>
      <p:cxnSp>
        <p:nvCxnSpPr>
          <p:cNvPr id="165" name="Google Shape;165;p16"/>
          <p:cNvCxnSpPr>
            <a:stCxn id="106" idx="2"/>
            <a:endCxn id="104" idx="0"/>
          </p:cNvCxnSpPr>
          <p:nvPr/>
        </p:nvCxnSpPr>
        <p:spPr>
          <a:xfrm>
            <a:off x="4693288" y="1118113"/>
            <a:ext cx="0" cy="266100"/>
          </a:xfrm>
          <a:prstGeom prst="straightConnector1">
            <a:avLst/>
          </a:prstGeom>
          <a:noFill/>
          <a:ln cap="flat" cmpd="sng" w="9525">
            <a:solidFill>
              <a:srgbClr val="0062A5"/>
            </a:solidFill>
            <a:prstDash val="solid"/>
            <a:round/>
            <a:headEnd len="med" w="med" type="triangle"/>
            <a:tailEnd len="med" w="med" type="triangle"/>
          </a:ln>
        </p:spPr>
      </p:cxnSp>
      <p:cxnSp>
        <p:nvCxnSpPr>
          <p:cNvPr id="166" name="Google Shape;166;p16"/>
          <p:cNvCxnSpPr>
            <a:stCxn id="110" idx="2"/>
            <a:endCxn id="111" idx="0"/>
          </p:cNvCxnSpPr>
          <p:nvPr/>
        </p:nvCxnSpPr>
        <p:spPr>
          <a:xfrm>
            <a:off x="1002438" y="2927801"/>
            <a:ext cx="1800" cy="676200"/>
          </a:xfrm>
          <a:prstGeom prst="straightConnector1">
            <a:avLst/>
          </a:prstGeom>
          <a:noFill/>
          <a:ln cap="flat" cmpd="sng" w="9525">
            <a:solidFill>
              <a:srgbClr val="0062A5"/>
            </a:solidFill>
            <a:prstDash val="solid"/>
            <a:round/>
            <a:headEnd len="med" w="med" type="triangle"/>
            <a:tailEnd len="med" w="med" type="triangle"/>
          </a:ln>
        </p:spPr>
      </p:cxnSp>
      <p:grpSp>
        <p:nvGrpSpPr>
          <p:cNvPr id="167" name="Google Shape;167;p16"/>
          <p:cNvGrpSpPr/>
          <p:nvPr/>
        </p:nvGrpSpPr>
        <p:grpSpPr>
          <a:xfrm>
            <a:off x="570428" y="2577254"/>
            <a:ext cx="864025" cy="297150"/>
            <a:chOff x="570428" y="2954900"/>
            <a:chExt cx="864025" cy="297150"/>
          </a:xfrm>
        </p:grpSpPr>
        <p:pic>
          <p:nvPicPr>
            <p:cNvPr id="168" name="Google Shape;168;p16"/>
            <p:cNvPicPr preferRelativeResize="0"/>
            <p:nvPr/>
          </p:nvPicPr>
          <p:blipFill rotWithShape="1">
            <a:blip r:embed="rId30">
              <a:alphaModFix/>
            </a:blip>
            <a:srcRect b="0" l="0" r="0" t="0"/>
            <a:stretch/>
          </p:blipFill>
          <p:spPr>
            <a:xfrm>
              <a:off x="570428" y="2959051"/>
              <a:ext cx="305700" cy="293000"/>
            </a:xfrm>
            <a:prstGeom prst="rect">
              <a:avLst/>
            </a:prstGeom>
            <a:noFill/>
            <a:ln>
              <a:noFill/>
            </a:ln>
          </p:spPr>
        </p:pic>
        <p:sp>
          <p:nvSpPr>
            <p:cNvPr id="169" name="Google Shape;169;p16"/>
            <p:cNvSpPr txBox="1"/>
            <p:nvPr/>
          </p:nvSpPr>
          <p:spPr>
            <a:xfrm>
              <a:off x="907953" y="2954900"/>
              <a:ext cx="526500" cy="293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832">
                  <a:solidFill>
                    <a:srgbClr val="1D5A9C"/>
                  </a:solidFill>
                  <a:latin typeface="Nunito"/>
                  <a:ea typeface="Nunito"/>
                  <a:cs typeface="Nunito"/>
                  <a:sym typeface="Nunito"/>
                </a:rPr>
                <a:t>Security </a:t>
              </a:r>
              <a:br>
                <a:rPr b="1" lang="en" sz="832">
                  <a:solidFill>
                    <a:srgbClr val="1D5A9C"/>
                  </a:solidFill>
                  <a:latin typeface="Nunito"/>
                  <a:ea typeface="Nunito"/>
                  <a:cs typeface="Nunito"/>
                  <a:sym typeface="Nunito"/>
                </a:rPr>
              </a:br>
              <a:r>
                <a:rPr b="1" lang="en" sz="832">
                  <a:solidFill>
                    <a:srgbClr val="1D5A9C"/>
                  </a:solidFill>
                  <a:latin typeface="Nunito"/>
                  <a:ea typeface="Nunito"/>
                  <a:cs typeface="Nunito"/>
                  <a:sym typeface="Nunito"/>
                </a:rPr>
                <a:t>Layer</a:t>
              </a:r>
              <a:endParaRPr b="1" sz="832">
                <a:solidFill>
                  <a:srgbClr val="1D5A9C"/>
                </a:solidFill>
                <a:latin typeface="Nunito"/>
                <a:ea typeface="Nunito"/>
                <a:cs typeface="Nunito"/>
                <a:sym typeface="Nunito"/>
              </a:endParaRPr>
            </a:p>
          </p:txBody>
        </p:sp>
      </p:grpSp>
      <p:cxnSp>
        <p:nvCxnSpPr>
          <p:cNvPr id="170" name="Google Shape;170;p16"/>
          <p:cNvCxnSpPr>
            <a:stCxn id="110" idx="0"/>
          </p:cNvCxnSpPr>
          <p:nvPr/>
        </p:nvCxnSpPr>
        <p:spPr>
          <a:xfrm rot="10800000">
            <a:off x="1002438" y="1545701"/>
            <a:ext cx="0" cy="972900"/>
          </a:xfrm>
          <a:prstGeom prst="straightConnector1">
            <a:avLst/>
          </a:prstGeom>
          <a:noFill/>
          <a:ln cap="flat" cmpd="sng" w="9525">
            <a:solidFill>
              <a:srgbClr val="0062A5"/>
            </a:solidFill>
            <a:prstDash val="solid"/>
            <a:round/>
            <a:headEnd len="med" w="med" type="triangle"/>
            <a:tailEnd len="med" w="med" type="triangle"/>
          </a:ln>
        </p:spPr>
      </p:cxnSp>
      <p:cxnSp>
        <p:nvCxnSpPr>
          <p:cNvPr id="171" name="Google Shape;171;p16"/>
          <p:cNvCxnSpPr>
            <a:endCxn id="172" idx="0"/>
          </p:cNvCxnSpPr>
          <p:nvPr/>
        </p:nvCxnSpPr>
        <p:spPr>
          <a:xfrm>
            <a:off x="2181539" y="1534004"/>
            <a:ext cx="0" cy="308100"/>
          </a:xfrm>
          <a:prstGeom prst="straightConnector1">
            <a:avLst/>
          </a:prstGeom>
          <a:noFill/>
          <a:ln cap="flat" cmpd="sng" w="9525">
            <a:solidFill>
              <a:srgbClr val="0062A5"/>
            </a:solidFill>
            <a:prstDash val="solid"/>
            <a:round/>
            <a:headEnd len="med" w="med" type="triangle"/>
            <a:tailEnd len="med" w="med" type="triangle"/>
          </a:ln>
        </p:spPr>
      </p:cxnSp>
      <p:cxnSp>
        <p:nvCxnSpPr>
          <p:cNvPr id="173" name="Google Shape;173;p16"/>
          <p:cNvCxnSpPr>
            <a:stCxn id="172" idx="2"/>
            <a:endCxn id="109" idx="0"/>
          </p:cNvCxnSpPr>
          <p:nvPr/>
        </p:nvCxnSpPr>
        <p:spPr>
          <a:xfrm>
            <a:off x="2181539" y="2251372"/>
            <a:ext cx="1200" cy="373800"/>
          </a:xfrm>
          <a:prstGeom prst="straightConnector1">
            <a:avLst/>
          </a:prstGeom>
          <a:noFill/>
          <a:ln cap="flat" cmpd="sng" w="9525">
            <a:solidFill>
              <a:srgbClr val="0062A5"/>
            </a:solidFill>
            <a:prstDash val="solid"/>
            <a:round/>
            <a:headEnd len="med" w="med" type="triangle"/>
            <a:tailEnd len="med" w="med" type="triangle"/>
          </a:ln>
        </p:spPr>
      </p:cxnSp>
      <p:grpSp>
        <p:nvGrpSpPr>
          <p:cNvPr id="174" name="Google Shape;174;p16"/>
          <p:cNvGrpSpPr/>
          <p:nvPr/>
        </p:nvGrpSpPr>
        <p:grpSpPr>
          <a:xfrm>
            <a:off x="1414754" y="1837425"/>
            <a:ext cx="1533571" cy="413947"/>
            <a:chOff x="1414754" y="1837425"/>
            <a:chExt cx="1533571" cy="413947"/>
          </a:xfrm>
        </p:grpSpPr>
        <p:grpSp>
          <p:nvGrpSpPr>
            <p:cNvPr id="175" name="Google Shape;175;p16"/>
            <p:cNvGrpSpPr/>
            <p:nvPr/>
          </p:nvGrpSpPr>
          <p:grpSpPr>
            <a:xfrm>
              <a:off x="1414754" y="1842104"/>
              <a:ext cx="1533571" cy="409268"/>
              <a:chOff x="6268065" y="4383329"/>
              <a:chExt cx="1742100" cy="442500"/>
            </a:xfrm>
          </p:grpSpPr>
          <p:sp>
            <p:nvSpPr>
              <p:cNvPr id="172" name="Google Shape;172;p16"/>
              <p:cNvSpPr/>
              <p:nvPr/>
            </p:nvSpPr>
            <p:spPr>
              <a:xfrm>
                <a:off x="6268065" y="4383329"/>
                <a:ext cx="1742100" cy="442500"/>
              </a:xfrm>
              <a:prstGeom prst="rect">
                <a:avLst/>
              </a:prstGeom>
              <a:noFill/>
              <a:ln cap="flat" cmpd="sng" w="8800">
                <a:solidFill>
                  <a:srgbClr val="0B5394"/>
                </a:solidFill>
                <a:prstDash val="solid"/>
                <a:round/>
                <a:headEnd len="sm" w="sm" type="none"/>
                <a:tailEnd len="sm" w="sm" type="none"/>
              </a:ln>
            </p:spPr>
            <p:txBody>
              <a:bodyPr anchorCtr="0" anchor="ctr" bIns="84550" lIns="84550" spcFirstLastPara="1" rIns="84550" wrap="square" tIns="84550">
                <a:noAutofit/>
              </a:bodyPr>
              <a:lstStyle/>
              <a:p>
                <a:pPr indent="0" lvl="1" marL="317135" marR="0" rtl="0" algn="r">
                  <a:lnSpc>
                    <a:spcPct val="100000"/>
                  </a:lnSpc>
                  <a:spcBef>
                    <a:spcPts val="0"/>
                  </a:spcBef>
                  <a:spcAft>
                    <a:spcPts val="0"/>
                  </a:spcAft>
                  <a:buClr>
                    <a:srgbClr val="000000"/>
                  </a:buClr>
                  <a:buSzPts val="740"/>
                  <a:buFont typeface="Arial"/>
                  <a:buNone/>
                </a:pPr>
                <a:r>
                  <a:t/>
                </a:r>
                <a:endParaRPr b="1" i="0" sz="739" u="none" cap="none" strike="noStrike">
                  <a:solidFill>
                    <a:schemeClr val="dk1"/>
                  </a:solidFill>
                  <a:latin typeface="Nunito"/>
                  <a:ea typeface="Nunito"/>
                  <a:cs typeface="Nunito"/>
                  <a:sym typeface="Nunito"/>
                </a:endParaRPr>
              </a:p>
            </p:txBody>
          </p:sp>
          <p:pic>
            <p:nvPicPr>
              <p:cNvPr id="176" name="Google Shape;176;p16"/>
              <p:cNvPicPr preferRelativeResize="0"/>
              <p:nvPr/>
            </p:nvPicPr>
            <p:blipFill rotWithShape="1">
              <a:blip r:embed="rId31">
                <a:alphaModFix/>
              </a:blip>
              <a:srcRect b="0" l="0" r="0" t="0"/>
              <a:stretch/>
            </p:blipFill>
            <p:spPr>
              <a:xfrm>
                <a:off x="6343590" y="4430479"/>
                <a:ext cx="348200" cy="348200"/>
              </a:xfrm>
              <a:prstGeom prst="rect">
                <a:avLst/>
              </a:prstGeom>
              <a:noFill/>
              <a:ln>
                <a:noFill/>
              </a:ln>
            </p:spPr>
          </p:pic>
        </p:grpSp>
        <p:sp>
          <p:nvSpPr>
            <p:cNvPr id="124" name="Google Shape;124;p16"/>
            <p:cNvSpPr txBox="1"/>
            <p:nvPr/>
          </p:nvSpPr>
          <p:spPr>
            <a:xfrm>
              <a:off x="1823850" y="1837425"/>
              <a:ext cx="1048200" cy="409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732">
                  <a:solidFill>
                    <a:srgbClr val="1D5A9C"/>
                  </a:solidFill>
                  <a:latin typeface="Nunito"/>
                  <a:ea typeface="Nunito"/>
                  <a:cs typeface="Nunito"/>
                  <a:sym typeface="Nunito"/>
                </a:rPr>
                <a:t>Feedback Loop Layer Learning &amp; </a:t>
              </a:r>
              <a:br>
                <a:rPr b="1" lang="en" sz="732">
                  <a:solidFill>
                    <a:srgbClr val="1D5A9C"/>
                  </a:solidFill>
                  <a:latin typeface="Nunito"/>
                  <a:ea typeface="Nunito"/>
                  <a:cs typeface="Nunito"/>
                  <a:sym typeface="Nunito"/>
                </a:rPr>
              </a:br>
              <a:r>
                <a:rPr b="1" lang="en" sz="732">
                  <a:solidFill>
                    <a:srgbClr val="1D5A9C"/>
                  </a:solidFill>
                  <a:latin typeface="Nunito"/>
                  <a:ea typeface="Nunito"/>
                  <a:cs typeface="Nunito"/>
                  <a:sym typeface="Nunito"/>
                </a:rPr>
                <a:t>Adaptation Engine</a:t>
              </a:r>
              <a:endParaRPr b="1" sz="639">
                <a:solidFill>
                  <a:schemeClr val="dk1"/>
                </a:solidFill>
                <a:latin typeface="Nunito"/>
                <a:ea typeface="Nunito"/>
                <a:cs typeface="Nunito"/>
                <a:sym typeface="Nunito"/>
              </a:endParaRPr>
            </a:p>
          </p:txBody>
        </p:sp>
      </p:grpSp>
      <p:cxnSp>
        <p:nvCxnSpPr>
          <p:cNvPr id="177" name="Google Shape;177;p16"/>
          <p:cNvCxnSpPr>
            <a:stCxn id="98" idx="3"/>
            <a:endCxn id="99" idx="1"/>
          </p:cNvCxnSpPr>
          <p:nvPr/>
        </p:nvCxnSpPr>
        <p:spPr>
          <a:xfrm flipH="1" rot="10800000">
            <a:off x="7442275" y="2970150"/>
            <a:ext cx="240300" cy="5700"/>
          </a:xfrm>
          <a:prstGeom prst="straightConnector1">
            <a:avLst/>
          </a:prstGeom>
          <a:noFill/>
          <a:ln cap="flat" cmpd="sng" w="9525">
            <a:solidFill>
              <a:srgbClr val="0062A5"/>
            </a:solidFill>
            <a:prstDash val="solid"/>
            <a:round/>
            <a:headEnd len="med" w="med" type="none"/>
            <a:tailEnd len="med" w="med" type="stealth"/>
          </a:ln>
        </p:spPr>
      </p:cxnSp>
      <p:cxnSp>
        <p:nvCxnSpPr>
          <p:cNvPr id="178" name="Google Shape;178;p16"/>
          <p:cNvCxnSpPr>
            <a:stCxn id="99" idx="2"/>
            <a:endCxn id="100" idx="3"/>
          </p:cNvCxnSpPr>
          <p:nvPr/>
        </p:nvCxnSpPr>
        <p:spPr>
          <a:xfrm rot="5400000">
            <a:off x="7920750" y="3300300"/>
            <a:ext cx="252000" cy="240900"/>
          </a:xfrm>
          <a:prstGeom prst="bentConnector2">
            <a:avLst/>
          </a:prstGeom>
          <a:noFill/>
          <a:ln cap="flat" cmpd="sng" w="9525">
            <a:solidFill>
              <a:srgbClr val="0062A5"/>
            </a:solidFill>
            <a:prstDash val="solid"/>
            <a:round/>
            <a:headEnd len="med" w="med" type="none"/>
            <a:tailEnd len="med" w="med" type="stealth"/>
          </a:ln>
        </p:spPr>
      </p:cxnSp>
      <p:pic>
        <p:nvPicPr>
          <p:cNvPr id="179" name="Google Shape;179;p16"/>
          <p:cNvPicPr preferRelativeResize="0"/>
          <p:nvPr/>
        </p:nvPicPr>
        <p:blipFill>
          <a:blip r:embed="rId32">
            <a:alphaModFix/>
          </a:blip>
          <a:stretch>
            <a:fillRect/>
          </a:stretch>
        </p:blipFill>
        <p:spPr>
          <a:xfrm>
            <a:off x="6932050" y="1090097"/>
            <a:ext cx="687599" cy="214586"/>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17"/>
          <p:cNvSpPr txBox="1"/>
          <p:nvPr/>
        </p:nvSpPr>
        <p:spPr>
          <a:xfrm>
            <a:off x="241550" y="781950"/>
            <a:ext cx="8245200" cy="648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n">
                <a:latin typeface="Jost"/>
                <a:ea typeface="Jost"/>
                <a:cs typeface="Jost"/>
                <a:sym typeface="Jost"/>
              </a:rPr>
              <a:t>A comprehensive mapping process connects each role present in the LDAP server to the role table within PIE DB, ensuring seamless synchronization between authentication and authorization systems.</a:t>
            </a:r>
            <a:endParaRPr>
              <a:latin typeface="Jost"/>
              <a:ea typeface="Jost"/>
              <a:cs typeface="Jost"/>
              <a:sym typeface="Jost"/>
            </a:endParaRPr>
          </a:p>
        </p:txBody>
      </p:sp>
      <p:sp>
        <p:nvSpPr>
          <p:cNvPr id="185" name="Google Shape;185;p17"/>
          <p:cNvSpPr/>
          <p:nvPr/>
        </p:nvSpPr>
        <p:spPr>
          <a:xfrm>
            <a:off x="630557" y="3316657"/>
            <a:ext cx="2520600" cy="641100"/>
          </a:xfrm>
          <a:prstGeom prst="homePlate">
            <a:avLst>
              <a:gd fmla="val 50581" name="adj"/>
            </a:avLst>
          </a:prstGeom>
          <a:solidFill>
            <a:srgbClr val="C9DAF8"/>
          </a:solidFill>
          <a:ln>
            <a:noFill/>
          </a:ln>
        </p:spPr>
        <p:txBody>
          <a:bodyPr anchorCtr="0" anchor="ctr" bIns="81525" lIns="81525" spcFirstLastPara="1" rIns="81525" wrap="square" tIns="81525">
            <a:noAutofit/>
          </a:bodyPr>
          <a:lstStyle/>
          <a:p>
            <a:pPr indent="0" lvl="0" marL="0" rtl="0" algn="ctr">
              <a:spcBef>
                <a:spcPts val="0"/>
              </a:spcBef>
              <a:spcAft>
                <a:spcPts val="0"/>
              </a:spcAft>
              <a:buNone/>
            </a:pPr>
            <a:r>
              <a:t/>
            </a:r>
            <a:endParaRPr sz="1248">
              <a:latin typeface="Barlow Semi Condensed"/>
              <a:ea typeface="Barlow Semi Condensed"/>
              <a:cs typeface="Barlow Semi Condensed"/>
              <a:sym typeface="Barlow Semi Condensed"/>
            </a:endParaRPr>
          </a:p>
        </p:txBody>
      </p:sp>
      <p:sp>
        <p:nvSpPr>
          <p:cNvPr id="186" name="Google Shape;186;p17"/>
          <p:cNvSpPr txBox="1"/>
          <p:nvPr/>
        </p:nvSpPr>
        <p:spPr>
          <a:xfrm>
            <a:off x="626313" y="3339473"/>
            <a:ext cx="2386800" cy="595500"/>
          </a:xfrm>
          <a:prstGeom prst="rect">
            <a:avLst/>
          </a:prstGeom>
          <a:noFill/>
          <a:ln>
            <a:noFill/>
          </a:ln>
        </p:spPr>
        <p:txBody>
          <a:bodyPr anchorCtr="0" anchor="ctr" bIns="0" lIns="81525" spcFirstLastPara="1" rIns="0" wrap="square" tIns="0">
            <a:noAutofit/>
          </a:bodyPr>
          <a:lstStyle/>
          <a:p>
            <a:pPr indent="0" lvl="0" marL="0" rtl="0" algn="l">
              <a:lnSpc>
                <a:spcPct val="70000"/>
              </a:lnSpc>
              <a:spcBef>
                <a:spcPts val="0"/>
              </a:spcBef>
              <a:spcAft>
                <a:spcPts val="0"/>
              </a:spcAft>
              <a:buNone/>
            </a:pPr>
            <a:r>
              <a:rPr b="1" lang="en" sz="1618">
                <a:latin typeface="Jost"/>
                <a:ea typeface="Jost"/>
                <a:cs typeface="Jost"/>
                <a:sym typeface="Jost"/>
              </a:rPr>
              <a:t>Role Discovery</a:t>
            </a:r>
            <a:endParaRPr b="1" sz="1618">
              <a:latin typeface="Jost"/>
              <a:ea typeface="Jost"/>
              <a:cs typeface="Jost"/>
              <a:sym typeface="Jost"/>
            </a:endParaRPr>
          </a:p>
        </p:txBody>
      </p:sp>
      <p:sp>
        <p:nvSpPr>
          <p:cNvPr id="187" name="Google Shape;187;p17"/>
          <p:cNvSpPr txBox="1"/>
          <p:nvPr/>
        </p:nvSpPr>
        <p:spPr>
          <a:xfrm>
            <a:off x="626313" y="3992301"/>
            <a:ext cx="2520600" cy="670200"/>
          </a:xfrm>
          <a:prstGeom prst="rect">
            <a:avLst/>
          </a:prstGeom>
          <a:noFill/>
          <a:ln>
            <a:noFill/>
          </a:ln>
        </p:spPr>
        <p:txBody>
          <a:bodyPr anchorCtr="0" anchor="t" bIns="40750" lIns="81525" spcFirstLastPara="1" rIns="81525" wrap="square" tIns="40750">
            <a:noAutofit/>
          </a:bodyPr>
          <a:lstStyle/>
          <a:p>
            <a:pPr indent="0" lvl="0" marL="0" rtl="0" algn="l">
              <a:lnSpc>
                <a:spcPct val="115000"/>
              </a:lnSpc>
              <a:spcBef>
                <a:spcPts val="1200"/>
              </a:spcBef>
              <a:spcAft>
                <a:spcPts val="0"/>
              </a:spcAft>
              <a:buClr>
                <a:schemeClr val="dk1"/>
              </a:buClr>
              <a:buSzPts val="1100"/>
              <a:buFont typeface="Arial"/>
              <a:buNone/>
            </a:pPr>
            <a:r>
              <a:rPr b="1" i="1" lang="en" sz="1000">
                <a:solidFill>
                  <a:srgbClr val="1D5A9C"/>
                </a:solidFill>
                <a:latin typeface="Jost"/>
                <a:ea typeface="Jost"/>
                <a:cs typeface="Jost"/>
                <a:sym typeface="Jost"/>
              </a:rPr>
              <a:t>The complete list of all roles is first fetched from the LDAP server</a:t>
            </a:r>
            <a:endParaRPr b="1" i="1" sz="1000">
              <a:solidFill>
                <a:srgbClr val="1D5A9C"/>
              </a:solidFill>
              <a:latin typeface="Jost"/>
              <a:ea typeface="Jost"/>
              <a:cs typeface="Jost"/>
              <a:sym typeface="Jost"/>
            </a:endParaRPr>
          </a:p>
          <a:p>
            <a:pPr indent="0" lvl="0" marL="0" rtl="0" algn="l">
              <a:spcBef>
                <a:spcPts val="1200"/>
              </a:spcBef>
              <a:spcAft>
                <a:spcPts val="0"/>
              </a:spcAft>
              <a:buNone/>
            </a:pPr>
            <a:r>
              <a:t/>
            </a:r>
            <a:endParaRPr b="1" i="1" sz="850">
              <a:solidFill>
                <a:srgbClr val="1D5A9C"/>
              </a:solidFill>
              <a:latin typeface="Jost"/>
              <a:ea typeface="Jost"/>
              <a:cs typeface="Jost"/>
              <a:sym typeface="Jost"/>
            </a:endParaRPr>
          </a:p>
        </p:txBody>
      </p:sp>
      <p:sp>
        <p:nvSpPr>
          <p:cNvPr id="188" name="Google Shape;188;p17"/>
          <p:cNvSpPr/>
          <p:nvPr/>
        </p:nvSpPr>
        <p:spPr>
          <a:xfrm>
            <a:off x="3297593" y="3316657"/>
            <a:ext cx="2520600" cy="641100"/>
          </a:xfrm>
          <a:prstGeom prst="homePlate">
            <a:avLst>
              <a:gd fmla="val 50581" name="adj"/>
            </a:avLst>
          </a:prstGeom>
          <a:solidFill>
            <a:srgbClr val="A4C2F4"/>
          </a:solidFill>
          <a:ln>
            <a:noFill/>
          </a:ln>
        </p:spPr>
        <p:txBody>
          <a:bodyPr anchorCtr="0" anchor="ctr" bIns="81525" lIns="81525" spcFirstLastPara="1" rIns="81525" wrap="square" tIns="81525">
            <a:noAutofit/>
          </a:bodyPr>
          <a:lstStyle/>
          <a:p>
            <a:pPr indent="0" lvl="0" marL="0" rtl="0" algn="ctr">
              <a:spcBef>
                <a:spcPts val="0"/>
              </a:spcBef>
              <a:spcAft>
                <a:spcPts val="0"/>
              </a:spcAft>
              <a:buNone/>
            </a:pPr>
            <a:r>
              <a:t/>
            </a:r>
            <a:endParaRPr sz="1248">
              <a:latin typeface="Barlow Semi Condensed"/>
              <a:ea typeface="Barlow Semi Condensed"/>
              <a:cs typeface="Barlow Semi Condensed"/>
              <a:sym typeface="Barlow Semi Condensed"/>
            </a:endParaRPr>
          </a:p>
        </p:txBody>
      </p:sp>
      <p:sp>
        <p:nvSpPr>
          <p:cNvPr id="189" name="Google Shape;189;p17"/>
          <p:cNvSpPr txBox="1"/>
          <p:nvPr/>
        </p:nvSpPr>
        <p:spPr>
          <a:xfrm>
            <a:off x="3293349" y="3339473"/>
            <a:ext cx="2386800" cy="595500"/>
          </a:xfrm>
          <a:prstGeom prst="rect">
            <a:avLst/>
          </a:prstGeom>
          <a:noFill/>
          <a:ln>
            <a:noFill/>
          </a:ln>
        </p:spPr>
        <p:txBody>
          <a:bodyPr anchorCtr="0" anchor="ctr" bIns="0" lIns="81525" spcFirstLastPara="1" rIns="0" wrap="square" tIns="0">
            <a:noAutofit/>
          </a:bodyPr>
          <a:lstStyle/>
          <a:p>
            <a:pPr indent="0" lvl="0" marL="0" rtl="0" algn="l">
              <a:lnSpc>
                <a:spcPct val="70000"/>
              </a:lnSpc>
              <a:spcBef>
                <a:spcPts val="0"/>
              </a:spcBef>
              <a:spcAft>
                <a:spcPts val="0"/>
              </a:spcAft>
              <a:buNone/>
            </a:pPr>
            <a:r>
              <a:rPr b="1" lang="en" sz="1600">
                <a:latin typeface="Jost"/>
                <a:ea typeface="Jost"/>
                <a:cs typeface="Jost"/>
                <a:sym typeface="Jost"/>
              </a:rPr>
              <a:t>Role Mapping</a:t>
            </a:r>
            <a:endParaRPr b="1" sz="1600">
              <a:latin typeface="Jost"/>
              <a:ea typeface="Jost"/>
              <a:cs typeface="Jost"/>
              <a:sym typeface="Jost"/>
            </a:endParaRPr>
          </a:p>
        </p:txBody>
      </p:sp>
      <p:sp>
        <p:nvSpPr>
          <p:cNvPr id="190" name="Google Shape;190;p17"/>
          <p:cNvSpPr txBox="1"/>
          <p:nvPr/>
        </p:nvSpPr>
        <p:spPr>
          <a:xfrm>
            <a:off x="3293349" y="3992301"/>
            <a:ext cx="2520600" cy="670200"/>
          </a:xfrm>
          <a:prstGeom prst="rect">
            <a:avLst/>
          </a:prstGeom>
          <a:noFill/>
          <a:ln>
            <a:noFill/>
          </a:ln>
        </p:spPr>
        <p:txBody>
          <a:bodyPr anchorCtr="0" anchor="t" bIns="40750" lIns="81525" spcFirstLastPara="1" rIns="81525" wrap="square" tIns="40750">
            <a:noAutofit/>
          </a:bodyPr>
          <a:lstStyle/>
          <a:p>
            <a:pPr indent="0" lvl="0" marL="0" rtl="0" algn="l">
              <a:spcBef>
                <a:spcPts val="0"/>
              </a:spcBef>
              <a:spcAft>
                <a:spcPts val="0"/>
              </a:spcAft>
              <a:buNone/>
            </a:pPr>
            <a:r>
              <a:rPr b="1" i="1" lang="en" sz="1000">
                <a:solidFill>
                  <a:srgbClr val="1D5A9C"/>
                </a:solidFill>
                <a:latin typeface="Jost"/>
                <a:ea typeface="Jost"/>
                <a:cs typeface="Jost"/>
                <a:sym typeface="Jost"/>
              </a:rPr>
              <a:t>Mapping the roles present on the client side with the role present on PIE’s database</a:t>
            </a:r>
            <a:endParaRPr b="1" i="1" sz="1000">
              <a:solidFill>
                <a:srgbClr val="1D5A9C"/>
              </a:solidFill>
              <a:latin typeface="Jost"/>
              <a:ea typeface="Jost"/>
              <a:cs typeface="Jost"/>
              <a:sym typeface="Jost"/>
            </a:endParaRPr>
          </a:p>
        </p:txBody>
      </p:sp>
      <p:sp>
        <p:nvSpPr>
          <p:cNvPr id="191" name="Google Shape;191;p17"/>
          <p:cNvSpPr/>
          <p:nvPr/>
        </p:nvSpPr>
        <p:spPr>
          <a:xfrm>
            <a:off x="5964629" y="3316657"/>
            <a:ext cx="2520600" cy="641100"/>
          </a:xfrm>
          <a:prstGeom prst="homePlate">
            <a:avLst>
              <a:gd fmla="val 50581" name="adj"/>
            </a:avLst>
          </a:prstGeom>
          <a:solidFill>
            <a:srgbClr val="6D9EEB"/>
          </a:solidFill>
          <a:ln>
            <a:noFill/>
          </a:ln>
        </p:spPr>
        <p:txBody>
          <a:bodyPr anchorCtr="0" anchor="ctr" bIns="81525" lIns="81525" spcFirstLastPara="1" rIns="81525" wrap="square" tIns="81525">
            <a:noAutofit/>
          </a:bodyPr>
          <a:lstStyle/>
          <a:p>
            <a:pPr indent="0" lvl="0" marL="0" rtl="0" algn="ctr">
              <a:spcBef>
                <a:spcPts val="0"/>
              </a:spcBef>
              <a:spcAft>
                <a:spcPts val="0"/>
              </a:spcAft>
              <a:buNone/>
            </a:pPr>
            <a:r>
              <a:t/>
            </a:r>
            <a:endParaRPr sz="1248">
              <a:latin typeface="Barlow Semi Condensed"/>
              <a:ea typeface="Barlow Semi Condensed"/>
              <a:cs typeface="Barlow Semi Condensed"/>
              <a:sym typeface="Barlow Semi Condensed"/>
            </a:endParaRPr>
          </a:p>
        </p:txBody>
      </p:sp>
      <p:sp>
        <p:nvSpPr>
          <p:cNvPr id="192" name="Google Shape;192;p17"/>
          <p:cNvSpPr txBox="1"/>
          <p:nvPr/>
        </p:nvSpPr>
        <p:spPr>
          <a:xfrm>
            <a:off x="5960385" y="3339473"/>
            <a:ext cx="2386800" cy="595500"/>
          </a:xfrm>
          <a:prstGeom prst="rect">
            <a:avLst/>
          </a:prstGeom>
          <a:noFill/>
          <a:ln>
            <a:noFill/>
          </a:ln>
        </p:spPr>
        <p:txBody>
          <a:bodyPr anchorCtr="0" anchor="ctr" bIns="0" lIns="81525" spcFirstLastPara="1" rIns="0" wrap="square" tIns="0">
            <a:noAutofit/>
          </a:bodyPr>
          <a:lstStyle/>
          <a:p>
            <a:pPr indent="0" lvl="0" marL="0" rtl="0" algn="l">
              <a:lnSpc>
                <a:spcPct val="70000"/>
              </a:lnSpc>
              <a:spcBef>
                <a:spcPts val="0"/>
              </a:spcBef>
              <a:spcAft>
                <a:spcPts val="0"/>
              </a:spcAft>
              <a:buNone/>
            </a:pPr>
            <a:r>
              <a:rPr b="1" lang="en" sz="1618">
                <a:latin typeface="Jost"/>
                <a:ea typeface="Jost"/>
                <a:cs typeface="Jost"/>
                <a:sym typeface="Jost"/>
              </a:rPr>
              <a:t>Permission Mapping</a:t>
            </a:r>
            <a:endParaRPr b="1" sz="1618">
              <a:latin typeface="Jost"/>
              <a:ea typeface="Jost"/>
              <a:cs typeface="Jost"/>
              <a:sym typeface="Jost"/>
            </a:endParaRPr>
          </a:p>
        </p:txBody>
      </p:sp>
      <p:sp>
        <p:nvSpPr>
          <p:cNvPr id="193" name="Google Shape;193;p17"/>
          <p:cNvSpPr txBox="1"/>
          <p:nvPr/>
        </p:nvSpPr>
        <p:spPr>
          <a:xfrm>
            <a:off x="5960385" y="3992301"/>
            <a:ext cx="2520600" cy="670200"/>
          </a:xfrm>
          <a:prstGeom prst="rect">
            <a:avLst/>
          </a:prstGeom>
          <a:noFill/>
          <a:ln>
            <a:noFill/>
          </a:ln>
        </p:spPr>
        <p:txBody>
          <a:bodyPr anchorCtr="0" anchor="t" bIns="40750" lIns="81525" spcFirstLastPara="1" rIns="81525" wrap="square" tIns="40750">
            <a:noAutofit/>
          </a:bodyPr>
          <a:lstStyle/>
          <a:p>
            <a:pPr indent="0" lvl="0" marL="0" rtl="0" algn="l">
              <a:spcBef>
                <a:spcPts val="0"/>
              </a:spcBef>
              <a:spcAft>
                <a:spcPts val="0"/>
              </a:spcAft>
              <a:buNone/>
            </a:pPr>
            <a:r>
              <a:rPr b="1" lang="en" sz="1000">
                <a:solidFill>
                  <a:srgbClr val="1D5A9C"/>
                </a:solidFill>
                <a:latin typeface="Jost"/>
                <a:ea typeface="Jost"/>
                <a:cs typeface="Jost"/>
                <a:sym typeface="Jost"/>
              </a:rPr>
              <a:t>Associating the required permissions with the particular role</a:t>
            </a:r>
            <a:endParaRPr b="1" sz="1000">
              <a:solidFill>
                <a:srgbClr val="1D5A9C"/>
              </a:solidFill>
              <a:latin typeface="Jost"/>
              <a:ea typeface="Jost"/>
              <a:cs typeface="Jost"/>
              <a:sym typeface="Jost"/>
            </a:endParaRPr>
          </a:p>
        </p:txBody>
      </p:sp>
      <p:sp>
        <p:nvSpPr>
          <p:cNvPr id="194" name="Google Shape;194;p17"/>
          <p:cNvSpPr/>
          <p:nvPr/>
        </p:nvSpPr>
        <p:spPr>
          <a:xfrm>
            <a:off x="185700" y="91350"/>
            <a:ext cx="8740200" cy="486600"/>
          </a:xfrm>
          <a:prstGeom prst="roundRect">
            <a:avLst>
              <a:gd fmla="val 16667" name="adj"/>
            </a:avLst>
          </a:prstGeom>
          <a:solidFill>
            <a:srgbClr val="0062A5"/>
          </a:solidFill>
          <a:ln cap="flat" cmpd="sng" w="9525">
            <a:solidFill>
              <a:srgbClr val="0062A5"/>
            </a:solidFill>
            <a:prstDash val="solid"/>
            <a:round/>
            <a:headEnd len="sm" w="sm" type="none"/>
            <a:tailEnd len="sm" w="sm" type="none"/>
          </a:ln>
        </p:spPr>
        <p:txBody>
          <a:bodyPr anchorCtr="0" anchor="ctr" bIns="0" lIns="91425" spcFirstLastPara="1" rIns="91425" wrap="square" tIns="0">
            <a:noAutofit/>
          </a:bodyPr>
          <a:lstStyle/>
          <a:p>
            <a:pPr indent="0" lvl="0" marL="0" rtl="0" algn="just">
              <a:spcBef>
                <a:spcPts val="0"/>
              </a:spcBef>
              <a:spcAft>
                <a:spcPts val="0"/>
              </a:spcAft>
              <a:buNone/>
            </a:pPr>
            <a:r>
              <a:rPr b="1" lang="en" sz="1800">
                <a:solidFill>
                  <a:schemeClr val="lt1"/>
                </a:solidFill>
                <a:latin typeface="Jost"/>
                <a:ea typeface="Jost"/>
                <a:cs typeface="Jost"/>
                <a:sym typeface="Jost"/>
              </a:rPr>
              <a:t>Mapping Role from Active Directory(AD)</a:t>
            </a:r>
            <a:endParaRPr>
              <a:solidFill>
                <a:schemeClr val="lt1"/>
              </a:solidFill>
            </a:endParaRPr>
          </a:p>
        </p:txBody>
      </p:sp>
      <p:sp>
        <p:nvSpPr>
          <p:cNvPr id="195" name="Google Shape;195;p17"/>
          <p:cNvSpPr/>
          <p:nvPr/>
        </p:nvSpPr>
        <p:spPr>
          <a:xfrm>
            <a:off x="675900" y="1520275"/>
            <a:ext cx="1290600" cy="1540800"/>
          </a:xfrm>
          <a:prstGeom prst="rect">
            <a:avLst/>
          </a:prstGeom>
          <a:noFill/>
          <a:ln cap="flat" cmpd="sng" w="6850">
            <a:solidFill>
              <a:srgbClr val="1D5A9C"/>
            </a:solidFill>
            <a:prstDash val="dash"/>
            <a:round/>
            <a:headEnd len="sm" w="sm" type="none"/>
            <a:tailEnd len="sm" w="sm" type="none"/>
          </a:ln>
        </p:spPr>
        <p:txBody>
          <a:bodyPr anchorCtr="0" anchor="ctr" bIns="65750" lIns="65750" spcFirstLastPara="1" rIns="65750" wrap="square" tIns="65750">
            <a:noAutofit/>
          </a:bodyPr>
          <a:lstStyle/>
          <a:p>
            <a:pPr indent="0" lvl="0" marL="0" marR="0" rtl="0" algn="ctr">
              <a:lnSpc>
                <a:spcPct val="100000"/>
              </a:lnSpc>
              <a:spcBef>
                <a:spcPts val="0"/>
              </a:spcBef>
              <a:spcAft>
                <a:spcPts val="0"/>
              </a:spcAft>
              <a:buClr>
                <a:srgbClr val="000000"/>
              </a:buClr>
              <a:buSzPts val="1055"/>
              <a:buFont typeface="Arial"/>
              <a:buNone/>
            </a:pPr>
            <a:r>
              <a:t/>
            </a:r>
            <a:endParaRPr b="0" i="0" sz="1054" u="none" cap="none" strike="noStrike">
              <a:solidFill>
                <a:srgbClr val="000000"/>
              </a:solidFill>
              <a:latin typeface="Arial"/>
              <a:ea typeface="Arial"/>
              <a:cs typeface="Arial"/>
              <a:sym typeface="Arial"/>
            </a:endParaRPr>
          </a:p>
        </p:txBody>
      </p:sp>
      <p:pic>
        <p:nvPicPr>
          <p:cNvPr id="196" name="Google Shape;196;p17"/>
          <p:cNvPicPr preferRelativeResize="0"/>
          <p:nvPr/>
        </p:nvPicPr>
        <p:blipFill rotWithShape="1">
          <a:blip r:embed="rId3">
            <a:alphaModFix/>
          </a:blip>
          <a:srcRect b="0" l="0" r="0" t="0"/>
          <a:stretch/>
        </p:blipFill>
        <p:spPr>
          <a:xfrm>
            <a:off x="1057243" y="1750298"/>
            <a:ext cx="527931" cy="496876"/>
          </a:xfrm>
          <a:prstGeom prst="rect">
            <a:avLst/>
          </a:prstGeom>
          <a:noFill/>
          <a:ln>
            <a:noFill/>
          </a:ln>
        </p:spPr>
      </p:pic>
      <p:cxnSp>
        <p:nvCxnSpPr>
          <p:cNvPr id="197" name="Google Shape;197;p17"/>
          <p:cNvCxnSpPr/>
          <p:nvPr/>
        </p:nvCxnSpPr>
        <p:spPr>
          <a:xfrm>
            <a:off x="1303170" y="2288984"/>
            <a:ext cx="0" cy="557100"/>
          </a:xfrm>
          <a:prstGeom prst="straightConnector1">
            <a:avLst/>
          </a:prstGeom>
          <a:noFill/>
          <a:ln cap="flat" cmpd="sng" w="13725">
            <a:solidFill>
              <a:srgbClr val="1D5A9C"/>
            </a:solidFill>
            <a:prstDash val="solid"/>
            <a:round/>
            <a:headEnd len="sm" w="sm" type="none"/>
            <a:tailEnd len="med" w="med" type="triangle"/>
          </a:ln>
        </p:spPr>
      </p:cxnSp>
      <p:pic>
        <p:nvPicPr>
          <p:cNvPr id="198" name="Google Shape;198;p17"/>
          <p:cNvPicPr preferRelativeResize="0"/>
          <p:nvPr/>
        </p:nvPicPr>
        <p:blipFill>
          <a:blip r:embed="rId4">
            <a:alphaModFix/>
          </a:blip>
          <a:stretch>
            <a:fillRect/>
          </a:stretch>
        </p:blipFill>
        <p:spPr>
          <a:xfrm>
            <a:off x="1117683" y="2567513"/>
            <a:ext cx="370978" cy="370978"/>
          </a:xfrm>
          <a:prstGeom prst="rect">
            <a:avLst/>
          </a:prstGeom>
          <a:noFill/>
          <a:ln>
            <a:noFill/>
          </a:ln>
        </p:spPr>
      </p:pic>
      <p:cxnSp>
        <p:nvCxnSpPr>
          <p:cNvPr id="199" name="Google Shape;199;p17"/>
          <p:cNvCxnSpPr>
            <a:stCxn id="195" idx="3"/>
            <a:endCxn id="200" idx="1"/>
          </p:cNvCxnSpPr>
          <p:nvPr/>
        </p:nvCxnSpPr>
        <p:spPr>
          <a:xfrm flipH="1" rot="10800000">
            <a:off x="1966500" y="2284975"/>
            <a:ext cx="1599900" cy="5700"/>
          </a:xfrm>
          <a:prstGeom prst="straightConnector1">
            <a:avLst/>
          </a:prstGeom>
          <a:noFill/>
          <a:ln cap="flat" cmpd="sng" w="13725">
            <a:solidFill>
              <a:srgbClr val="1D5A9C"/>
            </a:solidFill>
            <a:prstDash val="solid"/>
            <a:round/>
            <a:headEnd len="sm" w="sm" type="none"/>
            <a:tailEnd len="med" w="med" type="triangle"/>
          </a:ln>
        </p:spPr>
      </p:cxnSp>
      <p:sp>
        <p:nvSpPr>
          <p:cNvPr id="200" name="Google Shape;200;p17"/>
          <p:cNvSpPr/>
          <p:nvPr/>
        </p:nvSpPr>
        <p:spPr>
          <a:xfrm>
            <a:off x="3566500" y="1514725"/>
            <a:ext cx="934800" cy="1540800"/>
          </a:xfrm>
          <a:prstGeom prst="rect">
            <a:avLst/>
          </a:prstGeom>
          <a:noFill/>
          <a:ln cap="flat" cmpd="sng" w="9150">
            <a:solidFill>
              <a:srgbClr val="1D5A9C"/>
            </a:solidFill>
            <a:prstDash val="dash"/>
            <a:round/>
            <a:headEnd len="sm" w="sm" type="none"/>
            <a:tailEnd len="sm" w="sm" type="none"/>
          </a:ln>
        </p:spPr>
        <p:txBody>
          <a:bodyPr anchorCtr="0" anchor="ctr" bIns="65750" lIns="65750" spcFirstLastPara="1" rIns="65750" wrap="square" tIns="65750">
            <a:noAutofit/>
          </a:bodyPr>
          <a:lstStyle/>
          <a:p>
            <a:pPr indent="0" lvl="0" marL="0" rtl="0" algn="ctr">
              <a:spcBef>
                <a:spcPts val="0"/>
              </a:spcBef>
              <a:spcAft>
                <a:spcPts val="0"/>
              </a:spcAft>
              <a:buNone/>
            </a:pPr>
            <a:r>
              <a:t/>
            </a:r>
            <a:endParaRPr sz="1054"/>
          </a:p>
        </p:txBody>
      </p:sp>
      <p:cxnSp>
        <p:nvCxnSpPr>
          <p:cNvPr id="201" name="Google Shape;201;p17"/>
          <p:cNvCxnSpPr/>
          <p:nvPr/>
        </p:nvCxnSpPr>
        <p:spPr>
          <a:xfrm>
            <a:off x="3916701" y="1679570"/>
            <a:ext cx="496200" cy="0"/>
          </a:xfrm>
          <a:prstGeom prst="straightConnector1">
            <a:avLst/>
          </a:prstGeom>
          <a:noFill/>
          <a:ln cap="flat" cmpd="sng" w="6850">
            <a:solidFill>
              <a:srgbClr val="1D5A9C"/>
            </a:solidFill>
            <a:prstDash val="solid"/>
            <a:round/>
            <a:headEnd len="med" w="med" type="none"/>
            <a:tailEnd len="med" w="med" type="none"/>
          </a:ln>
        </p:spPr>
      </p:cxnSp>
      <p:pic>
        <p:nvPicPr>
          <p:cNvPr id="202" name="Google Shape;202;p17" title="user.png"/>
          <p:cNvPicPr preferRelativeResize="0"/>
          <p:nvPr/>
        </p:nvPicPr>
        <p:blipFill>
          <a:blip r:embed="rId5">
            <a:alphaModFix/>
          </a:blip>
          <a:stretch>
            <a:fillRect/>
          </a:stretch>
        </p:blipFill>
        <p:spPr>
          <a:xfrm>
            <a:off x="3654900" y="1558229"/>
            <a:ext cx="244934" cy="242707"/>
          </a:xfrm>
          <a:prstGeom prst="rect">
            <a:avLst/>
          </a:prstGeom>
          <a:noFill/>
          <a:ln>
            <a:noFill/>
          </a:ln>
        </p:spPr>
      </p:pic>
      <p:cxnSp>
        <p:nvCxnSpPr>
          <p:cNvPr id="203" name="Google Shape;203;p17"/>
          <p:cNvCxnSpPr/>
          <p:nvPr/>
        </p:nvCxnSpPr>
        <p:spPr>
          <a:xfrm>
            <a:off x="3916701" y="1959163"/>
            <a:ext cx="496200" cy="0"/>
          </a:xfrm>
          <a:prstGeom prst="straightConnector1">
            <a:avLst/>
          </a:prstGeom>
          <a:noFill/>
          <a:ln cap="flat" cmpd="sng" w="6850">
            <a:solidFill>
              <a:srgbClr val="1D5A9C"/>
            </a:solidFill>
            <a:prstDash val="solid"/>
            <a:round/>
            <a:headEnd len="med" w="med" type="none"/>
            <a:tailEnd len="med" w="med" type="none"/>
          </a:ln>
        </p:spPr>
      </p:cxnSp>
      <p:pic>
        <p:nvPicPr>
          <p:cNvPr id="204" name="Google Shape;204;p17" title="user.png"/>
          <p:cNvPicPr preferRelativeResize="0"/>
          <p:nvPr/>
        </p:nvPicPr>
        <p:blipFill>
          <a:blip r:embed="rId5">
            <a:alphaModFix/>
          </a:blip>
          <a:stretch>
            <a:fillRect/>
          </a:stretch>
        </p:blipFill>
        <p:spPr>
          <a:xfrm>
            <a:off x="3654900" y="1837822"/>
            <a:ext cx="244934" cy="242707"/>
          </a:xfrm>
          <a:prstGeom prst="rect">
            <a:avLst/>
          </a:prstGeom>
          <a:noFill/>
          <a:ln>
            <a:noFill/>
          </a:ln>
        </p:spPr>
      </p:pic>
      <p:cxnSp>
        <p:nvCxnSpPr>
          <p:cNvPr id="205" name="Google Shape;205;p17"/>
          <p:cNvCxnSpPr/>
          <p:nvPr/>
        </p:nvCxnSpPr>
        <p:spPr>
          <a:xfrm>
            <a:off x="3916701" y="2260545"/>
            <a:ext cx="496200" cy="0"/>
          </a:xfrm>
          <a:prstGeom prst="straightConnector1">
            <a:avLst/>
          </a:prstGeom>
          <a:noFill/>
          <a:ln cap="flat" cmpd="sng" w="6850">
            <a:solidFill>
              <a:srgbClr val="1D5A9C"/>
            </a:solidFill>
            <a:prstDash val="solid"/>
            <a:round/>
            <a:headEnd len="med" w="med" type="none"/>
            <a:tailEnd len="med" w="med" type="none"/>
          </a:ln>
        </p:spPr>
      </p:cxnSp>
      <p:pic>
        <p:nvPicPr>
          <p:cNvPr id="206" name="Google Shape;206;p17" title="user.png"/>
          <p:cNvPicPr preferRelativeResize="0"/>
          <p:nvPr/>
        </p:nvPicPr>
        <p:blipFill>
          <a:blip r:embed="rId5">
            <a:alphaModFix/>
          </a:blip>
          <a:stretch>
            <a:fillRect/>
          </a:stretch>
        </p:blipFill>
        <p:spPr>
          <a:xfrm>
            <a:off x="3654900" y="2139204"/>
            <a:ext cx="244934" cy="242707"/>
          </a:xfrm>
          <a:prstGeom prst="rect">
            <a:avLst/>
          </a:prstGeom>
          <a:noFill/>
          <a:ln>
            <a:noFill/>
          </a:ln>
        </p:spPr>
      </p:pic>
      <p:cxnSp>
        <p:nvCxnSpPr>
          <p:cNvPr id="207" name="Google Shape;207;p17"/>
          <p:cNvCxnSpPr/>
          <p:nvPr/>
        </p:nvCxnSpPr>
        <p:spPr>
          <a:xfrm>
            <a:off x="3916701" y="2561926"/>
            <a:ext cx="496200" cy="0"/>
          </a:xfrm>
          <a:prstGeom prst="straightConnector1">
            <a:avLst/>
          </a:prstGeom>
          <a:noFill/>
          <a:ln cap="flat" cmpd="sng" w="6850">
            <a:solidFill>
              <a:srgbClr val="1D5A9C"/>
            </a:solidFill>
            <a:prstDash val="solid"/>
            <a:round/>
            <a:headEnd len="med" w="med" type="none"/>
            <a:tailEnd len="med" w="med" type="none"/>
          </a:ln>
        </p:spPr>
      </p:cxnSp>
      <p:pic>
        <p:nvPicPr>
          <p:cNvPr id="208" name="Google Shape;208;p17" title="user.png"/>
          <p:cNvPicPr preferRelativeResize="0"/>
          <p:nvPr/>
        </p:nvPicPr>
        <p:blipFill>
          <a:blip r:embed="rId5">
            <a:alphaModFix/>
          </a:blip>
          <a:stretch>
            <a:fillRect/>
          </a:stretch>
        </p:blipFill>
        <p:spPr>
          <a:xfrm>
            <a:off x="3654900" y="2440585"/>
            <a:ext cx="244934" cy="242707"/>
          </a:xfrm>
          <a:prstGeom prst="rect">
            <a:avLst/>
          </a:prstGeom>
          <a:noFill/>
          <a:ln>
            <a:noFill/>
          </a:ln>
        </p:spPr>
      </p:pic>
      <p:cxnSp>
        <p:nvCxnSpPr>
          <p:cNvPr id="209" name="Google Shape;209;p17"/>
          <p:cNvCxnSpPr/>
          <p:nvPr/>
        </p:nvCxnSpPr>
        <p:spPr>
          <a:xfrm>
            <a:off x="3916701" y="2863307"/>
            <a:ext cx="496200" cy="0"/>
          </a:xfrm>
          <a:prstGeom prst="straightConnector1">
            <a:avLst/>
          </a:prstGeom>
          <a:noFill/>
          <a:ln cap="flat" cmpd="sng" w="6850">
            <a:solidFill>
              <a:srgbClr val="1D5A9C"/>
            </a:solidFill>
            <a:prstDash val="solid"/>
            <a:round/>
            <a:headEnd len="med" w="med" type="none"/>
            <a:tailEnd len="med" w="med" type="none"/>
          </a:ln>
        </p:spPr>
      </p:cxnSp>
      <p:pic>
        <p:nvPicPr>
          <p:cNvPr id="210" name="Google Shape;210;p17" title="user.png"/>
          <p:cNvPicPr preferRelativeResize="0"/>
          <p:nvPr/>
        </p:nvPicPr>
        <p:blipFill>
          <a:blip r:embed="rId5">
            <a:alphaModFix/>
          </a:blip>
          <a:stretch>
            <a:fillRect/>
          </a:stretch>
        </p:blipFill>
        <p:spPr>
          <a:xfrm>
            <a:off x="3654900" y="2741966"/>
            <a:ext cx="244934" cy="242707"/>
          </a:xfrm>
          <a:prstGeom prst="rect">
            <a:avLst/>
          </a:prstGeom>
          <a:noFill/>
          <a:ln>
            <a:noFill/>
          </a:ln>
        </p:spPr>
      </p:pic>
      <p:sp>
        <p:nvSpPr>
          <p:cNvPr id="211" name="Google Shape;211;p17"/>
          <p:cNvSpPr/>
          <p:nvPr/>
        </p:nvSpPr>
        <p:spPr>
          <a:xfrm>
            <a:off x="6579150" y="1429950"/>
            <a:ext cx="994375" cy="1596950"/>
          </a:xfrm>
          <a:prstGeom prst="flowChartMagneticDisk">
            <a:avLst/>
          </a:prstGeom>
          <a:solidFill>
            <a:srgbClr val="6D9EEB"/>
          </a:solidFill>
          <a:ln cap="flat" cmpd="sng" w="8100">
            <a:solidFill>
              <a:schemeClr val="lt1"/>
            </a:solidFill>
            <a:prstDash val="solid"/>
            <a:round/>
            <a:headEnd len="sm" w="sm" type="none"/>
            <a:tailEnd len="sm" w="sm" type="none"/>
          </a:ln>
        </p:spPr>
        <p:txBody>
          <a:bodyPr anchorCtr="0" anchor="ctr" bIns="77675" lIns="77675" spcFirstLastPara="1" rIns="77675" wrap="square" tIns="77675">
            <a:noAutofit/>
          </a:bodyPr>
          <a:lstStyle/>
          <a:p>
            <a:pPr indent="0" lvl="0" marL="0" rtl="0" algn="ctr">
              <a:spcBef>
                <a:spcPts val="0"/>
              </a:spcBef>
              <a:spcAft>
                <a:spcPts val="0"/>
              </a:spcAft>
              <a:buNone/>
            </a:pPr>
            <a:r>
              <a:rPr b="1" lang="en" sz="1245">
                <a:solidFill>
                  <a:schemeClr val="lt1"/>
                </a:solidFill>
              </a:rPr>
              <a:t>AWS RDS</a:t>
            </a:r>
            <a:endParaRPr b="1" sz="1245">
              <a:solidFill>
                <a:schemeClr val="lt1"/>
              </a:solidFill>
            </a:endParaRPr>
          </a:p>
        </p:txBody>
      </p:sp>
      <p:cxnSp>
        <p:nvCxnSpPr>
          <p:cNvPr id="212" name="Google Shape;212;p17"/>
          <p:cNvCxnSpPr>
            <a:endCxn id="211" idx="2"/>
          </p:cNvCxnSpPr>
          <p:nvPr/>
        </p:nvCxnSpPr>
        <p:spPr>
          <a:xfrm flipH="1" rot="10800000">
            <a:off x="4501350" y="2228425"/>
            <a:ext cx="2077800" cy="3000"/>
          </a:xfrm>
          <a:prstGeom prst="straightConnector1">
            <a:avLst/>
          </a:prstGeom>
          <a:noFill/>
          <a:ln cap="flat" cmpd="sng" w="13725">
            <a:solidFill>
              <a:srgbClr val="1D5A9C"/>
            </a:solidFill>
            <a:prstDash val="solid"/>
            <a:round/>
            <a:headEnd len="sm" w="sm" type="none"/>
            <a:tailEnd len="med" w="med" type="triangle"/>
          </a:ln>
        </p:spPr>
      </p:cxnSp>
      <p:sp>
        <p:nvSpPr>
          <p:cNvPr id="213" name="Google Shape;213;p17"/>
          <p:cNvSpPr txBox="1"/>
          <p:nvPr>
            <p:ph idx="12" type="sldNum"/>
          </p:nvPr>
        </p:nvSpPr>
        <p:spPr>
          <a:xfrm>
            <a:off x="8472458" y="4663217"/>
            <a:ext cx="548700" cy="393600"/>
          </a:xfrm>
          <a:prstGeom prst="rect">
            <a:avLst/>
          </a:prstGeom>
        </p:spPr>
        <p:txBody>
          <a:bodyPr anchorCtr="0" anchor="t" bIns="91425" lIns="91425" spcFirstLastPara="1" rIns="91425" wrap="square" tIns="91425">
            <a:normAutofit/>
          </a:bodyPr>
          <a:lstStyle/>
          <a:p>
            <a:pPr indent="0" lvl="0" marL="0" rtl="0" algn="r">
              <a:spcBef>
                <a:spcPts val="0"/>
              </a:spcBef>
              <a:spcAft>
                <a:spcPts val="0"/>
              </a:spcAft>
              <a:buNone/>
            </a:pPr>
            <a:fld id="{00000000-1234-1234-1234-123412341234}" type="slidenum">
              <a:rPr lang="en" sz="1200">
                <a:latin typeface="Jost"/>
                <a:ea typeface="Jost"/>
                <a:cs typeface="Jost"/>
                <a:sym typeface="Jost"/>
              </a:rPr>
              <a:t>‹#›</a:t>
            </a:fld>
            <a:endParaRPr sz="1200">
              <a:latin typeface="Jost"/>
              <a:ea typeface="Jost"/>
              <a:cs typeface="Jost"/>
              <a:sym typeface="Jost"/>
            </a:endParaRPr>
          </a:p>
        </p:txBody>
      </p:sp>
      <p:pic>
        <p:nvPicPr>
          <p:cNvPr descr="Picture 2" id="214" name="Google Shape;214;p17"/>
          <p:cNvPicPr preferRelativeResize="0"/>
          <p:nvPr/>
        </p:nvPicPr>
        <p:blipFill rotWithShape="1">
          <a:blip r:embed="rId6">
            <a:alphaModFix/>
          </a:blip>
          <a:srcRect b="23524" l="0" r="0" t="0"/>
          <a:stretch/>
        </p:blipFill>
        <p:spPr>
          <a:xfrm>
            <a:off x="282900" y="4736544"/>
            <a:ext cx="1290600" cy="226006"/>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18"/>
          <p:cNvSpPr/>
          <p:nvPr/>
        </p:nvSpPr>
        <p:spPr>
          <a:xfrm>
            <a:off x="1009207" y="916979"/>
            <a:ext cx="873900" cy="272100"/>
          </a:xfrm>
          <a:prstGeom prst="rect">
            <a:avLst/>
          </a:prstGeom>
          <a:noFill/>
          <a:ln cap="flat" cmpd="sng" w="6575">
            <a:solidFill>
              <a:schemeClr val="lt1"/>
            </a:solidFill>
            <a:prstDash val="solid"/>
            <a:round/>
            <a:headEnd len="sm" w="sm" type="none"/>
            <a:tailEnd len="sm" w="sm" type="none"/>
          </a:ln>
        </p:spPr>
        <p:txBody>
          <a:bodyPr anchorCtr="0" anchor="ctr" bIns="84100" lIns="84100" spcFirstLastPara="1" rIns="84100" wrap="square" tIns="84100">
            <a:noAutofit/>
          </a:bodyPr>
          <a:lstStyle/>
          <a:p>
            <a:pPr indent="0" lvl="1" marL="0" marR="0" rtl="0" algn="ctr">
              <a:lnSpc>
                <a:spcPct val="100000"/>
              </a:lnSpc>
              <a:spcBef>
                <a:spcPts val="0"/>
              </a:spcBef>
              <a:spcAft>
                <a:spcPts val="0"/>
              </a:spcAft>
              <a:buClr>
                <a:srgbClr val="000000"/>
              </a:buClr>
              <a:buSzPts val="736"/>
              <a:buFont typeface="Arial"/>
              <a:buNone/>
            </a:pPr>
            <a:r>
              <a:rPr i="0" lang="en" sz="827" u="none" cap="none" strike="noStrike">
                <a:solidFill>
                  <a:schemeClr val="dk1"/>
                </a:solidFill>
                <a:latin typeface="Jost"/>
                <a:ea typeface="Jost"/>
                <a:cs typeface="Jost"/>
                <a:sym typeface="Jost"/>
              </a:rPr>
              <a:t>Enters Credentials </a:t>
            </a:r>
            <a:endParaRPr i="0" sz="735" u="none" cap="none" strike="noStrike">
              <a:solidFill>
                <a:schemeClr val="dk1"/>
              </a:solidFill>
              <a:latin typeface="Jost"/>
              <a:ea typeface="Jost"/>
              <a:cs typeface="Jost"/>
              <a:sym typeface="Jost"/>
            </a:endParaRPr>
          </a:p>
        </p:txBody>
      </p:sp>
      <p:cxnSp>
        <p:nvCxnSpPr>
          <p:cNvPr id="220" name="Google Shape;220;p18"/>
          <p:cNvCxnSpPr/>
          <p:nvPr/>
        </p:nvCxnSpPr>
        <p:spPr>
          <a:xfrm>
            <a:off x="1222321" y="1479229"/>
            <a:ext cx="479100" cy="0"/>
          </a:xfrm>
          <a:prstGeom prst="straightConnector1">
            <a:avLst/>
          </a:prstGeom>
          <a:noFill/>
          <a:ln cap="flat" cmpd="sng" w="13150">
            <a:solidFill>
              <a:srgbClr val="1D5A9C"/>
            </a:solidFill>
            <a:prstDash val="solid"/>
            <a:round/>
            <a:headEnd len="sm" w="sm" type="none"/>
            <a:tailEnd len="med" w="med" type="triangle"/>
          </a:ln>
        </p:spPr>
      </p:cxnSp>
      <p:sp>
        <p:nvSpPr>
          <p:cNvPr id="221" name="Google Shape;221;p18"/>
          <p:cNvSpPr/>
          <p:nvPr/>
        </p:nvSpPr>
        <p:spPr>
          <a:xfrm>
            <a:off x="369275" y="1379386"/>
            <a:ext cx="836700" cy="220500"/>
          </a:xfrm>
          <a:prstGeom prst="rect">
            <a:avLst/>
          </a:prstGeom>
          <a:noFill/>
          <a:ln cap="flat" cmpd="sng" w="6575">
            <a:solidFill>
              <a:srgbClr val="0B5394"/>
            </a:solidFill>
            <a:prstDash val="solid"/>
            <a:round/>
            <a:headEnd len="sm" w="sm" type="none"/>
            <a:tailEnd len="sm" w="sm" type="none"/>
          </a:ln>
        </p:spPr>
        <p:txBody>
          <a:bodyPr anchorCtr="0" anchor="ctr" bIns="84100" lIns="84100" spcFirstLastPara="1" rIns="84100" wrap="square" tIns="84100">
            <a:noAutofit/>
          </a:bodyPr>
          <a:lstStyle/>
          <a:p>
            <a:pPr indent="0" lvl="0" marL="0" marR="0" rtl="0" algn="ctr">
              <a:lnSpc>
                <a:spcPct val="100000"/>
              </a:lnSpc>
              <a:spcBef>
                <a:spcPts val="0"/>
              </a:spcBef>
              <a:spcAft>
                <a:spcPts val="0"/>
              </a:spcAft>
              <a:buClr>
                <a:srgbClr val="000000"/>
              </a:buClr>
              <a:buSzPts val="736"/>
              <a:buFont typeface="Arial"/>
              <a:buNone/>
            </a:pPr>
            <a:r>
              <a:rPr i="0" lang="en" sz="735" u="none" cap="none" strike="noStrike">
                <a:solidFill>
                  <a:schemeClr val="dk1"/>
                </a:solidFill>
                <a:latin typeface="Jost"/>
                <a:ea typeface="Jost"/>
                <a:cs typeface="Jost"/>
                <a:sym typeface="Jost"/>
              </a:rPr>
              <a:t>User</a:t>
            </a:r>
            <a:endParaRPr i="0" sz="735" u="none" cap="none" strike="noStrike">
              <a:solidFill>
                <a:srgbClr val="000000"/>
              </a:solidFill>
              <a:latin typeface="Jost"/>
              <a:ea typeface="Jost"/>
              <a:cs typeface="Jost"/>
              <a:sym typeface="Jost"/>
            </a:endParaRPr>
          </a:p>
        </p:txBody>
      </p:sp>
      <p:cxnSp>
        <p:nvCxnSpPr>
          <p:cNvPr id="222" name="Google Shape;222;p18"/>
          <p:cNvCxnSpPr/>
          <p:nvPr/>
        </p:nvCxnSpPr>
        <p:spPr>
          <a:xfrm>
            <a:off x="5638096" y="1340138"/>
            <a:ext cx="479100" cy="0"/>
          </a:xfrm>
          <a:prstGeom prst="straightConnector1">
            <a:avLst/>
          </a:prstGeom>
          <a:noFill/>
          <a:ln cap="flat" cmpd="sng" w="13150">
            <a:solidFill>
              <a:srgbClr val="1D5A9C"/>
            </a:solidFill>
            <a:prstDash val="solid"/>
            <a:round/>
            <a:headEnd len="sm" w="sm" type="none"/>
            <a:tailEnd len="med" w="med" type="triangle"/>
          </a:ln>
        </p:spPr>
      </p:cxnSp>
      <p:pic>
        <p:nvPicPr>
          <p:cNvPr id="223" name="Google Shape;223;p18"/>
          <p:cNvPicPr preferRelativeResize="0"/>
          <p:nvPr/>
        </p:nvPicPr>
        <p:blipFill rotWithShape="1">
          <a:blip r:embed="rId3">
            <a:alphaModFix/>
          </a:blip>
          <a:srcRect b="0" l="0" r="0" t="0"/>
          <a:stretch/>
        </p:blipFill>
        <p:spPr>
          <a:xfrm>
            <a:off x="4852154" y="1029529"/>
            <a:ext cx="740640" cy="701036"/>
          </a:xfrm>
          <a:prstGeom prst="rect">
            <a:avLst/>
          </a:prstGeom>
          <a:noFill/>
          <a:ln>
            <a:noFill/>
          </a:ln>
        </p:spPr>
      </p:pic>
      <p:sp>
        <p:nvSpPr>
          <p:cNvPr id="224" name="Google Shape;224;p18"/>
          <p:cNvSpPr/>
          <p:nvPr/>
        </p:nvSpPr>
        <p:spPr>
          <a:xfrm>
            <a:off x="6220419" y="776310"/>
            <a:ext cx="951600" cy="2089500"/>
          </a:xfrm>
          <a:prstGeom prst="rect">
            <a:avLst/>
          </a:prstGeom>
          <a:noFill/>
          <a:ln cap="flat" cmpd="sng" w="6575">
            <a:solidFill>
              <a:srgbClr val="1D5A9C"/>
            </a:solidFill>
            <a:prstDash val="dash"/>
            <a:round/>
            <a:headEnd len="sm" w="sm" type="none"/>
            <a:tailEnd len="sm" w="sm" type="none"/>
          </a:ln>
        </p:spPr>
        <p:txBody>
          <a:bodyPr anchorCtr="0" anchor="ctr" bIns="63100" lIns="63100" spcFirstLastPara="1" rIns="63100" wrap="square" tIns="63100">
            <a:noAutofit/>
          </a:bodyPr>
          <a:lstStyle/>
          <a:p>
            <a:pPr indent="0" lvl="0" marL="0" marR="0" rtl="0" algn="ctr">
              <a:lnSpc>
                <a:spcPct val="100000"/>
              </a:lnSpc>
              <a:spcBef>
                <a:spcPts val="0"/>
              </a:spcBef>
              <a:spcAft>
                <a:spcPts val="0"/>
              </a:spcAft>
              <a:buClr>
                <a:srgbClr val="000000"/>
              </a:buClr>
              <a:buSzPts val="1012"/>
              <a:buFont typeface="Arial"/>
              <a:buNone/>
            </a:pPr>
            <a:r>
              <a:t/>
            </a:r>
            <a:endParaRPr b="0" i="0" sz="1011" u="none" cap="none" strike="noStrike">
              <a:solidFill>
                <a:srgbClr val="000000"/>
              </a:solidFill>
              <a:latin typeface="Arial"/>
              <a:ea typeface="Arial"/>
              <a:cs typeface="Arial"/>
              <a:sym typeface="Arial"/>
            </a:endParaRPr>
          </a:p>
        </p:txBody>
      </p:sp>
      <p:sp>
        <p:nvSpPr>
          <p:cNvPr id="225" name="Google Shape;225;p18"/>
          <p:cNvSpPr/>
          <p:nvPr/>
        </p:nvSpPr>
        <p:spPr>
          <a:xfrm>
            <a:off x="6278832" y="856438"/>
            <a:ext cx="836700" cy="220500"/>
          </a:xfrm>
          <a:prstGeom prst="rect">
            <a:avLst/>
          </a:prstGeom>
          <a:noFill/>
          <a:ln cap="flat" cmpd="sng" w="6575">
            <a:solidFill>
              <a:srgbClr val="0B5394"/>
            </a:solidFill>
            <a:prstDash val="solid"/>
            <a:round/>
            <a:headEnd len="sm" w="sm" type="none"/>
            <a:tailEnd len="sm" w="sm" type="none"/>
          </a:ln>
        </p:spPr>
        <p:txBody>
          <a:bodyPr anchorCtr="0" anchor="ctr" bIns="84100" lIns="84100" spcFirstLastPara="1" rIns="84100" wrap="square" tIns="84100">
            <a:noAutofit/>
          </a:bodyPr>
          <a:lstStyle/>
          <a:p>
            <a:pPr indent="0" lvl="1" marL="0" marR="0" rtl="0" algn="ctr">
              <a:lnSpc>
                <a:spcPct val="100000"/>
              </a:lnSpc>
              <a:spcBef>
                <a:spcPts val="0"/>
              </a:spcBef>
              <a:spcAft>
                <a:spcPts val="0"/>
              </a:spcAft>
              <a:buClr>
                <a:srgbClr val="000000"/>
              </a:buClr>
              <a:buSzPts val="736"/>
              <a:buFont typeface="Arial"/>
              <a:buNone/>
            </a:pPr>
            <a:r>
              <a:rPr b="1" i="0" lang="en" sz="827" u="none" cap="none" strike="noStrike">
                <a:solidFill>
                  <a:srgbClr val="1D5A9C"/>
                </a:solidFill>
                <a:latin typeface="Jost"/>
                <a:ea typeface="Jost"/>
                <a:cs typeface="Jost"/>
                <a:sym typeface="Jost"/>
              </a:rPr>
              <a:t>Users</a:t>
            </a:r>
            <a:endParaRPr b="1" i="0" sz="735" u="none" cap="none" strike="noStrike">
              <a:solidFill>
                <a:schemeClr val="dk1"/>
              </a:solidFill>
              <a:latin typeface="Jost"/>
              <a:ea typeface="Jost"/>
              <a:cs typeface="Jost"/>
              <a:sym typeface="Jost"/>
            </a:endParaRPr>
          </a:p>
        </p:txBody>
      </p:sp>
      <p:sp>
        <p:nvSpPr>
          <p:cNvPr id="226" name="Google Shape;226;p18"/>
          <p:cNvSpPr/>
          <p:nvPr/>
        </p:nvSpPr>
        <p:spPr>
          <a:xfrm>
            <a:off x="6288043" y="1107276"/>
            <a:ext cx="836700" cy="220500"/>
          </a:xfrm>
          <a:prstGeom prst="rect">
            <a:avLst/>
          </a:prstGeom>
          <a:noFill/>
          <a:ln cap="flat" cmpd="sng" w="6575">
            <a:solidFill>
              <a:srgbClr val="0B5394"/>
            </a:solidFill>
            <a:prstDash val="solid"/>
            <a:round/>
            <a:headEnd len="sm" w="sm" type="none"/>
            <a:tailEnd len="sm" w="sm" type="none"/>
          </a:ln>
        </p:spPr>
        <p:txBody>
          <a:bodyPr anchorCtr="0" anchor="ctr" bIns="84100" lIns="84100" spcFirstLastPara="1" rIns="84100" wrap="square" tIns="84100">
            <a:noAutofit/>
          </a:bodyPr>
          <a:lstStyle/>
          <a:p>
            <a:pPr indent="0" lvl="1" marL="0" marR="0" rtl="0" algn="ctr">
              <a:lnSpc>
                <a:spcPct val="100000"/>
              </a:lnSpc>
              <a:spcBef>
                <a:spcPts val="0"/>
              </a:spcBef>
              <a:spcAft>
                <a:spcPts val="0"/>
              </a:spcAft>
              <a:buClr>
                <a:srgbClr val="000000"/>
              </a:buClr>
              <a:buSzPts val="736"/>
              <a:buFont typeface="Arial"/>
              <a:buNone/>
            </a:pPr>
            <a:r>
              <a:rPr b="1" i="0" lang="en" sz="827" u="none" cap="none" strike="noStrike">
                <a:solidFill>
                  <a:srgbClr val="1D5A9C"/>
                </a:solidFill>
                <a:latin typeface="Jost"/>
                <a:ea typeface="Jost"/>
                <a:cs typeface="Jost"/>
                <a:sym typeface="Jost"/>
              </a:rPr>
              <a:t>Role</a:t>
            </a:r>
            <a:endParaRPr b="1" i="0" sz="735" u="none" cap="none" strike="noStrike">
              <a:solidFill>
                <a:schemeClr val="dk1"/>
              </a:solidFill>
              <a:latin typeface="Jost"/>
              <a:ea typeface="Jost"/>
              <a:cs typeface="Jost"/>
              <a:sym typeface="Jost"/>
            </a:endParaRPr>
          </a:p>
        </p:txBody>
      </p:sp>
      <p:sp>
        <p:nvSpPr>
          <p:cNvPr id="227" name="Google Shape;227;p18"/>
          <p:cNvSpPr/>
          <p:nvPr/>
        </p:nvSpPr>
        <p:spPr>
          <a:xfrm>
            <a:off x="6278832" y="1365230"/>
            <a:ext cx="836700" cy="220500"/>
          </a:xfrm>
          <a:prstGeom prst="rect">
            <a:avLst/>
          </a:prstGeom>
          <a:noFill/>
          <a:ln cap="flat" cmpd="sng" w="6575">
            <a:solidFill>
              <a:srgbClr val="0B5394"/>
            </a:solidFill>
            <a:prstDash val="solid"/>
            <a:round/>
            <a:headEnd len="sm" w="sm" type="none"/>
            <a:tailEnd len="sm" w="sm" type="none"/>
          </a:ln>
        </p:spPr>
        <p:txBody>
          <a:bodyPr anchorCtr="0" anchor="ctr" bIns="84100" lIns="84100" spcFirstLastPara="1" rIns="84100" wrap="square" tIns="84100">
            <a:noAutofit/>
          </a:bodyPr>
          <a:lstStyle/>
          <a:p>
            <a:pPr indent="0" lvl="1" marL="0" marR="0" rtl="0" algn="ctr">
              <a:lnSpc>
                <a:spcPct val="100000"/>
              </a:lnSpc>
              <a:spcBef>
                <a:spcPts val="0"/>
              </a:spcBef>
              <a:spcAft>
                <a:spcPts val="0"/>
              </a:spcAft>
              <a:buClr>
                <a:srgbClr val="000000"/>
              </a:buClr>
              <a:buSzPts val="736"/>
              <a:buFont typeface="Arial"/>
              <a:buNone/>
            </a:pPr>
            <a:r>
              <a:rPr b="1" lang="en" sz="827">
                <a:solidFill>
                  <a:srgbClr val="1D5A9C"/>
                </a:solidFill>
                <a:latin typeface="Jost"/>
                <a:ea typeface="Jost"/>
                <a:cs typeface="Jost"/>
                <a:sym typeface="Jost"/>
              </a:rPr>
              <a:t>Permissions</a:t>
            </a:r>
            <a:endParaRPr b="1" i="0" sz="735" u="none" cap="none" strike="noStrike">
              <a:solidFill>
                <a:schemeClr val="dk1"/>
              </a:solidFill>
              <a:latin typeface="Jost"/>
              <a:ea typeface="Jost"/>
              <a:cs typeface="Jost"/>
              <a:sym typeface="Jost"/>
            </a:endParaRPr>
          </a:p>
        </p:txBody>
      </p:sp>
      <p:sp>
        <p:nvSpPr>
          <p:cNvPr id="228" name="Google Shape;228;p18"/>
          <p:cNvSpPr/>
          <p:nvPr/>
        </p:nvSpPr>
        <p:spPr>
          <a:xfrm>
            <a:off x="6278831" y="1623839"/>
            <a:ext cx="836700" cy="220500"/>
          </a:xfrm>
          <a:prstGeom prst="rect">
            <a:avLst/>
          </a:prstGeom>
          <a:noFill/>
          <a:ln cap="flat" cmpd="sng" w="6575">
            <a:solidFill>
              <a:srgbClr val="0B5394"/>
            </a:solidFill>
            <a:prstDash val="solid"/>
            <a:round/>
            <a:headEnd len="sm" w="sm" type="none"/>
            <a:tailEnd len="sm" w="sm" type="none"/>
          </a:ln>
        </p:spPr>
        <p:txBody>
          <a:bodyPr anchorCtr="0" anchor="ctr" bIns="84100" lIns="84100" spcFirstLastPara="1" rIns="84100" wrap="square" tIns="84100">
            <a:noAutofit/>
          </a:bodyPr>
          <a:lstStyle/>
          <a:p>
            <a:pPr indent="0" lvl="1" marL="0" marR="0" rtl="0" algn="ctr">
              <a:lnSpc>
                <a:spcPct val="100000"/>
              </a:lnSpc>
              <a:spcBef>
                <a:spcPts val="0"/>
              </a:spcBef>
              <a:spcAft>
                <a:spcPts val="0"/>
              </a:spcAft>
              <a:buClr>
                <a:srgbClr val="000000"/>
              </a:buClr>
              <a:buSzPts val="736"/>
              <a:buFont typeface="Arial"/>
              <a:buNone/>
            </a:pPr>
            <a:r>
              <a:rPr b="1" lang="en" sz="827">
                <a:solidFill>
                  <a:srgbClr val="1D5A9C"/>
                </a:solidFill>
                <a:latin typeface="Jost"/>
                <a:ea typeface="Jost"/>
                <a:cs typeface="Jost"/>
                <a:sym typeface="Jost"/>
              </a:rPr>
              <a:t>Agent</a:t>
            </a:r>
            <a:endParaRPr b="1" i="0" sz="735" u="none" cap="none" strike="noStrike">
              <a:solidFill>
                <a:schemeClr val="dk1"/>
              </a:solidFill>
              <a:latin typeface="Jost"/>
              <a:ea typeface="Jost"/>
              <a:cs typeface="Jost"/>
              <a:sym typeface="Jost"/>
            </a:endParaRPr>
          </a:p>
        </p:txBody>
      </p:sp>
      <p:sp>
        <p:nvSpPr>
          <p:cNvPr id="229" name="Google Shape;229;p18"/>
          <p:cNvSpPr/>
          <p:nvPr/>
        </p:nvSpPr>
        <p:spPr>
          <a:xfrm>
            <a:off x="6278831" y="1882448"/>
            <a:ext cx="836700" cy="220500"/>
          </a:xfrm>
          <a:prstGeom prst="rect">
            <a:avLst/>
          </a:prstGeom>
          <a:noFill/>
          <a:ln cap="flat" cmpd="sng" w="6575">
            <a:solidFill>
              <a:srgbClr val="0B5394"/>
            </a:solidFill>
            <a:prstDash val="solid"/>
            <a:round/>
            <a:headEnd len="sm" w="sm" type="none"/>
            <a:tailEnd len="sm" w="sm" type="none"/>
          </a:ln>
        </p:spPr>
        <p:txBody>
          <a:bodyPr anchorCtr="0" anchor="ctr" bIns="84100" lIns="84100" spcFirstLastPara="1" rIns="84100" wrap="square" tIns="84100">
            <a:noAutofit/>
          </a:bodyPr>
          <a:lstStyle/>
          <a:p>
            <a:pPr indent="0" lvl="1" marL="0" rtl="0" algn="ctr">
              <a:spcBef>
                <a:spcPts val="0"/>
              </a:spcBef>
              <a:spcAft>
                <a:spcPts val="0"/>
              </a:spcAft>
              <a:buClr>
                <a:schemeClr val="dk1"/>
              </a:buClr>
              <a:buSzPts val="736"/>
              <a:buFont typeface="Arial"/>
              <a:buNone/>
            </a:pPr>
            <a:r>
              <a:rPr b="1" lang="en" sz="827">
                <a:solidFill>
                  <a:srgbClr val="1D5A9C"/>
                </a:solidFill>
                <a:latin typeface="Jost"/>
                <a:ea typeface="Jost"/>
                <a:cs typeface="Jost"/>
                <a:sym typeface="Jost"/>
              </a:rPr>
              <a:t>Department</a:t>
            </a:r>
            <a:endParaRPr b="1" sz="827">
              <a:solidFill>
                <a:srgbClr val="1D5A9C"/>
              </a:solidFill>
              <a:latin typeface="Jost"/>
              <a:ea typeface="Jost"/>
              <a:cs typeface="Jost"/>
              <a:sym typeface="Jost"/>
            </a:endParaRPr>
          </a:p>
        </p:txBody>
      </p:sp>
      <p:pic>
        <p:nvPicPr>
          <p:cNvPr id="230" name="Google Shape;230;p18"/>
          <p:cNvPicPr preferRelativeResize="0"/>
          <p:nvPr/>
        </p:nvPicPr>
        <p:blipFill rotWithShape="1">
          <a:blip r:embed="rId4">
            <a:alphaModFix/>
          </a:blip>
          <a:srcRect b="0" l="0" r="0" t="0"/>
          <a:stretch/>
        </p:blipFill>
        <p:spPr>
          <a:xfrm>
            <a:off x="569832" y="1062634"/>
            <a:ext cx="373701" cy="272065"/>
          </a:xfrm>
          <a:prstGeom prst="rect">
            <a:avLst/>
          </a:prstGeom>
          <a:noFill/>
          <a:ln>
            <a:noFill/>
          </a:ln>
        </p:spPr>
      </p:pic>
      <p:grpSp>
        <p:nvGrpSpPr>
          <p:cNvPr id="231" name="Google Shape;231;p18"/>
          <p:cNvGrpSpPr/>
          <p:nvPr/>
        </p:nvGrpSpPr>
        <p:grpSpPr>
          <a:xfrm>
            <a:off x="7573972" y="1606159"/>
            <a:ext cx="873949" cy="912096"/>
            <a:chOff x="4239933" y="1667442"/>
            <a:chExt cx="1454400" cy="1506600"/>
          </a:xfrm>
        </p:grpSpPr>
        <p:sp>
          <p:nvSpPr>
            <p:cNvPr id="232" name="Google Shape;232;p18"/>
            <p:cNvSpPr txBox="1"/>
            <p:nvPr/>
          </p:nvSpPr>
          <p:spPr>
            <a:xfrm>
              <a:off x="4239933" y="1667442"/>
              <a:ext cx="1454400" cy="1506600"/>
            </a:xfrm>
            <a:prstGeom prst="rect">
              <a:avLst/>
            </a:prstGeom>
            <a:noFill/>
            <a:ln cap="flat" cmpd="sng" w="6575">
              <a:solidFill>
                <a:srgbClr val="0B5394"/>
              </a:solidFill>
              <a:prstDash val="solid"/>
              <a:round/>
              <a:headEnd len="sm" w="sm" type="none"/>
              <a:tailEnd len="sm" w="sm" type="none"/>
            </a:ln>
          </p:spPr>
          <p:txBody>
            <a:bodyPr anchorCtr="0" anchor="t" bIns="84100" lIns="84100" spcFirstLastPara="1" rIns="84100" wrap="square" tIns="84100">
              <a:noAutofit/>
            </a:bodyPr>
            <a:lstStyle/>
            <a:p>
              <a:pPr indent="0" lvl="0" marL="0" marR="0" rtl="0" algn="r">
                <a:lnSpc>
                  <a:spcPct val="100000"/>
                </a:lnSpc>
                <a:spcBef>
                  <a:spcPts val="0"/>
                </a:spcBef>
                <a:spcAft>
                  <a:spcPts val="0"/>
                </a:spcAft>
                <a:buClr>
                  <a:srgbClr val="000000"/>
                </a:buClr>
                <a:buSzPts val="736"/>
                <a:buFont typeface="Arial"/>
                <a:buNone/>
              </a:pPr>
              <a:r>
                <a:t/>
              </a:r>
              <a:endParaRPr b="1" sz="735">
                <a:solidFill>
                  <a:srgbClr val="1D5A9C"/>
                </a:solidFill>
                <a:latin typeface="Nunito"/>
                <a:ea typeface="Nunito"/>
                <a:cs typeface="Nunito"/>
                <a:sym typeface="Nunito"/>
              </a:endParaRPr>
            </a:p>
            <a:p>
              <a:pPr indent="0" lvl="0" marL="0" marR="0" rtl="0" algn="r">
                <a:lnSpc>
                  <a:spcPct val="100000"/>
                </a:lnSpc>
                <a:spcBef>
                  <a:spcPts val="0"/>
                </a:spcBef>
                <a:spcAft>
                  <a:spcPts val="0"/>
                </a:spcAft>
                <a:buClr>
                  <a:srgbClr val="000000"/>
                </a:buClr>
                <a:buSzPts val="736"/>
                <a:buFont typeface="Arial"/>
                <a:buNone/>
              </a:pPr>
              <a:r>
                <a:t/>
              </a:r>
              <a:endParaRPr b="1" sz="735">
                <a:solidFill>
                  <a:srgbClr val="1D5A9C"/>
                </a:solidFill>
                <a:latin typeface="Nunito"/>
                <a:ea typeface="Nunito"/>
                <a:cs typeface="Nunito"/>
                <a:sym typeface="Nunito"/>
              </a:endParaRPr>
            </a:p>
            <a:p>
              <a:pPr indent="0" lvl="0" marL="0" marR="0" rtl="0" algn="r">
                <a:lnSpc>
                  <a:spcPct val="100000"/>
                </a:lnSpc>
                <a:spcBef>
                  <a:spcPts val="0"/>
                </a:spcBef>
                <a:spcAft>
                  <a:spcPts val="0"/>
                </a:spcAft>
                <a:buClr>
                  <a:srgbClr val="000000"/>
                </a:buClr>
                <a:buSzPts val="736"/>
                <a:buFont typeface="Arial"/>
                <a:buNone/>
              </a:pPr>
              <a:r>
                <a:t/>
              </a:r>
              <a:endParaRPr b="1" sz="735">
                <a:solidFill>
                  <a:srgbClr val="1D5A9C"/>
                </a:solidFill>
                <a:latin typeface="Nunito"/>
                <a:ea typeface="Nunito"/>
                <a:cs typeface="Nunito"/>
                <a:sym typeface="Nunito"/>
              </a:endParaRPr>
            </a:p>
            <a:p>
              <a:pPr indent="0" lvl="0" marL="0" marR="0" rtl="0" algn="ctr">
                <a:lnSpc>
                  <a:spcPct val="100000"/>
                </a:lnSpc>
                <a:spcBef>
                  <a:spcPts val="0"/>
                </a:spcBef>
                <a:spcAft>
                  <a:spcPts val="0"/>
                </a:spcAft>
                <a:buClr>
                  <a:srgbClr val="000000"/>
                </a:buClr>
                <a:buSzPts val="736"/>
                <a:buFont typeface="Arial"/>
                <a:buNone/>
              </a:pPr>
              <a:r>
                <a:t/>
              </a:r>
              <a:endParaRPr b="1" sz="735">
                <a:solidFill>
                  <a:srgbClr val="1D5A9C"/>
                </a:solidFill>
                <a:latin typeface="Nunito"/>
                <a:ea typeface="Nunito"/>
                <a:cs typeface="Nunito"/>
                <a:sym typeface="Nunito"/>
              </a:endParaRPr>
            </a:p>
            <a:p>
              <a:pPr indent="0" lvl="0" marL="0" marR="0" rtl="0" algn="ctr">
                <a:lnSpc>
                  <a:spcPct val="100000"/>
                </a:lnSpc>
                <a:spcBef>
                  <a:spcPts val="0"/>
                </a:spcBef>
                <a:spcAft>
                  <a:spcPts val="0"/>
                </a:spcAft>
                <a:buClr>
                  <a:srgbClr val="000000"/>
                </a:buClr>
                <a:buSzPts val="736"/>
                <a:buFont typeface="Arial"/>
                <a:buNone/>
              </a:pPr>
              <a:r>
                <a:rPr b="1" i="0" lang="en" sz="735" u="none" cap="none" strike="noStrike">
                  <a:solidFill>
                    <a:srgbClr val="1D5A9C"/>
                  </a:solidFill>
                  <a:latin typeface="Nunito"/>
                  <a:ea typeface="Nunito"/>
                  <a:cs typeface="Nunito"/>
                  <a:sym typeface="Nunito"/>
                </a:rPr>
                <a:t>JSON </a:t>
              </a:r>
              <a:endParaRPr b="1" i="0" sz="735" u="none" cap="none" strike="noStrike">
                <a:solidFill>
                  <a:srgbClr val="1D5A9C"/>
                </a:solidFill>
                <a:latin typeface="Nunito"/>
                <a:ea typeface="Nunito"/>
                <a:cs typeface="Nunito"/>
                <a:sym typeface="Nunito"/>
              </a:endParaRPr>
            </a:p>
            <a:p>
              <a:pPr indent="0" lvl="0" marL="0" marR="0" rtl="0" algn="ctr">
                <a:lnSpc>
                  <a:spcPct val="100000"/>
                </a:lnSpc>
                <a:spcBef>
                  <a:spcPts val="0"/>
                </a:spcBef>
                <a:spcAft>
                  <a:spcPts val="0"/>
                </a:spcAft>
                <a:buClr>
                  <a:srgbClr val="000000"/>
                </a:buClr>
                <a:buSzPts val="736"/>
                <a:buFont typeface="Arial"/>
                <a:buNone/>
              </a:pPr>
              <a:r>
                <a:rPr b="1" i="0" lang="en" sz="735" u="none" cap="none" strike="noStrike">
                  <a:solidFill>
                    <a:srgbClr val="1D5A9C"/>
                  </a:solidFill>
                  <a:latin typeface="Nunito"/>
                  <a:ea typeface="Nunito"/>
                  <a:cs typeface="Nunito"/>
                  <a:sym typeface="Nunito"/>
                </a:rPr>
                <a:t>Web Tokens</a:t>
              </a:r>
              <a:endParaRPr b="1" i="0" sz="735" u="none" cap="none" strike="noStrike">
                <a:solidFill>
                  <a:srgbClr val="1D5A9C"/>
                </a:solidFill>
                <a:latin typeface="Nunito"/>
                <a:ea typeface="Nunito"/>
                <a:cs typeface="Nunito"/>
                <a:sym typeface="Nunito"/>
              </a:endParaRPr>
            </a:p>
            <a:p>
              <a:pPr indent="0" lvl="0" marL="0" marR="0" rtl="0" algn="ctr">
                <a:lnSpc>
                  <a:spcPct val="100000"/>
                </a:lnSpc>
                <a:spcBef>
                  <a:spcPts val="0"/>
                </a:spcBef>
                <a:spcAft>
                  <a:spcPts val="0"/>
                </a:spcAft>
                <a:buClr>
                  <a:srgbClr val="000000"/>
                </a:buClr>
                <a:buSzPts val="736"/>
                <a:buFont typeface="Arial"/>
                <a:buNone/>
              </a:pPr>
              <a:r>
                <a:rPr b="1" i="0" lang="en" sz="735" u="none" cap="none" strike="noStrike">
                  <a:solidFill>
                    <a:srgbClr val="1D5A9C"/>
                  </a:solidFill>
                  <a:latin typeface="Nunito"/>
                  <a:ea typeface="Nunito"/>
                  <a:cs typeface="Nunito"/>
                  <a:sym typeface="Nunito"/>
                </a:rPr>
                <a:t>Validated</a:t>
              </a:r>
              <a:endParaRPr b="1" i="0" sz="735" u="none" cap="none" strike="noStrike">
                <a:solidFill>
                  <a:srgbClr val="1D5A9C"/>
                </a:solidFill>
                <a:latin typeface="Nunito"/>
                <a:ea typeface="Nunito"/>
                <a:cs typeface="Nunito"/>
                <a:sym typeface="Nunito"/>
              </a:endParaRPr>
            </a:p>
          </p:txBody>
        </p:sp>
        <p:pic>
          <p:nvPicPr>
            <p:cNvPr id="233" name="Google Shape;233;p18"/>
            <p:cNvPicPr preferRelativeResize="0"/>
            <p:nvPr/>
          </p:nvPicPr>
          <p:blipFill rotWithShape="1">
            <a:blip r:embed="rId5">
              <a:alphaModFix/>
            </a:blip>
            <a:srcRect b="0" l="41110" r="0" t="0"/>
            <a:stretch/>
          </p:blipFill>
          <p:spPr>
            <a:xfrm>
              <a:off x="4636209" y="2009469"/>
              <a:ext cx="661863" cy="351300"/>
            </a:xfrm>
            <a:prstGeom prst="rect">
              <a:avLst/>
            </a:prstGeom>
            <a:noFill/>
            <a:ln>
              <a:noFill/>
            </a:ln>
          </p:spPr>
        </p:pic>
      </p:grpSp>
      <p:sp>
        <p:nvSpPr>
          <p:cNvPr id="234" name="Google Shape;234;p18"/>
          <p:cNvSpPr/>
          <p:nvPr/>
        </p:nvSpPr>
        <p:spPr>
          <a:xfrm>
            <a:off x="7453635" y="4212849"/>
            <a:ext cx="1100700" cy="220500"/>
          </a:xfrm>
          <a:prstGeom prst="rect">
            <a:avLst/>
          </a:prstGeom>
          <a:noFill/>
          <a:ln cap="flat" cmpd="sng" w="6575">
            <a:solidFill>
              <a:srgbClr val="0B5394"/>
            </a:solidFill>
            <a:prstDash val="solid"/>
            <a:round/>
            <a:headEnd len="sm" w="sm" type="none"/>
            <a:tailEnd len="sm" w="sm" type="none"/>
          </a:ln>
        </p:spPr>
        <p:txBody>
          <a:bodyPr anchorCtr="0" anchor="ctr" bIns="84100" lIns="84100" spcFirstLastPara="1" rIns="84100" wrap="square" tIns="84100">
            <a:noAutofit/>
          </a:bodyPr>
          <a:lstStyle/>
          <a:p>
            <a:pPr indent="0" lvl="0" marL="0" marR="0" rtl="0" algn="ctr">
              <a:lnSpc>
                <a:spcPct val="100000"/>
              </a:lnSpc>
              <a:spcBef>
                <a:spcPts val="0"/>
              </a:spcBef>
              <a:spcAft>
                <a:spcPts val="0"/>
              </a:spcAft>
              <a:buClr>
                <a:srgbClr val="000000"/>
              </a:buClr>
              <a:buSzPts val="736"/>
              <a:buFont typeface="Arial"/>
              <a:buNone/>
            </a:pPr>
            <a:r>
              <a:rPr b="1" lang="en" sz="735">
                <a:solidFill>
                  <a:schemeClr val="dk1"/>
                </a:solidFill>
                <a:latin typeface="Nunito"/>
                <a:ea typeface="Nunito"/>
                <a:cs typeface="Nunito"/>
                <a:sym typeface="Nunito"/>
              </a:rPr>
              <a:t>Admin Interface</a:t>
            </a:r>
            <a:endParaRPr b="1" i="0" sz="735" u="none" cap="none" strike="noStrike">
              <a:solidFill>
                <a:srgbClr val="000000"/>
              </a:solidFill>
              <a:latin typeface="Roboto"/>
              <a:ea typeface="Roboto"/>
              <a:cs typeface="Roboto"/>
              <a:sym typeface="Roboto"/>
            </a:endParaRPr>
          </a:p>
        </p:txBody>
      </p:sp>
      <p:sp>
        <p:nvSpPr>
          <p:cNvPr id="235" name="Google Shape;235;p18"/>
          <p:cNvSpPr/>
          <p:nvPr/>
        </p:nvSpPr>
        <p:spPr>
          <a:xfrm>
            <a:off x="7446893" y="3918343"/>
            <a:ext cx="1100700" cy="220500"/>
          </a:xfrm>
          <a:prstGeom prst="rect">
            <a:avLst/>
          </a:prstGeom>
          <a:noFill/>
          <a:ln cap="flat" cmpd="sng" w="6575">
            <a:solidFill>
              <a:srgbClr val="0B5394"/>
            </a:solidFill>
            <a:prstDash val="solid"/>
            <a:round/>
            <a:headEnd len="sm" w="sm" type="none"/>
            <a:tailEnd len="sm" w="sm" type="none"/>
          </a:ln>
        </p:spPr>
        <p:txBody>
          <a:bodyPr anchorCtr="0" anchor="ctr" bIns="84100" lIns="84100" spcFirstLastPara="1" rIns="84100" wrap="square" tIns="84100">
            <a:noAutofit/>
          </a:bodyPr>
          <a:lstStyle/>
          <a:p>
            <a:pPr indent="0" lvl="0" marL="0" marR="0" rtl="0" algn="ctr">
              <a:lnSpc>
                <a:spcPct val="100000"/>
              </a:lnSpc>
              <a:spcBef>
                <a:spcPts val="0"/>
              </a:spcBef>
              <a:spcAft>
                <a:spcPts val="0"/>
              </a:spcAft>
              <a:buClr>
                <a:srgbClr val="000000"/>
              </a:buClr>
              <a:buSzPts val="736"/>
              <a:buFont typeface="Arial"/>
              <a:buNone/>
            </a:pPr>
            <a:r>
              <a:rPr b="1" lang="en" sz="735">
                <a:solidFill>
                  <a:schemeClr val="dk1"/>
                </a:solidFill>
                <a:latin typeface="Nunito"/>
                <a:ea typeface="Nunito"/>
                <a:cs typeface="Nunito"/>
                <a:sym typeface="Nunito"/>
              </a:rPr>
              <a:t>Chatbot</a:t>
            </a:r>
            <a:endParaRPr b="1" i="0" sz="735" u="none" cap="none" strike="noStrike">
              <a:solidFill>
                <a:srgbClr val="000000"/>
              </a:solidFill>
              <a:latin typeface="Roboto"/>
              <a:ea typeface="Roboto"/>
              <a:cs typeface="Roboto"/>
              <a:sym typeface="Roboto"/>
            </a:endParaRPr>
          </a:p>
        </p:txBody>
      </p:sp>
      <p:pic>
        <p:nvPicPr>
          <p:cNvPr id="236" name="Google Shape;236;p18"/>
          <p:cNvPicPr preferRelativeResize="0"/>
          <p:nvPr/>
        </p:nvPicPr>
        <p:blipFill rotWithShape="1">
          <a:blip r:embed="rId3">
            <a:alphaModFix/>
          </a:blip>
          <a:srcRect b="0" l="0" r="0" t="0"/>
          <a:stretch/>
        </p:blipFill>
        <p:spPr>
          <a:xfrm>
            <a:off x="6350693" y="3938583"/>
            <a:ext cx="517735" cy="490051"/>
          </a:xfrm>
          <a:prstGeom prst="rect">
            <a:avLst/>
          </a:prstGeom>
          <a:noFill/>
          <a:ln>
            <a:noFill/>
          </a:ln>
        </p:spPr>
      </p:pic>
      <p:sp>
        <p:nvSpPr>
          <p:cNvPr id="237" name="Google Shape;237;p18"/>
          <p:cNvSpPr/>
          <p:nvPr/>
        </p:nvSpPr>
        <p:spPr>
          <a:xfrm>
            <a:off x="6013175" y="3637424"/>
            <a:ext cx="1192800" cy="272100"/>
          </a:xfrm>
          <a:prstGeom prst="rect">
            <a:avLst/>
          </a:prstGeom>
          <a:noFill/>
          <a:ln cap="flat" cmpd="sng" w="6575">
            <a:solidFill>
              <a:schemeClr val="lt1"/>
            </a:solidFill>
            <a:prstDash val="solid"/>
            <a:round/>
            <a:headEnd len="sm" w="sm" type="none"/>
            <a:tailEnd len="sm" w="sm" type="none"/>
          </a:ln>
        </p:spPr>
        <p:txBody>
          <a:bodyPr anchorCtr="0" anchor="ctr" bIns="84100" lIns="84100" spcFirstLastPara="1" rIns="84100" wrap="square" tIns="84100">
            <a:noAutofit/>
          </a:bodyPr>
          <a:lstStyle/>
          <a:p>
            <a:pPr indent="0" lvl="1" marL="0" marR="0" rtl="0" algn="ctr">
              <a:lnSpc>
                <a:spcPct val="100000"/>
              </a:lnSpc>
              <a:spcBef>
                <a:spcPts val="0"/>
              </a:spcBef>
              <a:spcAft>
                <a:spcPts val="0"/>
              </a:spcAft>
              <a:buClr>
                <a:srgbClr val="000000"/>
              </a:buClr>
              <a:buSzPts val="736"/>
              <a:buFont typeface="Arial"/>
              <a:buNone/>
            </a:pPr>
            <a:r>
              <a:rPr b="1" i="1" lang="en" sz="735">
                <a:solidFill>
                  <a:schemeClr val="dk1"/>
                </a:solidFill>
                <a:latin typeface="Nunito"/>
                <a:ea typeface="Nunito"/>
                <a:cs typeface="Nunito"/>
                <a:sym typeface="Nunito"/>
              </a:rPr>
              <a:t>Checks the user role</a:t>
            </a:r>
            <a:endParaRPr b="1" i="1" sz="735" u="none" cap="none" strike="noStrike">
              <a:solidFill>
                <a:schemeClr val="dk1"/>
              </a:solidFill>
              <a:latin typeface="Nunito"/>
              <a:ea typeface="Nunito"/>
              <a:cs typeface="Nunito"/>
              <a:sym typeface="Nunito"/>
            </a:endParaRPr>
          </a:p>
        </p:txBody>
      </p:sp>
      <p:sp>
        <p:nvSpPr>
          <p:cNvPr id="238" name="Google Shape;238;p18"/>
          <p:cNvSpPr/>
          <p:nvPr/>
        </p:nvSpPr>
        <p:spPr>
          <a:xfrm>
            <a:off x="4338654" y="4278427"/>
            <a:ext cx="1314300" cy="375900"/>
          </a:xfrm>
          <a:prstGeom prst="rect">
            <a:avLst/>
          </a:prstGeom>
          <a:noFill/>
          <a:ln cap="flat" cmpd="sng" w="6575">
            <a:solidFill>
              <a:schemeClr val="dk1"/>
            </a:solidFill>
            <a:prstDash val="solid"/>
            <a:round/>
            <a:headEnd len="sm" w="sm" type="none"/>
            <a:tailEnd len="sm" w="sm" type="none"/>
          </a:ln>
        </p:spPr>
        <p:txBody>
          <a:bodyPr anchorCtr="0" anchor="ctr" bIns="84100" lIns="84100" spcFirstLastPara="1" rIns="84100" wrap="square" tIns="84100">
            <a:noAutofit/>
          </a:bodyPr>
          <a:lstStyle/>
          <a:p>
            <a:pPr indent="0" lvl="1" marL="0" marR="0" rtl="0" algn="ctr">
              <a:lnSpc>
                <a:spcPct val="100000"/>
              </a:lnSpc>
              <a:spcBef>
                <a:spcPts val="0"/>
              </a:spcBef>
              <a:spcAft>
                <a:spcPts val="0"/>
              </a:spcAft>
              <a:buClr>
                <a:srgbClr val="000000"/>
              </a:buClr>
              <a:buSzPts val="736"/>
              <a:buFont typeface="Arial"/>
              <a:buNone/>
            </a:pPr>
            <a:r>
              <a:rPr b="1" lang="en" sz="735">
                <a:solidFill>
                  <a:srgbClr val="1D5A9C"/>
                </a:solidFill>
                <a:latin typeface="Nunito"/>
                <a:ea typeface="Nunito"/>
                <a:cs typeface="Nunito"/>
                <a:sym typeface="Nunito"/>
              </a:rPr>
              <a:t>Admin Interface Features</a:t>
            </a:r>
            <a:endParaRPr b="1" sz="735">
              <a:solidFill>
                <a:srgbClr val="1D5A9C"/>
              </a:solidFill>
              <a:latin typeface="Nunito"/>
              <a:ea typeface="Nunito"/>
              <a:cs typeface="Nunito"/>
              <a:sym typeface="Nunito"/>
            </a:endParaRPr>
          </a:p>
          <a:p>
            <a:pPr indent="0" lvl="1" marL="0" marR="0" rtl="0" algn="ctr">
              <a:lnSpc>
                <a:spcPct val="100000"/>
              </a:lnSpc>
              <a:spcBef>
                <a:spcPts val="0"/>
              </a:spcBef>
              <a:spcAft>
                <a:spcPts val="0"/>
              </a:spcAft>
              <a:buClr>
                <a:srgbClr val="000000"/>
              </a:buClr>
              <a:buSzPts val="736"/>
              <a:buFont typeface="Arial"/>
              <a:buNone/>
            </a:pPr>
            <a:r>
              <a:rPr b="1" lang="en" sz="735">
                <a:solidFill>
                  <a:srgbClr val="1D5A9C"/>
                </a:solidFill>
                <a:latin typeface="Nunito"/>
                <a:ea typeface="Nunito"/>
                <a:cs typeface="Nunito"/>
                <a:sym typeface="Nunito"/>
              </a:rPr>
              <a:t>Dashboard</a:t>
            </a:r>
            <a:endParaRPr b="1" sz="735">
              <a:solidFill>
                <a:srgbClr val="1D5A9C"/>
              </a:solidFill>
              <a:latin typeface="Nunito"/>
              <a:ea typeface="Nunito"/>
              <a:cs typeface="Nunito"/>
              <a:sym typeface="Nunito"/>
            </a:endParaRPr>
          </a:p>
        </p:txBody>
      </p:sp>
      <p:sp>
        <p:nvSpPr>
          <p:cNvPr id="239" name="Google Shape;239;p18"/>
          <p:cNvSpPr txBox="1"/>
          <p:nvPr/>
        </p:nvSpPr>
        <p:spPr>
          <a:xfrm>
            <a:off x="4316171" y="3786686"/>
            <a:ext cx="1359300" cy="396300"/>
          </a:xfrm>
          <a:prstGeom prst="rect">
            <a:avLst/>
          </a:prstGeom>
          <a:noFill/>
          <a:ln cap="flat" cmpd="sng" w="6575">
            <a:solidFill>
              <a:srgbClr val="0B5394"/>
            </a:solidFill>
            <a:prstDash val="solid"/>
            <a:round/>
            <a:headEnd len="sm" w="sm" type="none"/>
            <a:tailEnd len="sm" w="sm" type="none"/>
          </a:ln>
        </p:spPr>
        <p:txBody>
          <a:bodyPr anchorCtr="0" anchor="ctr" bIns="84100" lIns="84100" spcFirstLastPara="1" rIns="84100" wrap="square" tIns="84100">
            <a:spAutoFit/>
          </a:bodyPr>
          <a:lstStyle/>
          <a:p>
            <a:pPr indent="0" lvl="0" marL="0" marR="0" rtl="0" algn="r">
              <a:lnSpc>
                <a:spcPct val="100000"/>
              </a:lnSpc>
              <a:spcBef>
                <a:spcPts val="0"/>
              </a:spcBef>
              <a:spcAft>
                <a:spcPts val="0"/>
              </a:spcAft>
              <a:buClr>
                <a:srgbClr val="000000"/>
              </a:buClr>
              <a:buSzPts val="736"/>
              <a:buFont typeface="Arial"/>
              <a:buNone/>
            </a:pPr>
            <a:r>
              <a:rPr b="1" i="0" lang="en" sz="735" u="none" cap="none" strike="noStrike">
                <a:solidFill>
                  <a:srgbClr val="1D5A9C"/>
                </a:solidFill>
                <a:latin typeface="Nunito"/>
                <a:ea typeface="Nunito"/>
                <a:cs typeface="Nunito"/>
                <a:sym typeface="Nunito"/>
              </a:rPr>
              <a:t>Agent Orchestrator </a:t>
            </a:r>
            <a:endParaRPr b="1" i="0" sz="735" u="none" cap="none" strike="noStrike">
              <a:solidFill>
                <a:srgbClr val="1D5A9C"/>
              </a:solidFill>
              <a:latin typeface="Nunito"/>
              <a:ea typeface="Nunito"/>
              <a:cs typeface="Nunito"/>
              <a:sym typeface="Nunito"/>
            </a:endParaRPr>
          </a:p>
          <a:p>
            <a:pPr indent="0" lvl="0" marL="0" marR="0" rtl="0" algn="r">
              <a:lnSpc>
                <a:spcPct val="100000"/>
              </a:lnSpc>
              <a:spcBef>
                <a:spcPts val="0"/>
              </a:spcBef>
              <a:spcAft>
                <a:spcPts val="0"/>
              </a:spcAft>
              <a:buClr>
                <a:srgbClr val="000000"/>
              </a:buClr>
              <a:buSzPts val="736"/>
              <a:buFont typeface="Arial"/>
              <a:buNone/>
            </a:pPr>
            <a:r>
              <a:rPr b="1" i="0" lang="en" sz="735" u="none" cap="none" strike="noStrike">
                <a:solidFill>
                  <a:srgbClr val="1D5A9C"/>
                </a:solidFill>
                <a:latin typeface="Nunito"/>
                <a:ea typeface="Nunito"/>
                <a:cs typeface="Nunito"/>
                <a:sym typeface="Nunito"/>
              </a:rPr>
              <a:t>(Agentic AI) </a:t>
            </a:r>
            <a:endParaRPr b="0" i="0" sz="1287" u="none" cap="none" strike="noStrike">
              <a:solidFill>
                <a:srgbClr val="1D5A9C"/>
              </a:solidFill>
              <a:latin typeface="Arial"/>
              <a:ea typeface="Arial"/>
              <a:cs typeface="Arial"/>
              <a:sym typeface="Arial"/>
            </a:endParaRPr>
          </a:p>
        </p:txBody>
      </p:sp>
      <p:pic>
        <p:nvPicPr>
          <p:cNvPr id="240" name="Google Shape;240;p18"/>
          <p:cNvPicPr preferRelativeResize="0"/>
          <p:nvPr/>
        </p:nvPicPr>
        <p:blipFill rotWithShape="1">
          <a:blip r:embed="rId6">
            <a:alphaModFix/>
          </a:blip>
          <a:srcRect b="0" l="0" r="0" t="0"/>
          <a:stretch/>
        </p:blipFill>
        <p:spPr>
          <a:xfrm>
            <a:off x="4380145" y="3820402"/>
            <a:ext cx="353521" cy="362853"/>
          </a:xfrm>
          <a:prstGeom prst="rect">
            <a:avLst/>
          </a:prstGeom>
          <a:noFill/>
          <a:ln>
            <a:noFill/>
          </a:ln>
        </p:spPr>
      </p:pic>
      <p:sp>
        <p:nvSpPr>
          <p:cNvPr id="241" name="Google Shape;241;p18"/>
          <p:cNvSpPr/>
          <p:nvPr/>
        </p:nvSpPr>
        <p:spPr>
          <a:xfrm>
            <a:off x="6278831" y="2141057"/>
            <a:ext cx="836700" cy="302400"/>
          </a:xfrm>
          <a:prstGeom prst="rect">
            <a:avLst/>
          </a:prstGeom>
          <a:noFill/>
          <a:ln cap="flat" cmpd="sng" w="6575">
            <a:solidFill>
              <a:srgbClr val="0B5394"/>
            </a:solidFill>
            <a:prstDash val="solid"/>
            <a:round/>
            <a:headEnd len="sm" w="sm" type="none"/>
            <a:tailEnd len="sm" w="sm" type="none"/>
          </a:ln>
        </p:spPr>
        <p:txBody>
          <a:bodyPr anchorCtr="0" anchor="ctr" bIns="84100" lIns="84100" spcFirstLastPara="1" rIns="84100" wrap="square" tIns="84100">
            <a:noAutofit/>
          </a:bodyPr>
          <a:lstStyle/>
          <a:p>
            <a:pPr indent="0" lvl="1" marL="0" marR="0" rtl="0" algn="ctr">
              <a:lnSpc>
                <a:spcPct val="100000"/>
              </a:lnSpc>
              <a:spcBef>
                <a:spcPts val="0"/>
              </a:spcBef>
              <a:spcAft>
                <a:spcPts val="0"/>
              </a:spcAft>
              <a:buClr>
                <a:srgbClr val="000000"/>
              </a:buClr>
              <a:buSzPts val="736"/>
              <a:buFont typeface="Arial"/>
              <a:buNone/>
            </a:pPr>
            <a:r>
              <a:rPr b="1" i="0" lang="en" sz="827" u="none" cap="none" strike="noStrike">
                <a:solidFill>
                  <a:srgbClr val="1D5A9C"/>
                </a:solidFill>
                <a:latin typeface="Jost"/>
                <a:ea typeface="Jost"/>
                <a:cs typeface="Jost"/>
                <a:sym typeface="Jost"/>
              </a:rPr>
              <a:t>Sub- Department</a:t>
            </a:r>
            <a:endParaRPr b="1" i="0" sz="735" u="none" cap="none" strike="noStrike">
              <a:solidFill>
                <a:schemeClr val="dk1"/>
              </a:solidFill>
              <a:latin typeface="Jost"/>
              <a:ea typeface="Jost"/>
              <a:cs typeface="Jost"/>
              <a:sym typeface="Jost"/>
            </a:endParaRPr>
          </a:p>
        </p:txBody>
      </p:sp>
      <p:sp>
        <p:nvSpPr>
          <p:cNvPr id="242" name="Google Shape;242;p18"/>
          <p:cNvSpPr/>
          <p:nvPr/>
        </p:nvSpPr>
        <p:spPr>
          <a:xfrm>
            <a:off x="1843685" y="938930"/>
            <a:ext cx="2370900" cy="943500"/>
          </a:xfrm>
          <a:prstGeom prst="rect">
            <a:avLst/>
          </a:prstGeom>
          <a:noFill/>
          <a:ln cap="flat" cmpd="sng" w="6575">
            <a:solidFill>
              <a:srgbClr val="1D5A9C"/>
            </a:solidFill>
            <a:prstDash val="dash"/>
            <a:round/>
            <a:headEnd len="sm" w="sm" type="none"/>
            <a:tailEnd len="sm" w="sm" type="none"/>
          </a:ln>
        </p:spPr>
        <p:txBody>
          <a:bodyPr anchorCtr="0" anchor="ctr" bIns="63100" lIns="63100" spcFirstLastPara="1" rIns="63100" wrap="square" tIns="63100">
            <a:noAutofit/>
          </a:bodyPr>
          <a:lstStyle/>
          <a:p>
            <a:pPr indent="0" lvl="0" marL="0" marR="0" rtl="0" algn="ctr">
              <a:lnSpc>
                <a:spcPct val="100000"/>
              </a:lnSpc>
              <a:spcBef>
                <a:spcPts val="0"/>
              </a:spcBef>
              <a:spcAft>
                <a:spcPts val="0"/>
              </a:spcAft>
              <a:buClr>
                <a:srgbClr val="000000"/>
              </a:buClr>
              <a:buSzPts val="1012"/>
              <a:buFont typeface="Arial"/>
              <a:buNone/>
            </a:pPr>
            <a:r>
              <a:t/>
            </a:r>
            <a:endParaRPr b="0" i="0" sz="1011" u="none" cap="none" strike="noStrike">
              <a:solidFill>
                <a:srgbClr val="000000"/>
              </a:solidFill>
              <a:latin typeface="Arial"/>
              <a:ea typeface="Arial"/>
              <a:cs typeface="Arial"/>
              <a:sym typeface="Arial"/>
            </a:endParaRPr>
          </a:p>
        </p:txBody>
      </p:sp>
      <p:sp>
        <p:nvSpPr>
          <p:cNvPr id="243" name="Google Shape;243;p18"/>
          <p:cNvSpPr/>
          <p:nvPr/>
        </p:nvSpPr>
        <p:spPr>
          <a:xfrm>
            <a:off x="4255493" y="1003095"/>
            <a:ext cx="571800" cy="272100"/>
          </a:xfrm>
          <a:prstGeom prst="rect">
            <a:avLst/>
          </a:prstGeom>
          <a:noFill/>
          <a:ln cap="flat" cmpd="sng" w="6575">
            <a:solidFill>
              <a:schemeClr val="lt1"/>
            </a:solidFill>
            <a:prstDash val="solid"/>
            <a:round/>
            <a:headEnd len="sm" w="sm" type="none"/>
            <a:tailEnd len="sm" w="sm" type="none"/>
          </a:ln>
        </p:spPr>
        <p:txBody>
          <a:bodyPr anchorCtr="0" anchor="ctr" bIns="84100" lIns="84100" spcFirstLastPara="1" rIns="84100" wrap="square" tIns="84100">
            <a:noAutofit/>
          </a:bodyPr>
          <a:lstStyle/>
          <a:p>
            <a:pPr indent="0" lvl="1" marL="0" marR="0" rtl="0" algn="ctr">
              <a:lnSpc>
                <a:spcPct val="100000"/>
              </a:lnSpc>
              <a:spcBef>
                <a:spcPts val="0"/>
              </a:spcBef>
              <a:spcAft>
                <a:spcPts val="0"/>
              </a:spcAft>
              <a:buClr>
                <a:srgbClr val="000000"/>
              </a:buClr>
              <a:buSzPts val="736"/>
              <a:buFont typeface="Arial"/>
              <a:buNone/>
            </a:pPr>
            <a:r>
              <a:rPr b="1" lang="en" sz="735">
                <a:solidFill>
                  <a:schemeClr val="dk1"/>
                </a:solidFill>
                <a:latin typeface="Jost"/>
                <a:ea typeface="Jost"/>
                <a:cs typeface="Jost"/>
                <a:sym typeface="Jost"/>
              </a:rPr>
              <a:t>Sends to DB</a:t>
            </a:r>
            <a:endParaRPr b="1" i="0" sz="735" u="none" cap="none" strike="noStrike">
              <a:solidFill>
                <a:schemeClr val="dk1"/>
              </a:solidFill>
              <a:latin typeface="Jost"/>
              <a:ea typeface="Jost"/>
              <a:cs typeface="Jost"/>
              <a:sym typeface="Jost"/>
            </a:endParaRPr>
          </a:p>
        </p:txBody>
      </p:sp>
      <p:pic>
        <p:nvPicPr>
          <p:cNvPr id="244" name="Google Shape;244;p18"/>
          <p:cNvPicPr preferRelativeResize="0"/>
          <p:nvPr/>
        </p:nvPicPr>
        <p:blipFill rotWithShape="1">
          <a:blip r:embed="rId7">
            <a:alphaModFix/>
          </a:blip>
          <a:srcRect b="0" l="0" r="0" t="0"/>
          <a:stretch/>
        </p:blipFill>
        <p:spPr>
          <a:xfrm>
            <a:off x="1896199" y="1020931"/>
            <a:ext cx="556118" cy="523393"/>
          </a:xfrm>
          <a:prstGeom prst="rect">
            <a:avLst/>
          </a:prstGeom>
          <a:noFill/>
          <a:ln>
            <a:noFill/>
          </a:ln>
        </p:spPr>
      </p:pic>
      <p:sp>
        <p:nvSpPr>
          <p:cNvPr id="245" name="Google Shape;245;p18"/>
          <p:cNvSpPr/>
          <p:nvPr/>
        </p:nvSpPr>
        <p:spPr>
          <a:xfrm>
            <a:off x="1773502" y="1525911"/>
            <a:ext cx="836700" cy="220500"/>
          </a:xfrm>
          <a:prstGeom prst="rect">
            <a:avLst/>
          </a:prstGeom>
          <a:noFill/>
          <a:ln>
            <a:noFill/>
          </a:ln>
        </p:spPr>
        <p:txBody>
          <a:bodyPr anchorCtr="0" anchor="ctr" bIns="84100" lIns="84100" spcFirstLastPara="1" rIns="84100" wrap="square" tIns="84100">
            <a:noAutofit/>
          </a:bodyPr>
          <a:lstStyle/>
          <a:p>
            <a:pPr indent="0" lvl="0" marL="0" marR="0" rtl="0" algn="ctr">
              <a:lnSpc>
                <a:spcPct val="100000"/>
              </a:lnSpc>
              <a:spcBef>
                <a:spcPts val="0"/>
              </a:spcBef>
              <a:spcAft>
                <a:spcPts val="0"/>
              </a:spcAft>
              <a:buClr>
                <a:srgbClr val="000000"/>
              </a:buClr>
              <a:buSzPts val="736"/>
              <a:buFont typeface="Arial"/>
              <a:buNone/>
            </a:pPr>
            <a:r>
              <a:rPr i="0" lang="en" sz="735" u="none" cap="none" strike="noStrike">
                <a:solidFill>
                  <a:schemeClr val="dk1"/>
                </a:solidFill>
                <a:latin typeface="Jost"/>
                <a:ea typeface="Jost"/>
                <a:cs typeface="Jost"/>
                <a:sym typeface="Jost"/>
              </a:rPr>
              <a:t>LDAP Server</a:t>
            </a:r>
            <a:endParaRPr i="0" sz="735" u="none" cap="none" strike="noStrike">
              <a:solidFill>
                <a:srgbClr val="000000"/>
              </a:solidFill>
              <a:latin typeface="Jost"/>
              <a:ea typeface="Jost"/>
              <a:cs typeface="Jost"/>
              <a:sym typeface="Jost"/>
            </a:endParaRPr>
          </a:p>
        </p:txBody>
      </p:sp>
      <p:cxnSp>
        <p:nvCxnSpPr>
          <p:cNvPr id="246" name="Google Shape;246;p18"/>
          <p:cNvCxnSpPr/>
          <p:nvPr/>
        </p:nvCxnSpPr>
        <p:spPr>
          <a:xfrm>
            <a:off x="2610270" y="1241860"/>
            <a:ext cx="479100" cy="0"/>
          </a:xfrm>
          <a:prstGeom prst="straightConnector1">
            <a:avLst/>
          </a:prstGeom>
          <a:noFill/>
          <a:ln cap="flat" cmpd="sng" w="13150">
            <a:solidFill>
              <a:srgbClr val="1D5A9C"/>
            </a:solidFill>
            <a:prstDash val="solid"/>
            <a:round/>
            <a:headEnd len="sm" w="sm" type="none"/>
            <a:tailEnd len="med" w="med" type="triangle"/>
          </a:ln>
        </p:spPr>
      </p:cxnSp>
      <p:cxnSp>
        <p:nvCxnSpPr>
          <p:cNvPr id="247" name="Google Shape;247;p18"/>
          <p:cNvCxnSpPr/>
          <p:nvPr/>
        </p:nvCxnSpPr>
        <p:spPr>
          <a:xfrm>
            <a:off x="4348284" y="1340138"/>
            <a:ext cx="479100" cy="0"/>
          </a:xfrm>
          <a:prstGeom prst="straightConnector1">
            <a:avLst/>
          </a:prstGeom>
          <a:noFill/>
          <a:ln cap="flat" cmpd="sng" w="13150">
            <a:solidFill>
              <a:srgbClr val="1D5A9C"/>
            </a:solidFill>
            <a:prstDash val="solid"/>
            <a:round/>
            <a:headEnd len="sm" w="sm" type="none"/>
            <a:tailEnd len="med" w="med" type="triangle"/>
          </a:ln>
        </p:spPr>
      </p:cxnSp>
      <p:sp>
        <p:nvSpPr>
          <p:cNvPr id="248" name="Google Shape;248;p18"/>
          <p:cNvSpPr/>
          <p:nvPr/>
        </p:nvSpPr>
        <p:spPr>
          <a:xfrm>
            <a:off x="2755002" y="1383140"/>
            <a:ext cx="1314300" cy="363000"/>
          </a:xfrm>
          <a:prstGeom prst="rect">
            <a:avLst/>
          </a:prstGeom>
          <a:noFill/>
          <a:ln cap="flat" cmpd="sng" w="6575">
            <a:solidFill>
              <a:schemeClr val="lt1"/>
            </a:solidFill>
            <a:prstDash val="solid"/>
            <a:round/>
            <a:headEnd len="sm" w="sm" type="none"/>
            <a:tailEnd len="sm" w="sm" type="none"/>
          </a:ln>
        </p:spPr>
        <p:txBody>
          <a:bodyPr anchorCtr="0" anchor="ctr" bIns="84100" lIns="84100" spcFirstLastPara="1" rIns="84100" wrap="square" tIns="84100">
            <a:noAutofit/>
          </a:bodyPr>
          <a:lstStyle/>
          <a:p>
            <a:pPr indent="0" lvl="1" marL="0" marR="0" rtl="0" algn="ctr">
              <a:lnSpc>
                <a:spcPct val="100000"/>
              </a:lnSpc>
              <a:spcBef>
                <a:spcPts val="0"/>
              </a:spcBef>
              <a:spcAft>
                <a:spcPts val="0"/>
              </a:spcAft>
              <a:buClr>
                <a:srgbClr val="000000"/>
              </a:buClr>
              <a:buSzPts val="736"/>
              <a:buFont typeface="Arial"/>
              <a:buNone/>
            </a:pPr>
            <a:r>
              <a:rPr i="0" lang="en" sz="735" u="none" cap="none" strike="noStrike">
                <a:solidFill>
                  <a:schemeClr val="dk1"/>
                </a:solidFill>
                <a:latin typeface="Jost"/>
                <a:ea typeface="Jost"/>
                <a:cs typeface="Jost"/>
                <a:sym typeface="Jost"/>
              </a:rPr>
              <a:t>Fetches the user information from Entra I</a:t>
            </a:r>
            <a:r>
              <a:rPr lang="en" sz="735">
                <a:solidFill>
                  <a:schemeClr val="dk1"/>
                </a:solidFill>
                <a:latin typeface="Jost"/>
                <a:ea typeface="Jost"/>
                <a:cs typeface="Jost"/>
                <a:sym typeface="Jost"/>
              </a:rPr>
              <a:t>D</a:t>
            </a:r>
            <a:endParaRPr i="0" sz="735" u="none" cap="none" strike="noStrike">
              <a:solidFill>
                <a:schemeClr val="dk1"/>
              </a:solidFill>
              <a:latin typeface="Jost"/>
              <a:ea typeface="Jost"/>
              <a:cs typeface="Jost"/>
              <a:sym typeface="Jost"/>
            </a:endParaRPr>
          </a:p>
        </p:txBody>
      </p:sp>
      <p:pic>
        <p:nvPicPr>
          <p:cNvPr id="249" name="Google Shape;249;p18"/>
          <p:cNvPicPr preferRelativeResize="0"/>
          <p:nvPr/>
        </p:nvPicPr>
        <p:blipFill>
          <a:blip r:embed="rId8">
            <a:alphaModFix/>
          </a:blip>
          <a:stretch>
            <a:fillRect/>
          </a:stretch>
        </p:blipFill>
        <p:spPr>
          <a:xfrm>
            <a:off x="3247320" y="1003289"/>
            <a:ext cx="390784" cy="390784"/>
          </a:xfrm>
          <a:prstGeom prst="rect">
            <a:avLst/>
          </a:prstGeom>
          <a:noFill/>
          <a:ln>
            <a:noFill/>
          </a:ln>
        </p:spPr>
      </p:pic>
      <p:sp>
        <p:nvSpPr>
          <p:cNvPr id="250" name="Google Shape;250;p18"/>
          <p:cNvSpPr txBox="1"/>
          <p:nvPr/>
        </p:nvSpPr>
        <p:spPr>
          <a:xfrm>
            <a:off x="2690526" y="684750"/>
            <a:ext cx="615000" cy="220500"/>
          </a:xfrm>
          <a:prstGeom prst="rect">
            <a:avLst/>
          </a:prstGeom>
          <a:noFill/>
          <a:ln>
            <a:noFill/>
          </a:ln>
        </p:spPr>
        <p:txBody>
          <a:bodyPr anchorCtr="0" anchor="t" bIns="63100" lIns="63100" spcFirstLastPara="1" rIns="63100" wrap="square" tIns="63100">
            <a:noAutofit/>
          </a:bodyPr>
          <a:lstStyle/>
          <a:p>
            <a:pPr indent="0" lvl="0" marL="0" rtl="0" algn="ctr">
              <a:spcBef>
                <a:spcPts val="0"/>
              </a:spcBef>
              <a:spcAft>
                <a:spcPts val="0"/>
              </a:spcAft>
              <a:buNone/>
            </a:pPr>
            <a:r>
              <a:rPr lang="en" sz="919">
                <a:solidFill>
                  <a:schemeClr val="dk1"/>
                </a:solidFill>
                <a:latin typeface="Jost"/>
                <a:ea typeface="Jost"/>
                <a:cs typeface="Jost"/>
                <a:sym typeface="Jost"/>
              </a:rPr>
              <a:t>SSO</a:t>
            </a:r>
            <a:endParaRPr sz="919">
              <a:solidFill>
                <a:schemeClr val="dk1"/>
              </a:solidFill>
              <a:latin typeface="Jost"/>
              <a:ea typeface="Jost"/>
              <a:cs typeface="Jost"/>
              <a:sym typeface="Jost"/>
            </a:endParaRPr>
          </a:p>
        </p:txBody>
      </p:sp>
      <p:sp>
        <p:nvSpPr>
          <p:cNvPr id="251" name="Google Shape;251;p18"/>
          <p:cNvSpPr/>
          <p:nvPr/>
        </p:nvSpPr>
        <p:spPr>
          <a:xfrm>
            <a:off x="6277819" y="2481954"/>
            <a:ext cx="836700" cy="302400"/>
          </a:xfrm>
          <a:prstGeom prst="rect">
            <a:avLst/>
          </a:prstGeom>
          <a:noFill/>
          <a:ln cap="flat" cmpd="sng" w="6575">
            <a:solidFill>
              <a:srgbClr val="0B5394"/>
            </a:solidFill>
            <a:prstDash val="solid"/>
            <a:round/>
            <a:headEnd len="sm" w="sm" type="none"/>
            <a:tailEnd len="sm" w="sm" type="none"/>
          </a:ln>
        </p:spPr>
        <p:txBody>
          <a:bodyPr anchorCtr="0" anchor="ctr" bIns="84100" lIns="84100" spcFirstLastPara="1" rIns="84100" wrap="square" tIns="84100">
            <a:noAutofit/>
          </a:bodyPr>
          <a:lstStyle/>
          <a:p>
            <a:pPr indent="0" lvl="1" marL="0" marR="0" rtl="0" algn="ctr">
              <a:lnSpc>
                <a:spcPct val="100000"/>
              </a:lnSpc>
              <a:spcBef>
                <a:spcPts val="0"/>
              </a:spcBef>
              <a:spcAft>
                <a:spcPts val="0"/>
              </a:spcAft>
              <a:buClr>
                <a:srgbClr val="000000"/>
              </a:buClr>
              <a:buSzPts val="736"/>
              <a:buFont typeface="Arial"/>
              <a:buNone/>
            </a:pPr>
            <a:r>
              <a:rPr b="1" lang="en" sz="827">
                <a:solidFill>
                  <a:srgbClr val="1D5A9C"/>
                </a:solidFill>
                <a:latin typeface="Jost"/>
                <a:ea typeface="Jost"/>
                <a:cs typeface="Jost"/>
                <a:sym typeface="Jost"/>
              </a:rPr>
              <a:t>GPT- Store</a:t>
            </a:r>
            <a:endParaRPr b="1" i="0" sz="735" u="none" cap="none" strike="noStrike">
              <a:solidFill>
                <a:schemeClr val="dk1"/>
              </a:solidFill>
              <a:latin typeface="Jost"/>
              <a:ea typeface="Jost"/>
              <a:cs typeface="Jost"/>
              <a:sym typeface="Jost"/>
            </a:endParaRPr>
          </a:p>
        </p:txBody>
      </p:sp>
      <p:cxnSp>
        <p:nvCxnSpPr>
          <p:cNvPr id="252" name="Google Shape;252;p18"/>
          <p:cNvCxnSpPr/>
          <p:nvPr/>
        </p:nvCxnSpPr>
        <p:spPr>
          <a:xfrm>
            <a:off x="7186490" y="1873391"/>
            <a:ext cx="387300" cy="900"/>
          </a:xfrm>
          <a:prstGeom prst="straightConnector1">
            <a:avLst/>
          </a:prstGeom>
          <a:noFill/>
          <a:ln cap="flat" cmpd="sng" w="8775">
            <a:solidFill>
              <a:srgbClr val="1D5A9C"/>
            </a:solidFill>
            <a:prstDash val="solid"/>
            <a:round/>
            <a:headEnd len="med" w="med" type="none"/>
            <a:tailEnd len="med" w="med" type="triangle"/>
          </a:ln>
        </p:spPr>
      </p:cxnSp>
      <p:sp>
        <p:nvSpPr>
          <p:cNvPr id="253" name="Google Shape;253;p18"/>
          <p:cNvSpPr txBox="1"/>
          <p:nvPr/>
        </p:nvSpPr>
        <p:spPr>
          <a:xfrm>
            <a:off x="5520949" y="2888688"/>
            <a:ext cx="2370900" cy="934500"/>
          </a:xfrm>
          <a:prstGeom prst="rect">
            <a:avLst/>
          </a:prstGeom>
          <a:noFill/>
          <a:ln>
            <a:noFill/>
          </a:ln>
        </p:spPr>
        <p:txBody>
          <a:bodyPr anchorCtr="0" anchor="t" bIns="84100" lIns="84100" spcFirstLastPara="1" rIns="84100" wrap="square" tIns="84100">
            <a:spAutoFit/>
          </a:bodyPr>
          <a:lstStyle/>
          <a:p>
            <a:pPr indent="0" lvl="0" marL="0" rtl="0" algn="just">
              <a:lnSpc>
                <a:spcPct val="115000"/>
              </a:lnSpc>
              <a:spcBef>
                <a:spcPts val="1380"/>
              </a:spcBef>
              <a:spcAft>
                <a:spcPts val="1380"/>
              </a:spcAft>
              <a:buNone/>
            </a:pPr>
            <a:r>
              <a:rPr i="1" lang="en" sz="735">
                <a:solidFill>
                  <a:schemeClr val="dk1"/>
                </a:solidFill>
                <a:latin typeface="Jost"/>
                <a:ea typeface="Jost"/>
                <a:cs typeface="Jost"/>
                <a:sym typeface="Jost"/>
              </a:rPr>
              <a:t>Upon successful login, the system verifies the user’s credentials against the roles and permissions stored in the database. A payload is then generated containing the user’s RBAC permissions, including agent access, GPT-store access, and department/sub-department access.</a:t>
            </a:r>
            <a:endParaRPr i="1" sz="735">
              <a:solidFill>
                <a:schemeClr val="dk1"/>
              </a:solidFill>
              <a:latin typeface="Jost"/>
              <a:ea typeface="Jost"/>
              <a:cs typeface="Jost"/>
              <a:sym typeface="Jost"/>
            </a:endParaRPr>
          </a:p>
        </p:txBody>
      </p:sp>
      <p:sp>
        <p:nvSpPr>
          <p:cNvPr id="254" name="Google Shape;254;p18"/>
          <p:cNvSpPr/>
          <p:nvPr/>
        </p:nvSpPr>
        <p:spPr>
          <a:xfrm>
            <a:off x="7376099" y="3834772"/>
            <a:ext cx="1251900" cy="725100"/>
          </a:xfrm>
          <a:prstGeom prst="rect">
            <a:avLst/>
          </a:prstGeom>
          <a:noFill/>
          <a:ln cap="flat" cmpd="sng" w="17525">
            <a:solidFill>
              <a:schemeClr val="dk2"/>
            </a:solidFill>
            <a:prstDash val="solid"/>
            <a:round/>
            <a:headEnd len="sm" w="sm" type="none"/>
            <a:tailEnd len="sm" w="sm" type="none"/>
          </a:ln>
        </p:spPr>
        <p:txBody>
          <a:bodyPr anchorCtr="0" anchor="ctr" bIns="84100" lIns="84100" spcFirstLastPara="1" rIns="84100" wrap="square" tIns="84100">
            <a:noAutofit/>
          </a:bodyPr>
          <a:lstStyle/>
          <a:p>
            <a:pPr indent="0" lvl="0" marL="0" rtl="0" algn="ctr">
              <a:spcBef>
                <a:spcPts val="0"/>
              </a:spcBef>
              <a:spcAft>
                <a:spcPts val="0"/>
              </a:spcAft>
              <a:buNone/>
            </a:pPr>
            <a:r>
              <a:t/>
            </a:r>
            <a:endParaRPr sz="1287"/>
          </a:p>
        </p:txBody>
      </p:sp>
      <p:cxnSp>
        <p:nvCxnSpPr>
          <p:cNvPr id="255" name="Google Shape;255;p18"/>
          <p:cNvCxnSpPr>
            <a:stCxn id="232" idx="2"/>
            <a:endCxn id="254" idx="0"/>
          </p:cNvCxnSpPr>
          <p:nvPr/>
        </p:nvCxnSpPr>
        <p:spPr>
          <a:xfrm flipH="1">
            <a:off x="8001946" y="2518255"/>
            <a:ext cx="9000" cy="1316400"/>
          </a:xfrm>
          <a:prstGeom prst="straightConnector1">
            <a:avLst/>
          </a:prstGeom>
          <a:noFill/>
          <a:ln cap="flat" cmpd="sng" w="8775">
            <a:solidFill>
              <a:srgbClr val="1D5A9C"/>
            </a:solidFill>
            <a:prstDash val="solid"/>
            <a:round/>
            <a:headEnd len="med" w="med" type="none"/>
            <a:tailEnd len="med" w="med" type="triangle"/>
          </a:ln>
        </p:spPr>
      </p:cxnSp>
      <p:cxnSp>
        <p:nvCxnSpPr>
          <p:cNvPr id="256" name="Google Shape;256;p18"/>
          <p:cNvCxnSpPr>
            <a:stCxn id="254" idx="1"/>
          </p:cNvCxnSpPr>
          <p:nvPr/>
        </p:nvCxnSpPr>
        <p:spPr>
          <a:xfrm rot="10800000">
            <a:off x="6946499" y="4197022"/>
            <a:ext cx="429600" cy="300"/>
          </a:xfrm>
          <a:prstGeom prst="straightConnector1">
            <a:avLst/>
          </a:prstGeom>
          <a:noFill/>
          <a:ln cap="flat" cmpd="sng" w="8775">
            <a:solidFill>
              <a:srgbClr val="1D5A9C"/>
            </a:solidFill>
            <a:prstDash val="solid"/>
            <a:round/>
            <a:headEnd len="med" w="med" type="none"/>
            <a:tailEnd len="med" w="med" type="triangle"/>
          </a:ln>
        </p:spPr>
      </p:cxnSp>
      <p:cxnSp>
        <p:nvCxnSpPr>
          <p:cNvPr id="257" name="Google Shape;257;p18"/>
          <p:cNvCxnSpPr/>
          <p:nvPr/>
        </p:nvCxnSpPr>
        <p:spPr>
          <a:xfrm rot="10800000">
            <a:off x="5867001" y="4196969"/>
            <a:ext cx="429600" cy="300"/>
          </a:xfrm>
          <a:prstGeom prst="straightConnector1">
            <a:avLst/>
          </a:prstGeom>
          <a:noFill/>
          <a:ln cap="flat" cmpd="sng" w="8775">
            <a:solidFill>
              <a:srgbClr val="1D5A9C"/>
            </a:solidFill>
            <a:prstDash val="solid"/>
            <a:round/>
            <a:headEnd len="med" w="med" type="none"/>
            <a:tailEnd len="med" w="med" type="triangle"/>
          </a:ln>
        </p:spPr>
      </p:cxnSp>
      <p:sp>
        <p:nvSpPr>
          <p:cNvPr id="258" name="Google Shape;258;p18"/>
          <p:cNvSpPr txBox="1"/>
          <p:nvPr/>
        </p:nvSpPr>
        <p:spPr>
          <a:xfrm>
            <a:off x="1714893" y="4073526"/>
            <a:ext cx="1362900" cy="339900"/>
          </a:xfrm>
          <a:prstGeom prst="rect">
            <a:avLst/>
          </a:prstGeom>
          <a:solidFill>
            <a:srgbClr val="1D5A9C"/>
          </a:solidFill>
          <a:ln>
            <a:noFill/>
          </a:ln>
        </p:spPr>
        <p:txBody>
          <a:bodyPr anchorCtr="0" anchor="t" bIns="84100" lIns="84100" spcFirstLastPara="1" rIns="84100" wrap="square" tIns="84100">
            <a:spAutoFit/>
          </a:bodyPr>
          <a:lstStyle/>
          <a:p>
            <a:pPr indent="0" lvl="0" marL="0" rtl="0" algn="ctr">
              <a:spcBef>
                <a:spcPts val="0"/>
              </a:spcBef>
              <a:spcAft>
                <a:spcPts val="0"/>
              </a:spcAft>
              <a:buClr>
                <a:schemeClr val="dk1"/>
              </a:buClr>
              <a:buSzPts val="1012"/>
              <a:buFont typeface="Arial"/>
              <a:buNone/>
            </a:pPr>
            <a:r>
              <a:rPr b="1" lang="en" sz="1103">
                <a:solidFill>
                  <a:schemeClr val="lt1"/>
                </a:solidFill>
                <a:latin typeface="Jost"/>
                <a:ea typeface="Jost"/>
                <a:cs typeface="Jost"/>
                <a:sym typeface="Jost"/>
              </a:rPr>
              <a:t>AI Services</a:t>
            </a:r>
            <a:endParaRPr b="1" sz="1103">
              <a:solidFill>
                <a:schemeClr val="lt1"/>
              </a:solidFill>
              <a:latin typeface="Jost"/>
              <a:ea typeface="Jost"/>
              <a:cs typeface="Jost"/>
              <a:sym typeface="Jost"/>
            </a:endParaRPr>
          </a:p>
        </p:txBody>
      </p:sp>
      <p:sp>
        <p:nvSpPr>
          <p:cNvPr id="259" name="Google Shape;259;p18"/>
          <p:cNvSpPr txBox="1"/>
          <p:nvPr/>
        </p:nvSpPr>
        <p:spPr>
          <a:xfrm>
            <a:off x="1775196" y="4428631"/>
            <a:ext cx="1692000" cy="424800"/>
          </a:xfrm>
          <a:prstGeom prst="rect">
            <a:avLst/>
          </a:prstGeom>
          <a:noFill/>
          <a:ln>
            <a:noFill/>
          </a:ln>
        </p:spPr>
        <p:txBody>
          <a:bodyPr anchorCtr="0" anchor="t" bIns="84100" lIns="0" spcFirstLastPara="1" rIns="0" wrap="square" tIns="84100">
            <a:spAutoFit/>
          </a:bodyPr>
          <a:lstStyle/>
          <a:p>
            <a:pPr indent="0" lvl="0" marL="0" rtl="0" algn="l">
              <a:spcBef>
                <a:spcPts val="0"/>
              </a:spcBef>
              <a:spcAft>
                <a:spcPts val="0"/>
              </a:spcAft>
              <a:buNone/>
            </a:pPr>
            <a:r>
              <a:rPr b="1" i="1" lang="en" sz="827">
                <a:solidFill>
                  <a:schemeClr val="dk1"/>
                </a:solidFill>
                <a:latin typeface="Jost"/>
                <a:ea typeface="Jost"/>
                <a:cs typeface="Jost"/>
                <a:sym typeface="Jost"/>
              </a:rPr>
              <a:t>Departments, Sub-Departments,</a:t>
            </a:r>
            <a:endParaRPr b="1" i="1" sz="827">
              <a:solidFill>
                <a:schemeClr val="dk1"/>
              </a:solidFill>
              <a:latin typeface="Jost"/>
              <a:ea typeface="Jost"/>
              <a:cs typeface="Jost"/>
              <a:sym typeface="Jost"/>
            </a:endParaRPr>
          </a:p>
          <a:p>
            <a:pPr indent="0" lvl="0" marL="0" rtl="0" algn="l">
              <a:spcBef>
                <a:spcPts val="0"/>
              </a:spcBef>
              <a:spcAft>
                <a:spcPts val="0"/>
              </a:spcAft>
              <a:buNone/>
            </a:pPr>
            <a:r>
              <a:rPr b="1" i="1" lang="en" sz="827">
                <a:solidFill>
                  <a:schemeClr val="dk1"/>
                </a:solidFill>
                <a:latin typeface="Jost"/>
                <a:ea typeface="Jost"/>
                <a:cs typeface="Jost"/>
                <a:sym typeface="Jost"/>
              </a:rPr>
              <a:t>GPTs, Agents</a:t>
            </a:r>
            <a:endParaRPr b="1" i="1" sz="827">
              <a:solidFill>
                <a:schemeClr val="dk1"/>
              </a:solidFill>
              <a:latin typeface="Jost"/>
              <a:ea typeface="Jost"/>
              <a:cs typeface="Jost"/>
              <a:sym typeface="Jost"/>
            </a:endParaRPr>
          </a:p>
        </p:txBody>
      </p:sp>
      <p:sp>
        <p:nvSpPr>
          <p:cNvPr id="260" name="Google Shape;260;p18"/>
          <p:cNvSpPr/>
          <p:nvPr/>
        </p:nvSpPr>
        <p:spPr>
          <a:xfrm>
            <a:off x="4275592" y="3725231"/>
            <a:ext cx="1473300" cy="1027800"/>
          </a:xfrm>
          <a:prstGeom prst="rect">
            <a:avLst/>
          </a:prstGeom>
          <a:noFill/>
          <a:ln cap="flat" cmpd="sng" w="8775">
            <a:solidFill>
              <a:schemeClr val="lt1"/>
            </a:solidFill>
            <a:prstDash val="solid"/>
            <a:round/>
            <a:headEnd len="sm" w="sm" type="none"/>
            <a:tailEnd len="sm" w="sm" type="none"/>
          </a:ln>
        </p:spPr>
        <p:txBody>
          <a:bodyPr anchorCtr="0" anchor="ctr" bIns="84100" lIns="84100" spcFirstLastPara="1" rIns="84100" wrap="square" tIns="84100">
            <a:noAutofit/>
          </a:bodyPr>
          <a:lstStyle/>
          <a:p>
            <a:pPr indent="0" lvl="0" marL="0" rtl="0" algn="ctr">
              <a:spcBef>
                <a:spcPts val="0"/>
              </a:spcBef>
              <a:spcAft>
                <a:spcPts val="0"/>
              </a:spcAft>
              <a:buNone/>
            </a:pPr>
            <a:r>
              <a:t/>
            </a:r>
            <a:endParaRPr sz="1287"/>
          </a:p>
        </p:txBody>
      </p:sp>
      <p:cxnSp>
        <p:nvCxnSpPr>
          <p:cNvPr id="261" name="Google Shape;261;p18"/>
          <p:cNvCxnSpPr>
            <a:stCxn id="260" idx="1"/>
          </p:cNvCxnSpPr>
          <p:nvPr/>
        </p:nvCxnSpPr>
        <p:spPr>
          <a:xfrm flipH="1">
            <a:off x="3171892" y="4239131"/>
            <a:ext cx="1103700" cy="8400"/>
          </a:xfrm>
          <a:prstGeom prst="straightConnector1">
            <a:avLst/>
          </a:prstGeom>
          <a:noFill/>
          <a:ln cap="flat" cmpd="sng" w="8775">
            <a:solidFill>
              <a:srgbClr val="1D5A9C"/>
            </a:solidFill>
            <a:prstDash val="solid"/>
            <a:round/>
            <a:headEnd len="med" w="med" type="none"/>
            <a:tailEnd len="med" w="med" type="triangle"/>
          </a:ln>
        </p:spPr>
      </p:cxnSp>
      <p:sp>
        <p:nvSpPr>
          <p:cNvPr id="262" name="Google Shape;262;p18"/>
          <p:cNvSpPr/>
          <p:nvPr/>
        </p:nvSpPr>
        <p:spPr>
          <a:xfrm>
            <a:off x="185700" y="91350"/>
            <a:ext cx="8740200" cy="486600"/>
          </a:xfrm>
          <a:prstGeom prst="roundRect">
            <a:avLst>
              <a:gd fmla="val 16667" name="adj"/>
            </a:avLst>
          </a:prstGeom>
          <a:solidFill>
            <a:srgbClr val="0062A5"/>
          </a:solidFill>
          <a:ln cap="flat" cmpd="sng" w="9525">
            <a:solidFill>
              <a:srgbClr val="0062A5"/>
            </a:solidFill>
            <a:prstDash val="solid"/>
            <a:round/>
            <a:headEnd len="sm" w="sm" type="none"/>
            <a:tailEnd len="sm" w="sm" type="none"/>
          </a:ln>
        </p:spPr>
        <p:txBody>
          <a:bodyPr anchorCtr="0" anchor="ctr" bIns="0" lIns="91425" spcFirstLastPara="1" rIns="91425" wrap="square" tIns="0">
            <a:noAutofit/>
          </a:bodyPr>
          <a:lstStyle/>
          <a:p>
            <a:pPr indent="0" lvl="0" marL="0" rtl="0" algn="l">
              <a:lnSpc>
                <a:spcPct val="90000"/>
              </a:lnSpc>
              <a:spcBef>
                <a:spcPts val="0"/>
              </a:spcBef>
              <a:spcAft>
                <a:spcPts val="0"/>
              </a:spcAft>
              <a:buNone/>
            </a:pPr>
            <a:r>
              <a:rPr b="1" lang="en" sz="1800">
                <a:solidFill>
                  <a:srgbClr val="FFFFFF"/>
                </a:solidFill>
                <a:latin typeface="Jost"/>
                <a:ea typeface="Jost"/>
                <a:cs typeface="Jost"/>
                <a:sym typeface="Jost"/>
              </a:rPr>
              <a:t>Pie RBAC User Authentication Flow </a:t>
            </a:r>
            <a:endParaRPr b="1" sz="1600">
              <a:solidFill>
                <a:srgbClr val="FFFFFF"/>
              </a:solidFill>
              <a:latin typeface="Jost"/>
              <a:ea typeface="Jost"/>
              <a:cs typeface="Jost"/>
              <a:sym typeface="Jost"/>
            </a:endParaRPr>
          </a:p>
        </p:txBody>
      </p:sp>
      <p:sp>
        <p:nvSpPr>
          <p:cNvPr id="263" name="Google Shape;263;p18"/>
          <p:cNvSpPr txBox="1"/>
          <p:nvPr/>
        </p:nvSpPr>
        <p:spPr>
          <a:xfrm>
            <a:off x="8028138" y="613450"/>
            <a:ext cx="1307100" cy="44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000">
                <a:solidFill>
                  <a:srgbClr val="FF0000"/>
                </a:solidFill>
              </a:rPr>
              <a:t>**Confidential**</a:t>
            </a:r>
            <a:endParaRPr b="1" sz="1000">
              <a:solidFill>
                <a:srgbClr val="FF0000"/>
              </a:solidFill>
            </a:endParaRPr>
          </a:p>
        </p:txBody>
      </p:sp>
      <p:sp>
        <p:nvSpPr>
          <p:cNvPr id="264" name="Google Shape;264;p18"/>
          <p:cNvSpPr txBox="1"/>
          <p:nvPr>
            <p:ph idx="12" type="sldNum"/>
          </p:nvPr>
        </p:nvSpPr>
        <p:spPr>
          <a:xfrm>
            <a:off x="8472458" y="4663217"/>
            <a:ext cx="548700" cy="393600"/>
          </a:xfrm>
          <a:prstGeom prst="rect">
            <a:avLst/>
          </a:prstGeom>
        </p:spPr>
        <p:txBody>
          <a:bodyPr anchorCtr="0" anchor="t" bIns="91425" lIns="91425" spcFirstLastPara="1" rIns="91425" wrap="square" tIns="91425">
            <a:normAutofit/>
          </a:bodyPr>
          <a:lstStyle/>
          <a:p>
            <a:pPr indent="0" lvl="0" marL="0" rtl="0" algn="r">
              <a:spcBef>
                <a:spcPts val="0"/>
              </a:spcBef>
              <a:spcAft>
                <a:spcPts val="0"/>
              </a:spcAft>
              <a:buNone/>
            </a:pPr>
            <a:fld id="{00000000-1234-1234-1234-123412341234}" type="slidenum">
              <a:rPr lang="en" sz="1200">
                <a:latin typeface="Jost"/>
                <a:ea typeface="Jost"/>
                <a:cs typeface="Jost"/>
                <a:sym typeface="Jost"/>
              </a:rPr>
              <a:t>‹#›</a:t>
            </a:fld>
            <a:endParaRPr sz="1200">
              <a:latin typeface="Jost"/>
              <a:ea typeface="Jost"/>
              <a:cs typeface="Jost"/>
              <a:sym typeface="Jost"/>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19"/>
          <p:cNvSpPr/>
          <p:nvPr/>
        </p:nvSpPr>
        <p:spPr>
          <a:xfrm>
            <a:off x="185700" y="91350"/>
            <a:ext cx="8740200" cy="486600"/>
          </a:xfrm>
          <a:prstGeom prst="roundRect">
            <a:avLst>
              <a:gd fmla="val 16667" name="adj"/>
            </a:avLst>
          </a:prstGeom>
          <a:solidFill>
            <a:srgbClr val="0062A5"/>
          </a:solidFill>
          <a:ln cap="flat" cmpd="sng" w="9525">
            <a:solidFill>
              <a:srgbClr val="0062A5"/>
            </a:solidFill>
            <a:prstDash val="solid"/>
            <a:round/>
            <a:headEnd len="sm" w="sm" type="none"/>
            <a:tailEnd len="sm" w="sm" type="none"/>
          </a:ln>
        </p:spPr>
        <p:txBody>
          <a:bodyPr anchorCtr="0" anchor="ctr" bIns="0" lIns="91425" spcFirstLastPara="1" rIns="91425" wrap="square" tIns="0">
            <a:noAutofit/>
          </a:bodyPr>
          <a:lstStyle/>
          <a:p>
            <a:pPr indent="0" lvl="0" marL="0" rtl="0" algn="l">
              <a:lnSpc>
                <a:spcPct val="108000"/>
              </a:lnSpc>
              <a:spcBef>
                <a:spcPts val="0"/>
              </a:spcBef>
              <a:spcAft>
                <a:spcPts val="0"/>
              </a:spcAft>
              <a:buNone/>
            </a:pPr>
            <a:r>
              <a:rPr b="1" lang="en" sz="1800">
                <a:solidFill>
                  <a:srgbClr val="FFFFFF"/>
                </a:solidFill>
                <a:latin typeface="Jost"/>
                <a:ea typeface="Jost"/>
                <a:cs typeface="Jost"/>
                <a:sym typeface="Jost"/>
              </a:rPr>
              <a:t>Amneal GPT Integrated Architecture</a:t>
            </a:r>
            <a:endParaRPr b="1" sz="1800">
              <a:solidFill>
                <a:srgbClr val="FFFFFF"/>
              </a:solidFill>
              <a:latin typeface="Jost"/>
              <a:ea typeface="Jost"/>
              <a:cs typeface="Jost"/>
              <a:sym typeface="Jost"/>
            </a:endParaRPr>
          </a:p>
        </p:txBody>
      </p:sp>
      <p:sp>
        <p:nvSpPr>
          <p:cNvPr id="271" name="Google Shape;271;p19"/>
          <p:cNvSpPr txBox="1"/>
          <p:nvPr/>
        </p:nvSpPr>
        <p:spPr>
          <a:xfrm>
            <a:off x="8028138" y="613450"/>
            <a:ext cx="1307100" cy="44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000">
                <a:solidFill>
                  <a:srgbClr val="FF0000"/>
                </a:solidFill>
              </a:rPr>
              <a:t>**Confidential**</a:t>
            </a:r>
            <a:endParaRPr b="1" sz="1000">
              <a:solidFill>
                <a:srgbClr val="FF0000"/>
              </a:solidFill>
            </a:endParaRPr>
          </a:p>
        </p:txBody>
      </p:sp>
      <p:sp>
        <p:nvSpPr>
          <p:cNvPr id="272" name="Google Shape;272;p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200">
                <a:latin typeface="Jost"/>
                <a:ea typeface="Jost"/>
                <a:cs typeface="Jost"/>
                <a:sym typeface="Jost"/>
              </a:rPr>
              <a:t>‹#›</a:t>
            </a:fld>
            <a:endParaRPr sz="1200">
              <a:latin typeface="Jost"/>
              <a:ea typeface="Jost"/>
              <a:cs typeface="Jost"/>
              <a:sym typeface="Jost"/>
            </a:endParaRPr>
          </a:p>
        </p:txBody>
      </p:sp>
      <p:grpSp>
        <p:nvGrpSpPr>
          <p:cNvPr id="273" name="Google Shape;273;p19"/>
          <p:cNvGrpSpPr/>
          <p:nvPr/>
        </p:nvGrpSpPr>
        <p:grpSpPr>
          <a:xfrm>
            <a:off x="259718" y="971547"/>
            <a:ext cx="978453" cy="605968"/>
            <a:chOff x="0" y="-28575"/>
            <a:chExt cx="540600" cy="334800"/>
          </a:xfrm>
        </p:grpSpPr>
        <p:sp>
          <p:nvSpPr>
            <p:cNvPr id="274" name="Google Shape;274;p19"/>
            <p:cNvSpPr/>
            <p:nvPr/>
          </p:nvSpPr>
          <p:spPr>
            <a:xfrm>
              <a:off x="0" y="0"/>
              <a:ext cx="540546" cy="306125"/>
            </a:xfrm>
            <a:custGeom>
              <a:rect b="b" l="l" r="r" t="t"/>
              <a:pathLst>
                <a:path extrusionOk="0" h="306125" w="540546">
                  <a:moveTo>
                    <a:pt x="40563" y="0"/>
                  </a:moveTo>
                  <a:lnTo>
                    <a:pt x="499983" y="0"/>
                  </a:lnTo>
                  <a:cubicBezTo>
                    <a:pt x="510741" y="0"/>
                    <a:pt x="521059" y="4274"/>
                    <a:pt x="528666" y="11881"/>
                  </a:cubicBezTo>
                  <a:cubicBezTo>
                    <a:pt x="536273" y="19488"/>
                    <a:pt x="540546" y="29805"/>
                    <a:pt x="540546" y="40563"/>
                  </a:cubicBezTo>
                  <a:lnTo>
                    <a:pt x="540546" y="265562"/>
                  </a:lnTo>
                  <a:cubicBezTo>
                    <a:pt x="540546" y="276320"/>
                    <a:pt x="536273" y="286638"/>
                    <a:pt x="528666" y="294245"/>
                  </a:cubicBezTo>
                  <a:cubicBezTo>
                    <a:pt x="521059" y="301852"/>
                    <a:pt x="510741" y="306125"/>
                    <a:pt x="499983" y="306125"/>
                  </a:cubicBezTo>
                  <a:lnTo>
                    <a:pt x="40563" y="306125"/>
                  </a:lnTo>
                  <a:cubicBezTo>
                    <a:pt x="29805" y="306125"/>
                    <a:pt x="19488" y="301852"/>
                    <a:pt x="11881" y="294245"/>
                  </a:cubicBezTo>
                  <a:cubicBezTo>
                    <a:pt x="4274" y="286638"/>
                    <a:pt x="0" y="276320"/>
                    <a:pt x="0" y="265562"/>
                  </a:cubicBezTo>
                  <a:lnTo>
                    <a:pt x="0" y="40563"/>
                  </a:lnTo>
                  <a:cubicBezTo>
                    <a:pt x="0" y="29805"/>
                    <a:pt x="4274" y="19488"/>
                    <a:pt x="11881" y="11881"/>
                  </a:cubicBezTo>
                  <a:cubicBezTo>
                    <a:pt x="19488" y="4274"/>
                    <a:pt x="29805" y="0"/>
                    <a:pt x="40563" y="0"/>
                  </a:cubicBezTo>
                  <a:close/>
                </a:path>
              </a:pathLst>
            </a:custGeom>
            <a:solidFill>
              <a:srgbClr val="FFFFFF"/>
            </a:solidFill>
            <a:ln cap="sq" cmpd="sng" w="14625">
              <a:solidFill>
                <a:srgbClr val="0062A5"/>
              </a:solidFill>
              <a:prstDash val="dash"/>
              <a:miter lim="8000"/>
              <a:headEnd len="sm" w="sm" type="none"/>
              <a:tailEnd len="sm" w="sm" type="none"/>
            </a:ln>
          </p:spPr>
          <p:txBody>
            <a:bodyPr anchorCtr="0" anchor="ctr" bIns="46850" lIns="46850" spcFirstLastPara="1" rIns="46850" wrap="square" tIns="46850">
              <a:noAutofit/>
            </a:bodyPr>
            <a:lstStyle/>
            <a:p>
              <a:pPr indent="0" lvl="0" marL="0" rtl="0" algn="l">
                <a:spcBef>
                  <a:spcPts val="0"/>
                </a:spcBef>
                <a:spcAft>
                  <a:spcPts val="0"/>
                </a:spcAft>
                <a:buNone/>
              </a:pPr>
              <a:r>
                <a:t/>
              </a:r>
              <a:endParaRPr/>
            </a:p>
          </p:txBody>
        </p:sp>
        <p:sp>
          <p:nvSpPr>
            <p:cNvPr id="275" name="Google Shape;275;p19"/>
            <p:cNvSpPr txBox="1"/>
            <p:nvPr/>
          </p:nvSpPr>
          <p:spPr>
            <a:xfrm>
              <a:off x="0" y="-28575"/>
              <a:ext cx="540600" cy="334800"/>
            </a:xfrm>
            <a:prstGeom prst="rect">
              <a:avLst/>
            </a:prstGeom>
            <a:noFill/>
            <a:ln>
              <a:noFill/>
            </a:ln>
          </p:spPr>
          <p:txBody>
            <a:bodyPr anchorCtr="0" anchor="ctr" bIns="17300" lIns="17300" spcFirstLastPara="1" rIns="17300" wrap="square" tIns="17300">
              <a:noAutofit/>
            </a:bodyPr>
            <a:lstStyle/>
            <a:p>
              <a:pPr indent="0" lvl="0" marL="0" marR="0" rtl="0" algn="ctr">
                <a:lnSpc>
                  <a:spcPct val="108888"/>
                </a:lnSpc>
                <a:spcBef>
                  <a:spcPts val="0"/>
                </a:spcBef>
                <a:spcAft>
                  <a:spcPts val="0"/>
                </a:spcAft>
                <a:buNone/>
              </a:pPr>
              <a:r>
                <a:t/>
              </a:r>
              <a:endParaRPr b="0" i="0" sz="922" u="none" cap="none" strike="noStrike">
                <a:solidFill>
                  <a:srgbClr val="000000"/>
                </a:solidFill>
                <a:latin typeface="Calibri"/>
                <a:ea typeface="Calibri"/>
                <a:cs typeface="Calibri"/>
                <a:sym typeface="Calibri"/>
              </a:endParaRPr>
            </a:p>
          </p:txBody>
        </p:sp>
      </p:grpSp>
      <p:sp>
        <p:nvSpPr>
          <p:cNvPr id="276" name="Google Shape;276;p19"/>
          <p:cNvSpPr/>
          <p:nvPr/>
        </p:nvSpPr>
        <p:spPr>
          <a:xfrm>
            <a:off x="464580" y="1072434"/>
            <a:ext cx="556295" cy="268368"/>
          </a:xfrm>
          <a:custGeom>
            <a:rect b="b" l="l" r="r" t="t"/>
            <a:pathLst>
              <a:path extrusionOk="0" h="523543" w="1085241">
                <a:moveTo>
                  <a:pt x="0" y="0"/>
                </a:moveTo>
                <a:lnTo>
                  <a:pt x="1085240" y="0"/>
                </a:lnTo>
                <a:lnTo>
                  <a:pt x="1085240" y="523543"/>
                </a:lnTo>
                <a:lnTo>
                  <a:pt x="0" y="523543"/>
                </a:lnTo>
                <a:lnTo>
                  <a:pt x="0" y="0"/>
                </a:lnTo>
                <a:close/>
              </a:path>
            </a:pathLst>
          </a:custGeom>
          <a:blipFill rotWithShape="1">
            <a:blip r:embed="rId3">
              <a:alphaModFix/>
            </a:blip>
            <a:stretch>
              <a:fillRect b="-53167" l="-29918" r="-30348" t="-52628"/>
            </a:stretch>
          </a:blipFill>
          <a:ln>
            <a:noFill/>
          </a:ln>
        </p:spPr>
      </p:sp>
      <p:sp>
        <p:nvSpPr>
          <p:cNvPr id="277" name="Google Shape;277;p19"/>
          <p:cNvSpPr/>
          <p:nvPr/>
        </p:nvSpPr>
        <p:spPr>
          <a:xfrm>
            <a:off x="549743" y="1374488"/>
            <a:ext cx="385968" cy="153677"/>
          </a:xfrm>
          <a:custGeom>
            <a:rect b="b" l="l" r="r" t="t"/>
            <a:pathLst>
              <a:path extrusionOk="0" h="299799" w="752961">
                <a:moveTo>
                  <a:pt x="0" y="0"/>
                </a:moveTo>
                <a:lnTo>
                  <a:pt x="752961" y="0"/>
                </a:lnTo>
                <a:lnTo>
                  <a:pt x="752961" y="299799"/>
                </a:lnTo>
                <a:lnTo>
                  <a:pt x="0" y="299799"/>
                </a:lnTo>
                <a:lnTo>
                  <a:pt x="0" y="0"/>
                </a:lnTo>
                <a:close/>
              </a:path>
            </a:pathLst>
          </a:custGeom>
          <a:blipFill rotWithShape="1">
            <a:blip r:embed="rId4">
              <a:alphaModFix/>
            </a:blip>
            <a:stretch>
              <a:fillRect b="-79" l="0" r="0" t="-69"/>
            </a:stretch>
          </a:blipFill>
          <a:ln>
            <a:noFill/>
          </a:ln>
        </p:spPr>
      </p:sp>
      <p:grpSp>
        <p:nvGrpSpPr>
          <p:cNvPr id="278" name="Google Shape;278;p19"/>
          <p:cNvGrpSpPr/>
          <p:nvPr/>
        </p:nvGrpSpPr>
        <p:grpSpPr>
          <a:xfrm>
            <a:off x="247381" y="1612876"/>
            <a:ext cx="990696" cy="648197"/>
            <a:chOff x="0" y="-28575"/>
            <a:chExt cx="516748" cy="338100"/>
          </a:xfrm>
        </p:grpSpPr>
        <p:sp>
          <p:nvSpPr>
            <p:cNvPr id="279" name="Google Shape;279;p19"/>
            <p:cNvSpPr/>
            <p:nvPr/>
          </p:nvSpPr>
          <p:spPr>
            <a:xfrm>
              <a:off x="0" y="0"/>
              <a:ext cx="516748" cy="309397"/>
            </a:xfrm>
            <a:custGeom>
              <a:rect b="b" l="l" r="r" t="t"/>
              <a:pathLst>
                <a:path extrusionOk="0" h="309397" w="516748">
                  <a:moveTo>
                    <a:pt x="40058" y="0"/>
                  </a:moveTo>
                  <a:lnTo>
                    <a:pt x="476690" y="0"/>
                  </a:lnTo>
                  <a:cubicBezTo>
                    <a:pt x="498814" y="0"/>
                    <a:pt x="516748" y="17935"/>
                    <a:pt x="516748" y="40058"/>
                  </a:cubicBezTo>
                  <a:lnTo>
                    <a:pt x="516748" y="269339"/>
                  </a:lnTo>
                  <a:cubicBezTo>
                    <a:pt x="516748" y="279963"/>
                    <a:pt x="512528" y="290152"/>
                    <a:pt x="505016" y="297664"/>
                  </a:cubicBezTo>
                  <a:cubicBezTo>
                    <a:pt x="497503" y="305176"/>
                    <a:pt x="487314" y="309397"/>
                    <a:pt x="476690" y="309397"/>
                  </a:cubicBezTo>
                  <a:lnTo>
                    <a:pt x="40058" y="309397"/>
                  </a:lnTo>
                  <a:cubicBezTo>
                    <a:pt x="29434" y="309397"/>
                    <a:pt x="19245" y="305176"/>
                    <a:pt x="11733" y="297664"/>
                  </a:cubicBezTo>
                  <a:cubicBezTo>
                    <a:pt x="4220" y="290152"/>
                    <a:pt x="0" y="279963"/>
                    <a:pt x="0" y="269339"/>
                  </a:cubicBezTo>
                  <a:lnTo>
                    <a:pt x="0" y="40058"/>
                  </a:lnTo>
                  <a:cubicBezTo>
                    <a:pt x="0" y="29434"/>
                    <a:pt x="4220" y="19245"/>
                    <a:pt x="11733" y="11733"/>
                  </a:cubicBezTo>
                  <a:cubicBezTo>
                    <a:pt x="19245" y="4220"/>
                    <a:pt x="29434" y="0"/>
                    <a:pt x="40058" y="0"/>
                  </a:cubicBezTo>
                  <a:close/>
                </a:path>
              </a:pathLst>
            </a:custGeom>
            <a:solidFill>
              <a:srgbClr val="000000">
                <a:alpha val="0"/>
              </a:srgbClr>
            </a:solidFill>
            <a:ln cap="sq" cmpd="sng" w="14625">
              <a:solidFill>
                <a:srgbClr val="0062A5"/>
              </a:solidFill>
              <a:prstDash val="dash"/>
              <a:miter lim="8000"/>
              <a:headEnd len="sm" w="sm" type="none"/>
              <a:tailEnd len="sm" w="sm" type="none"/>
            </a:ln>
          </p:spPr>
          <p:txBody>
            <a:bodyPr anchorCtr="0" anchor="ctr" bIns="46850" lIns="46850" spcFirstLastPara="1" rIns="46850" wrap="square" tIns="46850">
              <a:noAutofit/>
            </a:bodyPr>
            <a:lstStyle/>
            <a:p>
              <a:pPr indent="0" lvl="0" marL="0" rtl="0" algn="l">
                <a:spcBef>
                  <a:spcPts val="0"/>
                </a:spcBef>
                <a:spcAft>
                  <a:spcPts val="0"/>
                </a:spcAft>
                <a:buNone/>
              </a:pPr>
              <a:r>
                <a:t/>
              </a:r>
              <a:endParaRPr/>
            </a:p>
          </p:txBody>
        </p:sp>
        <p:sp>
          <p:nvSpPr>
            <p:cNvPr id="280" name="Google Shape;280;p19"/>
            <p:cNvSpPr txBox="1"/>
            <p:nvPr/>
          </p:nvSpPr>
          <p:spPr>
            <a:xfrm>
              <a:off x="0" y="-28575"/>
              <a:ext cx="516600" cy="338100"/>
            </a:xfrm>
            <a:prstGeom prst="rect">
              <a:avLst/>
            </a:prstGeom>
            <a:noFill/>
            <a:ln>
              <a:noFill/>
            </a:ln>
          </p:spPr>
          <p:txBody>
            <a:bodyPr anchorCtr="0" anchor="ctr" bIns="18300" lIns="18300" spcFirstLastPara="1" rIns="18300" wrap="square" tIns="18300">
              <a:noAutofit/>
            </a:bodyPr>
            <a:lstStyle/>
            <a:p>
              <a:pPr indent="0" lvl="0" marL="0" marR="0" rtl="0" algn="ctr">
                <a:lnSpc>
                  <a:spcPct val="108888"/>
                </a:lnSpc>
                <a:spcBef>
                  <a:spcPts val="0"/>
                </a:spcBef>
                <a:spcAft>
                  <a:spcPts val="0"/>
                </a:spcAft>
                <a:buNone/>
              </a:pPr>
              <a:r>
                <a:t/>
              </a:r>
              <a:endParaRPr b="0" i="0" sz="922" u="none" cap="none" strike="noStrike">
                <a:solidFill>
                  <a:srgbClr val="000000"/>
                </a:solidFill>
                <a:latin typeface="Calibri"/>
                <a:ea typeface="Calibri"/>
                <a:cs typeface="Calibri"/>
                <a:sym typeface="Calibri"/>
              </a:endParaRPr>
            </a:p>
          </p:txBody>
        </p:sp>
      </p:grpSp>
      <p:sp>
        <p:nvSpPr>
          <p:cNvPr id="281" name="Google Shape;281;p19"/>
          <p:cNvSpPr/>
          <p:nvPr/>
        </p:nvSpPr>
        <p:spPr>
          <a:xfrm>
            <a:off x="410981" y="1738261"/>
            <a:ext cx="294031" cy="64667"/>
          </a:xfrm>
          <a:custGeom>
            <a:rect b="b" l="l" r="r" t="t"/>
            <a:pathLst>
              <a:path extrusionOk="0" h="126154" w="573608">
                <a:moveTo>
                  <a:pt x="0" y="0"/>
                </a:moveTo>
                <a:lnTo>
                  <a:pt x="573608" y="0"/>
                </a:lnTo>
                <a:lnTo>
                  <a:pt x="573608" y="126154"/>
                </a:lnTo>
                <a:lnTo>
                  <a:pt x="0" y="126154"/>
                </a:lnTo>
                <a:lnTo>
                  <a:pt x="0" y="0"/>
                </a:lnTo>
                <a:close/>
              </a:path>
            </a:pathLst>
          </a:custGeom>
          <a:blipFill rotWithShape="1">
            <a:blip r:embed="rId5">
              <a:alphaModFix/>
            </a:blip>
            <a:stretch>
              <a:fillRect b="0" l="0" r="-539" t="0"/>
            </a:stretch>
          </a:blipFill>
          <a:ln>
            <a:noFill/>
          </a:ln>
        </p:spPr>
      </p:sp>
      <p:sp>
        <p:nvSpPr>
          <p:cNvPr id="282" name="Google Shape;282;p19"/>
          <p:cNvSpPr/>
          <p:nvPr/>
        </p:nvSpPr>
        <p:spPr>
          <a:xfrm>
            <a:off x="808720" y="1711394"/>
            <a:ext cx="206924" cy="218795"/>
          </a:xfrm>
          <a:custGeom>
            <a:rect b="b" l="l" r="r" t="t"/>
            <a:pathLst>
              <a:path extrusionOk="0" h="426833" w="403676">
                <a:moveTo>
                  <a:pt x="0" y="0"/>
                </a:moveTo>
                <a:lnTo>
                  <a:pt x="403676" y="0"/>
                </a:lnTo>
                <a:lnTo>
                  <a:pt x="403676" y="426833"/>
                </a:lnTo>
                <a:lnTo>
                  <a:pt x="0" y="426833"/>
                </a:lnTo>
                <a:lnTo>
                  <a:pt x="0" y="0"/>
                </a:lnTo>
                <a:close/>
              </a:path>
            </a:pathLst>
          </a:custGeom>
          <a:blipFill rotWithShape="1">
            <a:blip r:embed="rId6">
              <a:alphaModFix/>
            </a:blip>
            <a:stretch>
              <a:fillRect b="-19199" l="-22049" r="-21839" t="-16879"/>
            </a:stretch>
          </a:blipFill>
          <a:ln>
            <a:noFill/>
          </a:ln>
        </p:spPr>
      </p:sp>
      <p:sp>
        <p:nvSpPr>
          <p:cNvPr id="283" name="Google Shape;283;p19"/>
          <p:cNvSpPr/>
          <p:nvPr/>
        </p:nvSpPr>
        <p:spPr>
          <a:xfrm>
            <a:off x="401204" y="1830825"/>
            <a:ext cx="240794" cy="198727"/>
          </a:xfrm>
          <a:custGeom>
            <a:rect b="b" l="l" r="r" t="t"/>
            <a:pathLst>
              <a:path extrusionOk="0" h="387684" w="469751">
                <a:moveTo>
                  <a:pt x="0" y="0"/>
                </a:moveTo>
                <a:lnTo>
                  <a:pt x="469751" y="0"/>
                </a:lnTo>
                <a:lnTo>
                  <a:pt x="469751" y="387684"/>
                </a:lnTo>
                <a:lnTo>
                  <a:pt x="0" y="387684"/>
                </a:lnTo>
                <a:lnTo>
                  <a:pt x="0" y="0"/>
                </a:lnTo>
                <a:close/>
              </a:path>
            </a:pathLst>
          </a:custGeom>
          <a:blipFill rotWithShape="1">
            <a:blip r:embed="rId7">
              <a:alphaModFix/>
            </a:blip>
            <a:stretch>
              <a:fillRect b="-36648" l="-40897" r="-49607" t="-33439"/>
            </a:stretch>
          </a:blipFill>
          <a:ln>
            <a:noFill/>
          </a:ln>
        </p:spPr>
      </p:sp>
      <p:sp>
        <p:nvSpPr>
          <p:cNvPr id="284" name="Google Shape;284;p19"/>
          <p:cNvSpPr/>
          <p:nvPr/>
        </p:nvSpPr>
        <p:spPr>
          <a:xfrm>
            <a:off x="770266" y="1939363"/>
            <a:ext cx="283833" cy="290599"/>
          </a:xfrm>
          <a:custGeom>
            <a:rect b="b" l="l" r="r" t="t"/>
            <a:pathLst>
              <a:path extrusionOk="0" h="566911" w="553712">
                <a:moveTo>
                  <a:pt x="0" y="0"/>
                </a:moveTo>
                <a:lnTo>
                  <a:pt x="553712" y="0"/>
                </a:lnTo>
                <a:lnTo>
                  <a:pt x="553712" y="566911"/>
                </a:lnTo>
                <a:lnTo>
                  <a:pt x="0" y="566911"/>
                </a:lnTo>
                <a:lnTo>
                  <a:pt x="0" y="0"/>
                </a:lnTo>
                <a:close/>
              </a:path>
            </a:pathLst>
          </a:custGeom>
          <a:blipFill rotWithShape="1">
            <a:blip r:embed="rId8">
              <a:alphaModFix/>
            </a:blip>
            <a:stretch>
              <a:fillRect b="-21528" l="-23989" r="-27638" t="-20058"/>
            </a:stretch>
          </a:blipFill>
          <a:ln>
            <a:noFill/>
          </a:ln>
        </p:spPr>
      </p:sp>
      <p:sp>
        <p:nvSpPr>
          <p:cNvPr id="285" name="Google Shape;285;p19"/>
          <p:cNvSpPr/>
          <p:nvPr/>
        </p:nvSpPr>
        <p:spPr>
          <a:xfrm>
            <a:off x="408226" y="2024657"/>
            <a:ext cx="236778" cy="198431"/>
          </a:xfrm>
          <a:custGeom>
            <a:rect b="b" l="l" r="r" t="t"/>
            <a:pathLst>
              <a:path extrusionOk="0" h="387106" w="461915">
                <a:moveTo>
                  <a:pt x="0" y="0"/>
                </a:moveTo>
                <a:lnTo>
                  <a:pt x="461915" y="0"/>
                </a:lnTo>
                <a:lnTo>
                  <a:pt x="461915" y="387106"/>
                </a:lnTo>
                <a:lnTo>
                  <a:pt x="0" y="387106"/>
                </a:lnTo>
                <a:lnTo>
                  <a:pt x="0" y="0"/>
                </a:lnTo>
                <a:close/>
              </a:path>
            </a:pathLst>
          </a:custGeom>
          <a:blipFill rotWithShape="1">
            <a:blip r:embed="rId9">
              <a:alphaModFix/>
            </a:blip>
            <a:stretch>
              <a:fillRect b="-8238" l="-23998" r="-25438" t="-6859"/>
            </a:stretch>
          </a:blipFill>
          <a:ln>
            <a:noFill/>
          </a:ln>
        </p:spPr>
      </p:sp>
      <p:grpSp>
        <p:nvGrpSpPr>
          <p:cNvPr id="286" name="Google Shape;286;p19"/>
          <p:cNvGrpSpPr/>
          <p:nvPr/>
        </p:nvGrpSpPr>
        <p:grpSpPr>
          <a:xfrm>
            <a:off x="259717" y="2278443"/>
            <a:ext cx="978362" cy="665527"/>
            <a:chOff x="0" y="-28575"/>
            <a:chExt cx="370895" cy="252300"/>
          </a:xfrm>
        </p:grpSpPr>
        <p:sp>
          <p:nvSpPr>
            <p:cNvPr id="287" name="Google Shape;287;p19"/>
            <p:cNvSpPr/>
            <p:nvPr/>
          </p:nvSpPr>
          <p:spPr>
            <a:xfrm>
              <a:off x="0" y="0"/>
              <a:ext cx="370895" cy="223710"/>
            </a:xfrm>
            <a:custGeom>
              <a:rect b="b" l="l" r="r" t="t"/>
              <a:pathLst>
                <a:path extrusionOk="0" h="223710" w="370895">
                  <a:moveTo>
                    <a:pt x="40563" y="0"/>
                  </a:moveTo>
                  <a:lnTo>
                    <a:pt x="330332" y="0"/>
                  </a:lnTo>
                  <a:cubicBezTo>
                    <a:pt x="352734" y="0"/>
                    <a:pt x="370895" y="18161"/>
                    <a:pt x="370895" y="40563"/>
                  </a:cubicBezTo>
                  <a:lnTo>
                    <a:pt x="370895" y="183147"/>
                  </a:lnTo>
                  <a:cubicBezTo>
                    <a:pt x="370895" y="193905"/>
                    <a:pt x="366621" y="204222"/>
                    <a:pt x="359014" y="211830"/>
                  </a:cubicBezTo>
                  <a:cubicBezTo>
                    <a:pt x="351407" y="219437"/>
                    <a:pt x="341090" y="223710"/>
                    <a:pt x="330332" y="223710"/>
                  </a:cubicBezTo>
                  <a:lnTo>
                    <a:pt x="40563" y="223710"/>
                  </a:lnTo>
                  <a:cubicBezTo>
                    <a:pt x="29805" y="223710"/>
                    <a:pt x="19488" y="219437"/>
                    <a:pt x="11881" y="211830"/>
                  </a:cubicBezTo>
                  <a:cubicBezTo>
                    <a:pt x="4274" y="204222"/>
                    <a:pt x="0" y="193905"/>
                    <a:pt x="0" y="183147"/>
                  </a:cubicBezTo>
                  <a:lnTo>
                    <a:pt x="0" y="40563"/>
                  </a:lnTo>
                  <a:cubicBezTo>
                    <a:pt x="0" y="29805"/>
                    <a:pt x="4274" y="19488"/>
                    <a:pt x="11881" y="11881"/>
                  </a:cubicBezTo>
                  <a:cubicBezTo>
                    <a:pt x="19488" y="4274"/>
                    <a:pt x="29805" y="0"/>
                    <a:pt x="40563" y="0"/>
                  </a:cubicBezTo>
                  <a:close/>
                </a:path>
              </a:pathLst>
            </a:custGeom>
            <a:solidFill>
              <a:srgbClr val="000000">
                <a:alpha val="0"/>
              </a:srgbClr>
            </a:solidFill>
            <a:ln cap="sq" cmpd="sng" w="14625">
              <a:solidFill>
                <a:srgbClr val="0062A5"/>
              </a:solidFill>
              <a:prstDash val="dash"/>
              <a:miter lim="8000"/>
              <a:headEnd len="sm" w="sm" type="none"/>
              <a:tailEnd len="sm" w="sm" type="none"/>
            </a:ln>
          </p:spPr>
          <p:txBody>
            <a:bodyPr anchorCtr="0" anchor="ctr" bIns="46850" lIns="46850" spcFirstLastPara="1" rIns="46850" wrap="square" tIns="46850">
              <a:noAutofit/>
            </a:bodyPr>
            <a:lstStyle/>
            <a:p>
              <a:pPr indent="0" lvl="0" marL="0" rtl="0" algn="l">
                <a:spcBef>
                  <a:spcPts val="0"/>
                </a:spcBef>
                <a:spcAft>
                  <a:spcPts val="0"/>
                </a:spcAft>
                <a:buNone/>
              </a:pPr>
              <a:r>
                <a:t/>
              </a:r>
              <a:endParaRPr/>
            </a:p>
          </p:txBody>
        </p:sp>
        <p:sp>
          <p:nvSpPr>
            <p:cNvPr id="288" name="Google Shape;288;p19"/>
            <p:cNvSpPr txBox="1"/>
            <p:nvPr/>
          </p:nvSpPr>
          <p:spPr>
            <a:xfrm>
              <a:off x="0" y="-28575"/>
              <a:ext cx="370800" cy="252300"/>
            </a:xfrm>
            <a:prstGeom prst="rect">
              <a:avLst/>
            </a:prstGeom>
            <a:noFill/>
            <a:ln>
              <a:noFill/>
            </a:ln>
          </p:spPr>
          <p:txBody>
            <a:bodyPr anchorCtr="0" anchor="ctr" bIns="22975" lIns="22975" spcFirstLastPara="1" rIns="22975" wrap="square" tIns="22975">
              <a:noAutofit/>
            </a:bodyPr>
            <a:lstStyle/>
            <a:p>
              <a:pPr indent="0" lvl="0" marL="0" marR="0" rtl="0" algn="ctr">
                <a:lnSpc>
                  <a:spcPct val="108888"/>
                </a:lnSpc>
                <a:spcBef>
                  <a:spcPts val="0"/>
                </a:spcBef>
                <a:spcAft>
                  <a:spcPts val="0"/>
                </a:spcAft>
                <a:buNone/>
              </a:pPr>
              <a:r>
                <a:t/>
              </a:r>
              <a:endParaRPr b="0" i="0" sz="922" u="none" cap="none" strike="noStrike">
                <a:solidFill>
                  <a:srgbClr val="000000"/>
                </a:solidFill>
                <a:latin typeface="Calibri"/>
                <a:ea typeface="Calibri"/>
                <a:cs typeface="Calibri"/>
                <a:sym typeface="Calibri"/>
              </a:endParaRPr>
            </a:p>
          </p:txBody>
        </p:sp>
      </p:grpSp>
      <p:sp>
        <p:nvSpPr>
          <p:cNvPr id="289" name="Google Shape;289;p19"/>
          <p:cNvSpPr/>
          <p:nvPr/>
        </p:nvSpPr>
        <p:spPr>
          <a:xfrm>
            <a:off x="358787" y="2474745"/>
            <a:ext cx="336365" cy="351540"/>
          </a:xfrm>
          <a:custGeom>
            <a:rect b="b" l="l" r="r" t="t"/>
            <a:pathLst>
              <a:path extrusionOk="0" h="685798" w="656194">
                <a:moveTo>
                  <a:pt x="0" y="0"/>
                </a:moveTo>
                <a:lnTo>
                  <a:pt x="656194" y="0"/>
                </a:lnTo>
                <a:lnTo>
                  <a:pt x="656194" y="685799"/>
                </a:lnTo>
                <a:lnTo>
                  <a:pt x="0" y="685799"/>
                </a:lnTo>
                <a:lnTo>
                  <a:pt x="0" y="0"/>
                </a:lnTo>
                <a:close/>
              </a:path>
            </a:pathLst>
          </a:custGeom>
          <a:blipFill rotWithShape="1">
            <a:blip r:embed="rId10">
              <a:alphaModFix/>
            </a:blip>
            <a:stretch>
              <a:fillRect b="-9689" l="-17899" r="-18729" t="-9159"/>
            </a:stretch>
          </a:blipFill>
          <a:ln>
            <a:noFill/>
          </a:ln>
        </p:spPr>
      </p:sp>
      <p:sp>
        <p:nvSpPr>
          <p:cNvPr id="290" name="Google Shape;290;p19"/>
          <p:cNvSpPr/>
          <p:nvPr/>
        </p:nvSpPr>
        <p:spPr>
          <a:xfrm>
            <a:off x="775634" y="2446815"/>
            <a:ext cx="373632" cy="383197"/>
          </a:xfrm>
          <a:custGeom>
            <a:rect b="b" l="l" r="r" t="t"/>
            <a:pathLst>
              <a:path extrusionOk="0" h="747555" w="728895">
                <a:moveTo>
                  <a:pt x="0" y="0"/>
                </a:moveTo>
                <a:lnTo>
                  <a:pt x="728895" y="0"/>
                </a:lnTo>
                <a:lnTo>
                  <a:pt x="728895" y="747554"/>
                </a:lnTo>
                <a:lnTo>
                  <a:pt x="0" y="747554"/>
                </a:lnTo>
                <a:lnTo>
                  <a:pt x="0" y="0"/>
                </a:lnTo>
                <a:close/>
              </a:path>
            </a:pathLst>
          </a:custGeom>
          <a:blipFill rotWithShape="1">
            <a:blip r:embed="rId11">
              <a:alphaModFix/>
            </a:blip>
            <a:stretch>
              <a:fillRect b="-18849" l="-30477" r="-34857" t="-24449"/>
            </a:stretch>
          </a:blipFill>
          <a:ln>
            <a:noFill/>
          </a:ln>
        </p:spPr>
      </p:sp>
      <p:grpSp>
        <p:nvGrpSpPr>
          <p:cNvPr id="291" name="Google Shape;291;p19"/>
          <p:cNvGrpSpPr/>
          <p:nvPr/>
        </p:nvGrpSpPr>
        <p:grpSpPr>
          <a:xfrm>
            <a:off x="259718" y="3676613"/>
            <a:ext cx="978359" cy="699840"/>
            <a:chOff x="0" y="-28575"/>
            <a:chExt cx="370894" cy="265308"/>
          </a:xfrm>
        </p:grpSpPr>
        <p:sp>
          <p:nvSpPr>
            <p:cNvPr id="292" name="Google Shape;292;p19"/>
            <p:cNvSpPr/>
            <p:nvPr/>
          </p:nvSpPr>
          <p:spPr>
            <a:xfrm>
              <a:off x="0" y="0"/>
              <a:ext cx="370894" cy="236733"/>
            </a:xfrm>
            <a:custGeom>
              <a:rect b="b" l="l" r="r" t="t"/>
              <a:pathLst>
                <a:path extrusionOk="0" h="236733" w="370894">
                  <a:moveTo>
                    <a:pt x="40563" y="0"/>
                  </a:moveTo>
                  <a:lnTo>
                    <a:pt x="330331" y="0"/>
                  </a:lnTo>
                  <a:cubicBezTo>
                    <a:pt x="341089" y="0"/>
                    <a:pt x="351407" y="4274"/>
                    <a:pt x="359014" y="11881"/>
                  </a:cubicBezTo>
                  <a:cubicBezTo>
                    <a:pt x="366621" y="19488"/>
                    <a:pt x="370894" y="29805"/>
                    <a:pt x="370894" y="40563"/>
                  </a:cubicBezTo>
                  <a:lnTo>
                    <a:pt x="370894" y="196170"/>
                  </a:lnTo>
                  <a:cubicBezTo>
                    <a:pt x="370894" y="206928"/>
                    <a:pt x="366621" y="217246"/>
                    <a:pt x="359014" y="224853"/>
                  </a:cubicBezTo>
                  <a:cubicBezTo>
                    <a:pt x="351407" y="232460"/>
                    <a:pt x="341089" y="236733"/>
                    <a:pt x="330331" y="236733"/>
                  </a:cubicBezTo>
                  <a:lnTo>
                    <a:pt x="40563" y="236733"/>
                  </a:lnTo>
                  <a:cubicBezTo>
                    <a:pt x="29805" y="236733"/>
                    <a:pt x="19488" y="232460"/>
                    <a:pt x="11881" y="224853"/>
                  </a:cubicBezTo>
                  <a:cubicBezTo>
                    <a:pt x="4274" y="217246"/>
                    <a:pt x="0" y="206928"/>
                    <a:pt x="0" y="196170"/>
                  </a:cubicBezTo>
                  <a:lnTo>
                    <a:pt x="0" y="40563"/>
                  </a:lnTo>
                  <a:cubicBezTo>
                    <a:pt x="0" y="29805"/>
                    <a:pt x="4274" y="19488"/>
                    <a:pt x="11881" y="11881"/>
                  </a:cubicBezTo>
                  <a:cubicBezTo>
                    <a:pt x="19488" y="4274"/>
                    <a:pt x="29805" y="0"/>
                    <a:pt x="40563" y="0"/>
                  </a:cubicBezTo>
                  <a:close/>
                </a:path>
              </a:pathLst>
            </a:custGeom>
            <a:solidFill>
              <a:srgbClr val="000000">
                <a:alpha val="0"/>
              </a:srgbClr>
            </a:solidFill>
            <a:ln cap="sq" cmpd="sng" w="14625">
              <a:solidFill>
                <a:srgbClr val="0062A5"/>
              </a:solidFill>
              <a:prstDash val="dash"/>
              <a:miter lim="8000"/>
              <a:headEnd len="sm" w="sm" type="none"/>
              <a:tailEnd len="sm" w="sm" type="none"/>
            </a:ln>
          </p:spPr>
          <p:txBody>
            <a:bodyPr anchorCtr="0" anchor="ctr" bIns="46850" lIns="46850" spcFirstLastPara="1" rIns="46850" wrap="square" tIns="46850">
              <a:noAutofit/>
            </a:bodyPr>
            <a:lstStyle/>
            <a:p>
              <a:pPr indent="0" lvl="0" marL="0" rtl="0" algn="l">
                <a:spcBef>
                  <a:spcPts val="0"/>
                </a:spcBef>
                <a:spcAft>
                  <a:spcPts val="0"/>
                </a:spcAft>
                <a:buNone/>
              </a:pPr>
              <a:r>
                <a:t/>
              </a:r>
              <a:endParaRPr/>
            </a:p>
          </p:txBody>
        </p:sp>
        <p:sp>
          <p:nvSpPr>
            <p:cNvPr id="293" name="Google Shape;293;p19"/>
            <p:cNvSpPr txBox="1"/>
            <p:nvPr/>
          </p:nvSpPr>
          <p:spPr>
            <a:xfrm>
              <a:off x="0" y="-28575"/>
              <a:ext cx="370800" cy="265200"/>
            </a:xfrm>
            <a:prstGeom prst="rect">
              <a:avLst/>
            </a:prstGeom>
            <a:noFill/>
            <a:ln>
              <a:noFill/>
            </a:ln>
          </p:spPr>
          <p:txBody>
            <a:bodyPr anchorCtr="0" anchor="ctr" bIns="22975" lIns="22975" spcFirstLastPara="1" rIns="22975" wrap="square" tIns="22975">
              <a:noAutofit/>
            </a:bodyPr>
            <a:lstStyle/>
            <a:p>
              <a:pPr indent="0" lvl="0" marL="0" marR="0" rtl="0" algn="ctr">
                <a:lnSpc>
                  <a:spcPct val="108888"/>
                </a:lnSpc>
                <a:spcBef>
                  <a:spcPts val="0"/>
                </a:spcBef>
                <a:spcAft>
                  <a:spcPts val="0"/>
                </a:spcAft>
                <a:buNone/>
              </a:pPr>
              <a:r>
                <a:t/>
              </a:r>
              <a:endParaRPr b="0" i="0" sz="922" u="none" cap="none" strike="noStrike">
                <a:solidFill>
                  <a:srgbClr val="000000"/>
                </a:solidFill>
                <a:latin typeface="Calibri"/>
                <a:ea typeface="Calibri"/>
                <a:cs typeface="Calibri"/>
                <a:sym typeface="Calibri"/>
              </a:endParaRPr>
            </a:p>
          </p:txBody>
        </p:sp>
      </p:grpSp>
      <p:sp>
        <p:nvSpPr>
          <p:cNvPr id="294" name="Google Shape;294;p19"/>
          <p:cNvSpPr/>
          <p:nvPr/>
        </p:nvSpPr>
        <p:spPr>
          <a:xfrm>
            <a:off x="456512" y="3797719"/>
            <a:ext cx="623001" cy="533003"/>
          </a:xfrm>
          <a:custGeom>
            <a:rect b="b" l="l" r="r" t="t"/>
            <a:pathLst>
              <a:path extrusionOk="0" h="1039802" w="1215375">
                <a:moveTo>
                  <a:pt x="0" y="0"/>
                </a:moveTo>
                <a:lnTo>
                  <a:pt x="1215375" y="0"/>
                </a:lnTo>
                <a:lnTo>
                  <a:pt x="1215375" y="1039801"/>
                </a:lnTo>
                <a:lnTo>
                  <a:pt x="0" y="1039801"/>
                </a:lnTo>
                <a:lnTo>
                  <a:pt x="0" y="0"/>
                </a:lnTo>
                <a:close/>
              </a:path>
            </a:pathLst>
          </a:custGeom>
          <a:blipFill rotWithShape="1">
            <a:blip r:embed="rId12">
              <a:alphaModFix/>
            </a:blip>
            <a:stretch>
              <a:fillRect b="-11669" l="0" r="-1039" t="-12649"/>
            </a:stretch>
          </a:blipFill>
          <a:ln>
            <a:noFill/>
          </a:ln>
        </p:spPr>
      </p:sp>
      <p:grpSp>
        <p:nvGrpSpPr>
          <p:cNvPr id="295" name="Google Shape;295;p19"/>
          <p:cNvGrpSpPr/>
          <p:nvPr/>
        </p:nvGrpSpPr>
        <p:grpSpPr>
          <a:xfrm>
            <a:off x="1544641" y="3591291"/>
            <a:ext cx="1539971" cy="837477"/>
            <a:chOff x="0" y="-28575"/>
            <a:chExt cx="583800" cy="317486"/>
          </a:xfrm>
        </p:grpSpPr>
        <p:sp>
          <p:nvSpPr>
            <p:cNvPr id="296" name="Google Shape;296;p19"/>
            <p:cNvSpPr/>
            <p:nvPr/>
          </p:nvSpPr>
          <p:spPr>
            <a:xfrm>
              <a:off x="0" y="0"/>
              <a:ext cx="583775" cy="288911"/>
            </a:xfrm>
            <a:custGeom>
              <a:rect b="b" l="l" r="r" t="t"/>
              <a:pathLst>
                <a:path extrusionOk="0" h="288911" w="583775">
                  <a:moveTo>
                    <a:pt x="25771" y="0"/>
                  </a:moveTo>
                  <a:lnTo>
                    <a:pt x="558004" y="0"/>
                  </a:lnTo>
                  <a:cubicBezTo>
                    <a:pt x="564839" y="0"/>
                    <a:pt x="571394" y="2715"/>
                    <a:pt x="576227" y="7548"/>
                  </a:cubicBezTo>
                  <a:cubicBezTo>
                    <a:pt x="581060" y="12381"/>
                    <a:pt x="583775" y="18936"/>
                    <a:pt x="583775" y="25771"/>
                  </a:cubicBezTo>
                  <a:lnTo>
                    <a:pt x="583775" y="263139"/>
                  </a:lnTo>
                  <a:cubicBezTo>
                    <a:pt x="583775" y="269974"/>
                    <a:pt x="581060" y="276529"/>
                    <a:pt x="576227" y="281362"/>
                  </a:cubicBezTo>
                  <a:cubicBezTo>
                    <a:pt x="571394" y="286195"/>
                    <a:pt x="564839" y="288911"/>
                    <a:pt x="558004" y="288911"/>
                  </a:cubicBezTo>
                  <a:lnTo>
                    <a:pt x="25771" y="288911"/>
                  </a:lnTo>
                  <a:cubicBezTo>
                    <a:pt x="18936" y="288911"/>
                    <a:pt x="12381" y="286195"/>
                    <a:pt x="7548" y="281362"/>
                  </a:cubicBezTo>
                  <a:cubicBezTo>
                    <a:pt x="2715" y="276529"/>
                    <a:pt x="0" y="269974"/>
                    <a:pt x="0" y="263139"/>
                  </a:cubicBezTo>
                  <a:lnTo>
                    <a:pt x="0" y="25771"/>
                  </a:lnTo>
                  <a:cubicBezTo>
                    <a:pt x="0" y="18936"/>
                    <a:pt x="2715" y="12381"/>
                    <a:pt x="7548" y="7548"/>
                  </a:cubicBezTo>
                  <a:cubicBezTo>
                    <a:pt x="12381" y="2715"/>
                    <a:pt x="18936" y="0"/>
                    <a:pt x="25771" y="0"/>
                  </a:cubicBezTo>
                  <a:close/>
                </a:path>
              </a:pathLst>
            </a:custGeom>
            <a:solidFill>
              <a:srgbClr val="000000">
                <a:alpha val="0"/>
              </a:srgbClr>
            </a:solidFill>
            <a:ln cap="sq" cmpd="sng" w="14625">
              <a:solidFill>
                <a:srgbClr val="0062A5"/>
              </a:solidFill>
              <a:prstDash val="dash"/>
              <a:miter lim="8000"/>
              <a:headEnd len="sm" w="sm" type="none"/>
              <a:tailEnd len="sm" w="sm" type="none"/>
            </a:ln>
          </p:spPr>
          <p:txBody>
            <a:bodyPr anchorCtr="0" anchor="ctr" bIns="46850" lIns="46850" spcFirstLastPara="1" rIns="46850" wrap="square" tIns="46850">
              <a:noAutofit/>
            </a:bodyPr>
            <a:lstStyle/>
            <a:p>
              <a:pPr indent="0" lvl="0" marL="0" rtl="0" algn="l">
                <a:spcBef>
                  <a:spcPts val="0"/>
                </a:spcBef>
                <a:spcAft>
                  <a:spcPts val="0"/>
                </a:spcAft>
                <a:buNone/>
              </a:pPr>
              <a:r>
                <a:t/>
              </a:r>
              <a:endParaRPr/>
            </a:p>
          </p:txBody>
        </p:sp>
        <p:sp>
          <p:nvSpPr>
            <p:cNvPr id="297" name="Google Shape;297;p19"/>
            <p:cNvSpPr txBox="1"/>
            <p:nvPr/>
          </p:nvSpPr>
          <p:spPr>
            <a:xfrm>
              <a:off x="0" y="-28575"/>
              <a:ext cx="583800" cy="317400"/>
            </a:xfrm>
            <a:prstGeom prst="rect">
              <a:avLst/>
            </a:prstGeom>
            <a:noFill/>
            <a:ln>
              <a:noFill/>
            </a:ln>
          </p:spPr>
          <p:txBody>
            <a:bodyPr anchorCtr="0" anchor="ctr" bIns="25200" lIns="25200" spcFirstLastPara="1" rIns="25200" wrap="square" tIns="25200">
              <a:noAutofit/>
            </a:bodyPr>
            <a:lstStyle/>
            <a:p>
              <a:pPr indent="0" lvl="0" marL="0" marR="0" rtl="0" algn="ctr">
                <a:lnSpc>
                  <a:spcPct val="108888"/>
                </a:lnSpc>
                <a:spcBef>
                  <a:spcPts val="0"/>
                </a:spcBef>
                <a:spcAft>
                  <a:spcPts val="0"/>
                </a:spcAft>
                <a:buNone/>
              </a:pPr>
              <a:r>
                <a:t/>
              </a:r>
              <a:endParaRPr b="0" i="0" sz="922" u="none" cap="none" strike="noStrike">
                <a:solidFill>
                  <a:srgbClr val="000000"/>
                </a:solidFill>
                <a:latin typeface="Calibri"/>
                <a:ea typeface="Calibri"/>
                <a:cs typeface="Calibri"/>
                <a:sym typeface="Calibri"/>
              </a:endParaRPr>
            </a:p>
          </p:txBody>
        </p:sp>
      </p:grpSp>
      <p:sp>
        <p:nvSpPr>
          <p:cNvPr id="298" name="Google Shape;298;p19"/>
          <p:cNvSpPr/>
          <p:nvPr/>
        </p:nvSpPr>
        <p:spPr>
          <a:xfrm>
            <a:off x="1979790" y="3708598"/>
            <a:ext cx="616412" cy="674435"/>
          </a:xfrm>
          <a:custGeom>
            <a:rect b="b" l="l" r="r" t="t"/>
            <a:pathLst>
              <a:path extrusionOk="0" h="1315714" w="1202520">
                <a:moveTo>
                  <a:pt x="0" y="0"/>
                </a:moveTo>
                <a:lnTo>
                  <a:pt x="1202520" y="0"/>
                </a:lnTo>
                <a:lnTo>
                  <a:pt x="1202520" y="1315714"/>
                </a:lnTo>
                <a:lnTo>
                  <a:pt x="0" y="1315714"/>
                </a:lnTo>
                <a:lnTo>
                  <a:pt x="0" y="0"/>
                </a:lnTo>
                <a:close/>
              </a:path>
            </a:pathLst>
          </a:custGeom>
          <a:blipFill rotWithShape="1">
            <a:blip r:embed="rId13">
              <a:alphaModFix/>
            </a:blip>
            <a:stretch>
              <a:fillRect b="-49338" l="-58579" r="-58599" t="-49157"/>
            </a:stretch>
          </a:blipFill>
          <a:ln>
            <a:noFill/>
          </a:ln>
        </p:spPr>
      </p:sp>
      <p:cxnSp>
        <p:nvCxnSpPr>
          <p:cNvPr id="299" name="Google Shape;299;p19"/>
          <p:cNvCxnSpPr/>
          <p:nvPr/>
        </p:nvCxnSpPr>
        <p:spPr>
          <a:xfrm>
            <a:off x="2986977" y="2499477"/>
            <a:ext cx="389063" cy="0"/>
          </a:xfrm>
          <a:prstGeom prst="straightConnector1">
            <a:avLst/>
          </a:prstGeom>
          <a:noFill/>
          <a:ln cap="flat" cmpd="sng" w="19525">
            <a:solidFill>
              <a:srgbClr val="8CC63E"/>
            </a:solidFill>
            <a:prstDash val="solid"/>
            <a:round/>
            <a:headEnd len="sm" w="sm" type="none"/>
            <a:tailEnd len="med" w="med" type="triangle"/>
          </a:ln>
        </p:spPr>
      </p:cxnSp>
      <p:cxnSp>
        <p:nvCxnSpPr>
          <p:cNvPr id="300" name="Google Shape;300;p19"/>
          <p:cNvCxnSpPr/>
          <p:nvPr/>
        </p:nvCxnSpPr>
        <p:spPr>
          <a:xfrm>
            <a:off x="4643896" y="2699200"/>
            <a:ext cx="594360" cy="0"/>
          </a:xfrm>
          <a:prstGeom prst="straightConnector1">
            <a:avLst/>
          </a:prstGeom>
          <a:noFill/>
          <a:ln cap="flat" cmpd="sng" w="19525">
            <a:solidFill>
              <a:srgbClr val="8CC63E"/>
            </a:solidFill>
            <a:prstDash val="solid"/>
            <a:round/>
            <a:headEnd len="sm" w="sm" type="none"/>
            <a:tailEnd len="med" w="med" type="triangle"/>
          </a:ln>
        </p:spPr>
      </p:cxnSp>
      <p:cxnSp>
        <p:nvCxnSpPr>
          <p:cNvPr id="301" name="Google Shape;301;p19"/>
          <p:cNvCxnSpPr/>
          <p:nvPr/>
        </p:nvCxnSpPr>
        <p:spPr>
          <a:xfrm>
            <a:off x="2986977" y="3158616"/>
            <a:ext cx="405210" cy="0"/>
          </a:xfrm>
          <a:prstGeom prst="straightConnector1">
            <a:avLst/>
          </a:prstGeom>
          <a:noFill/>
          <a:ln cap="flat" cmpd="sng" w="19525">
            <a:solidFill>
              <a:srgbClr val="8CC63E"/>
            </a:solidFill>
            <a:prstDash val="solid"/>
            <a:round/>
            <a:headEnd len="sm" w="sm" type="none"/>
            <a:tailEnd len="med" w="med" type="triangle"/>
          </a:ln>
        </p:spPr>
      </p:cxnSp>
      <p:cxnSp>
        <p:nvCxnSpPr>
          <p:cNvPr id="302" name="Google Shape;302;p19"/>
          <p:cNvCxnSpPr/>
          <p:nvPr/>
        </p:nvCxnSpPr>
        <p:spPr>
          <a:xfrm>
            <a:off x="2986931" y="1841004"/>
            <a:ext cx="2253185" cy="1692"/>
          </a:xfrm>
          <a:prstGeom prst="straightConnector1">
            <a:avLst/>
          </a:prstGeom>
          <a:noFill/>
          <a:ln cap="flat" cmpd="sng" w="19525">
            <a:solidFill>
              <a:srgbClr val="8CC63E"/>
            </a:solidFill>
            <a:prstDash val="solid"/>
            <a:round/>
            <a:headEnd len="sm" w="sm" type="none"/>
            <a:tailEnd len="med" w="med" type="triangle"/>
          </a:ln>
        </p:spPr>
      </p:cxnSp>
      <p:grpSp>
        <p:nvGrpSpPr>
          <p:cNvPr id="303" name="Google Shape;303;p19"/>
          <p:cNvGrpSpPr/>
          <p:nvPr/>
        </p:nvGrpSpPr>
        <p:grpSpPr>
          <a:xfrm>
            <a:off x="259718" y="3016900"/>
            <a:ext cx="978687" cy="647957"/>
            <a:chOff x="0" y="0"/>
            <a:chExt cx="411000" cy="265119"/>
          </a:xfrm>
        </p:grpSpPr>
        <p:sp>
          <p:nvSpPr>
            <p:cNvPr id="304" name="Google Shape;304;p19"/>
            <p:cNvSpPr/>
            <p:nvPr/>
          </p:nvSpPr>
          <p:spPr>
            <a:xfrm>
              <a:off x="0" y="0"/>
              <a:ext cx="410860" cy="265097"/>
            </a:xfrm>
            <a:custGeom>
              <a:rect b="b" l="l" r="r" t="t"/>
              <a:pathLst>
                <a:path extrusionOk="0" h="265097" w="410860">
                  <a:moveTo>
                    <a:pt x="40563" y="0"/>
                  </a:moveTo>
                  <a:lnTo>
                    <a:pt x="370297" y="0"/>
                  </a:lnTo>
                  <a:cubicBezTo>
                    <a:pt x="392699" y="0"/>
                    <a:pt x="410860" y="18161"/>
                    <a:pt x="410860" y="40563"/>
                  </a:cubicBezTo>
                  <a:lnTo>
                    <a:pt x="410860" y="224534"/>
                  </a:lnTo>
                  <a:cubicBezTo>
                    <a:pt x="410860" y="246937"/>
                    <a:pt x="392699" y="265097"/>
                    <a:pt x="370297" y="265097"/>
                  </a:cubicBezTo>
                  <a:lnTo>
                    <a:pt x="40563" y="265097"/>
                  </a:lnTo>
                  <a:cubicBezTo>
                    <a:pt x="29805" y="265097"/>
                    <a:pt x="19488" y="260824"/>
                    <a:pt x="11881" y="253217"/>
                  </a:cubicBezTo>
                  <a:cubicBezTo>
                    <a:pt x="4274" y="245610"/>
                    <a:pt x="0" y="235292"/>
                    <a:pt x="0" y="224534"/>
                  </a:cubicBezTo>
                  <a:lnTo>
                    <a:pt x="0" y="40563"/>
                  </a:lnTo>
                  <a:cubicBezTo>
                    <a:pt x="0" y="29805"/>
                    <a:pt x="4274" y="19488"/>
                    <a:pt x="11881" y="11881"/>
                  </a:cubicBezTo>
                  <a:cubicBezTo>
                    <a:pt x="19488" y="4274"/>
                    <a:pt x="29805" y="0"/>
                    <a:pt x="40563" y="0"/>
                  </a:cubicBezTo>
                  <a:close/>
                </a:path>
              </a:pathLst>
            </a:custGeom>
            <a:solidFill>
              <a:srgbClr val="000000">
                <a:alpha val="0"/>
              </a:srgbClr>
            </a:solidFill>
            <a:ln cap="sq" cmpd="sng" w="14625">
              <a:solidFill>
                <a:srgbClr val="0062A5"/>
              </a:solidFill>
              <a:prstDash val="dash"/>
              <a:miter lim="8000"/>
              <a:headEnd len="sm" w="sm" type="none"/>
              <a:tailEnd len="sm" w="sm" type="none"/>
            </a:ln>
          </p:spPr>
          <p:txBody>
            <a:bodyPr anchorCtr="0" anchor="ctr" bIns="46850" lIns="46850" spcFirstLastPara="1" rIns="46850" wrap="square" tIns="46850">
              <a:noAutofit/>
            </a:bodyPr>
            <a:lstStyle/>
            <a:p>
              <a:pPr indent="0" lvl="0" marL="0" rtl="0" algn="l">
                <a:spcBef>
                  <a:spcPts val="0"/>
                </a:spcBef>
                <a:spcAft>
                  <a:spcPts val="0"/>
                </a:spcAft>
                <a:buNone/>
              </a:pPr>
              <a:r>
                <a:t/>
              </a:r>
              <a:endParaRPr/>
            </a:p>
          </p:txBody>
        </p:sp>
        <p:sp>
          <p:nvSpPr>
            <p:cNvPr id="305" name="Google Shape;305;p19"/>
            <p:cNvSpPr txBox="1"/>
            <p:nvPr/>
          </p:nvSpPr>
          <p:spPr>
            <a:xfrm>
              <a:off x="0" y="4419"/>
              <a:ext cx="411000" cy="260700"/>
            </a:xfrm>
            <a:prstGeom prst="rect">
              <a:avLst/>
            </a:prstGeom>
            <a:noFill/>
            <a:ln>
              <a:noFill/>
            </a:ln>
          </p:spPr>
          <p:txBody>
            <a:bodyPr anchorCtr="0" anchor="ctr" bIns="6500" lIns="6500" spcFirstLastPara="1" rIns="6500" wrap="square" tIns="6500">
              <a:noAutofit/>
            </a:bodyPr>
            <a:lstStyle/>
            <a:p>
              <a:pPr indent="0" lvl="0" marL="0" marR="0" rtl="0" algn="ctr">
                <a:lnSpc>
                  <a:spcPct val="140000"/>
                </a:lnSpc>
                <a:spcBef>
                  <a:spcPts val="0"/>
                </a:spcBef>
                <a:spcAft>
                  <a:spcPts val="0"/>
                </a:spcAft>
                <a:buNone/>
              </a:pPr>
              <a:r>
                <a:rPr b="1" i="0" lang="en" sz="666" u="none" cap="none" strike="noStrike">
                  <a:solidFill>
                    <a:srgbClr val="000000"/>
                  </a:solidFill>
                  <a:latin typeface="Nunito"/>
                  <a:ea typeface="Nunito"/>
                  <a:cs typeface="Nunito"/>
                  <a:sym typeface="Nunito"/>
                </a:rPr>
                <a:t>Unstructured Ingestion</a:t>
              </a:r>
              <a:endParaRPr sz="614"/>
            </a:p>
            <a:p>
              <a:pPr indent="0" lvl="0" marL="0" marR="0" rtl="0" algn="ctr">
                <a:lnSpc>
                  <a:spcPct val="140000"/>
                </a:lnSpc>
                <a:spcBef>
                  <a:spcPts val="0"/>
                </a:spcBef>
                <a:spcAft>
                  <a:spcPts val="0"/>
                </a:spcAft>
                <a:buNone/>
              </a:pPr>
              <a:r>
                <a:rPr b="1" i="0" lang="en" sz="666" u="none" cap="none" strike="noStrike">
                  <a:solidFill>
                    <a:srgbClr val="000000"/>
                  </a:solidFill>
                  <a:latin typeface="Nunito"/>
                  <a:ea typeface="Nunito"/>
                  <a:cs typeface="Nunito"/>
                  <a:sym typeface="Nunito"/>
                </a:rPr>
                <a:t>(PDF / DOCX /</a:t>
              </a:r>
              <a:br>
                <a:rPr b="1" i="0" lang="en" sz="666" u="none" cap="none" strike="noStrike">
                  <a:solidFill>
                    <a:srgbClr val="000000"/>
                  </a:solidFill>
                  <a:latin typeface="Nunito"/>
                  <a:ea typeface="Nunito"/>
                  <a:cs typeface="Nunito"/>
                  <a:sym typeface="Nunito"/>
                </a:rPr>
              </a:br>
              <a:r>
                <a:rPr b="1" i="0" lang="en" sz="666" u="none" cap="none" strike="noStrike">
                  <a:solidFill>
                    <a:srgbClr val="000000"/>
                  </a:solidFill>
                  <a:latin typeface="Nunito"/>
                  <a:ea typeface="Nunito"/>
                  <a:cs typeface="Nunito"/>
                  <a:sym typeface="Nunito"/>
                </a:rPr>
                <a:t>PPT / Video / Audio)</a:t>
              </a:r>
              <a:endParaRPr sz="614"/>
            </a:p>
          </p:txBody>
        </p:sp>
      </p:grpSp>
      <p:grpSp>
        <p:nvGrpSpPr>
          <p:cNvPr id="306" name="Google Shape;306;p19"/>
          <p:cNvGrpSpPr/>
          <p:nvPr/>
        </p:nvGrpSpPr>
        <p:grpSpPr>
          <a:xfrm>
            <a:off x="1544641" y="1121298"/>
            <a:ext cx="1539901" cy="2458842"/>
            <a:chOff x="0" y="-28575"/>
            <a:chExt cx="515734" cy="823500"/>
          </a:xfrm>
        </p:grpSpPr>
        <p:sp>
          <p:nvSpPr>
            <p:cNvPr id="307" name="Google Shape;307;p19"/>
            <p:cNvSpPr/>
            <p:nvPr/>
          </p:nvSpPr>
          <p:spPr>
            <a:xfrm>
              <a:off x="0" y="0"/>
              <a:ext cx="515734" cy="794797"/>
            </a:xfrm>
            <a:custGeom>
              <a:rect b="b" l="l" r="r" t="t"/>
              <a:pathLst>
                <a:path extrusionOk="0" h="794797" w="515734">
                  <a:moveTo>
                    <a:pt x="25771" y="0"/>
                  </a:moveTo>
                  <a:lnTo>
                    <a:pt x="489963" y="0"/>
                  </a:lnTo>
                  <a:cubicBezTo>
                    <a:pt x="496798" y="0"/>
                    <a:pt x="503353" y="2715"/>
                    <a:pt x="508186" y="7548"/>
                  </a:cubicBezTo>
                  <a:cubicBezTo>
                    <a:pt x="513019" y="12381"/>
                    <a:pt x="515734" y="18936"/>
                    <a:pt x="515734" y="25771"/>
                  </a:cubicBezTo>
                  <a:lnTo>
                    <a:pt x="515734" y="769026"/>
                  </a:lnTo>
                  <a:cubicBezTo>
                    <a:pt x="515734" y="775861"/>
                    <a:pt x="513019" y="782416"/>
                    <a:pt x="508186" y="787249"/>
                  </a:cubicBezTo>
                  <a:cubicBezTo>
                    <a:pt x="503353" y="792082"/>
                    <a:pt x="496798" y="794797"/>
                    <a:pt x="489963" y="794797"/>
                  </a:cubicBezTo>
                  <a:lnTo>
                    <a:pt x="25771" y="794797"/>
                  </a:lnTo>
                  <a:cubicBezTo>
                    <a:pt x="11538" y="794797"/>
                    <a:pt x="0" y="783259"/>
                    <a:pt x="0" y="769026"/>
                  </a:cubicBezTo>
                  <a:lnTo>
                    <a:pt x="0" y="25771"/>
                  </a:lnTo>
                  <a:cubicBezTo>
                    <a:pt x="0" y="18936"/>
                    <a:pt x="2715" y="12381"/>
                    <a:pt x="7548" y="7548"/>
                  </a:cubicBezTo>
                  <a:cubicBezTo>
                    <a:pt x="12381" y="2715"/>
                    <a:pt x="18936" y="0"/>
                    <a:pt x="25771" y="0"/>
                  </a:cubicBezTo>
                  <a:close/>
                </a:path>
              </a:pathLst>
            </a:custGeom>
            <a:solidFill>
              <a:srgbClr val="000000">
                <a:alpha val="0"/>
              </a:srgbClr>
            </a:solidFill>
            <a:ln cap="sq" cmpd="sng" w="14625">
              <a:solidFill>
                <a:srgbClr val="0062A5"/>
              </a:solidFill>
              <a:prstDash val="dash"/>
              <a:miter lim="8000"/>
              <a:headEnd len="sm" w="sm" type="none"/>
              <a:tailEnd len="sm" w="sm" type="none"/>
            </a:ln>
          </p:spPr>
          <p:txBody>
            <a:bodyPr anchorCtr="0" anchor="ctr" bIns="46850" lIns="46850" spcFirstLastPara="1" rIns="46850" wrap="square" tIns="46850">
              <a:noAutofit/>
            </a:bodyPr>
            <a:lstStyle/>
            <a:p>
              <a:pPr indent="0" lvl="0" marL="0" rtl="0" algn="l">
                <a:spcBef>
                  <a:spcPts val="0"/>
                </a:spcBef>
                <a:spcAft>
                  <a:spcPts val="0"/>
                </a:spcAft>
                <a:buNone/>
              </a:pPr>
              <a:r>
                <a:t/>
              </a:r>
              <a:endParaRPr/>
            </a:p>
          </p:txBody>
        </p:sp>
        <p:sp>
          <p:nvSpPr>
            <p:cNvPr id="308" name="Google Shape;308;p19"/>
            <p:cNvSpPr txBox="1"/>
            <p:nvPr/>
          </p:nvSpPr>
          <p:spPr>
            <a:xfrm>
              <a:off x="0" y="-28575"/>
              <a:ext cx="515700" cy="823500"/>
            </a:xfrm>
            <a:prstGeom prst="rect">
              <a:avLst/>
            </a:prstGeom>
            <a:noFill/>
            <a:ln>
              <a:noFill/>
            </a:ln>
          </p:spPr>
          <p:txBody>
            <a:bodyPr anchorCtr="0" anchor="ctr" bIns="26025" lIns="26025" spcFirstLastPara="1" rIns="26025" wrap="square" tIns="26025">
              <a:noAutofit/>
            </a:bodyPr>
            <a:lstStyle/>
            <a:p>
              <a:pPr indent="0" lvl="0" marL="0" marR="0" rtl="0" algn="ctr">
                <a:lnSpc>
                  <a:spcPct val="108888"/>
                </a:lnSpc>
                <a:spcBef>
                  <a:spcPts val="0"/>
                </a:spcBef>
                <a:spcAft>
                  <a:spcPts val="0"/>
                </a:spcAft>
                <a:buNone/>
              </a:pPr>
              <a:r>
                <a:t/>
              </a:r>
              <a:endParaRPr b="0" i="0" sz="922" u="none" cap="none" strike="noStrike">
                <a:solidFill>
                  <a:srgbClr val="000000"/>
                </a:solidFill>
                <a:latin typeface="Calibri"/>
                <a:ea typeface="Calibri"/>
                <a:cs typeface="Calibri"/>
                <a:sym typeface="Calibri"/>
              </a:endParaRPr>
            </a:p>
          </p:txBody>
        </p:sp>
      </p:grpSp>
      <p:grpSp>
        <p:nvGrpSpPr>
          <p:cNvPr id="309" name="Google Shape;309;p19"/>
          <p:cNvGrpSpPr/>
          <p:nvPr/>
        </p:nvGrpSpPr>
        <p:grpSpPr>
          <a:xfrm>
            <a:off x="5075859" y="1289167"/>
            <a:ext cx="1539901" cy="2763527"/>
            <a:chOff x="0" y="-28575"/>
            <a:chExt cx="515734" cy="925543"/>
          </a:xfrm>
        </p:grpSpPr>
        <p:sp>
          <p:nvSpPr>
            <p:cNvPr id="310" name="Google Shape;310;p19"/>
            <p:cNvSpPr/>
            <p:nvPr/>
          </p:nvSpPr>
          <p:spPr>
            <a:xfrm>
              <a:off x="0" y="0"/>
              <a:ext cx="515734" cy="896968"/>
            </a:xfrm>
            <a:custGeom>
              <a:rect b="b" l="l" r="r" t="t"/>
              <a:pathLst>
                <a:path extrusionOk="0" h="896968" w="515734">
                  <a:moveTo>
                    <a:pt x="25771" y="0"/>
                  </a:moveTo>
                  <a:lnTo>
                    <a:pt x="489963" y="0"/>
                  </a:lnTo>
                  <a:cubicBezTo>
                    <a:pt x="496798" y="0"/>
                    <a:pt x="503353" y="2715"/>
                    <a:pt x="508186" y="7548"/>
                  </a:cubicBezTo>
                  <a:cubicBezTo>
                    <a:pt x="513019" y="12381"/>
                    <a:pt x="515734" y="18936"/>
                    <a:pt x="515734" y="25771"/>
                  </a:cubicBezTo>
                  <a:lnTo>
                    <a:pt x="515734" y="871197"/>
                  </a:lnTo>
                  <a:cubicBezTo>
                    <a:pt x="515734" y="878032"/>
                    <a:pt x="513019" y="884587"/>
                    <a:pt x="508186" y="889420"/>
                  </a:cubicBezTo>
                  <a:cubicBezTo>
                    <a:pt x="503353" y="894253"/>
                    <a:pt x="496798" y="896968"/>
                    <a:pt x="489963" y="896968"/>
                  </a:cubicBezTo>
                  <a:lnTo>
                    <a:pt x="25771" y="896968"/>
                  </a:lnTo>
                  <a:cubicBezTo>
                    <a:pt x="11538" y="896968"/>
                    <a:pt x="0" y="885430"/>
                    <a:pt x="0" y="871197"/>
                  </a:cubicBezTo>
                  <a:lnTo>
                    <a:pt x="0" y="25771"/>
                  </a:lnTo>
                  <a:cubicBezTo>
                    <a:pt x="0" y="18936"/>
                    <a:pt x="2715" y="12381"/>
                    <a:pt x="7548" y="7548"/>
                  </a:cubicBezTo>
                  <a:cubicBezTo>
                    <a:pt x="12381" y="2715"/>
                    <a:pt x="18936" y="0"/>
                    <a:pt x="25771" y="0"/>
                  </a:cubicBezTo>
                  <a:close/>
                </a:path>
              </a:pathLst>
            </a:custGeom>
            <a:solidFill>
              <a:srgbClr val="000000">
                <a:alpha val="0"/>
              </a:srgbClr>
            </a:solidFill>
            <a:ln cap="sq" cmpd="sng" w="14625">
              <a:solidFill>
                <a:srgbClr val="0062A5"/>
              </a:solidFill>
              <a:prstDash val="dash"/>
              <a:miter lim="8000"/>
              <a:headEnd len="sm" w="sm" type="none"/>
              <a:tailEnd len="sm" w="sm" type="none"/>
            </a:ln>
          </p:spPr>
          <p:txBody>
            <a:bodyPr anchorCtr="0" anchor="ctr" bIns="46850" lIns="46850" spcFirstLastPara="1" rIns="46850" wrap="square" tIns="46850">
              <a:noAutofit/>
            </a:bodyPr>
            <a:lstStyle/>
            <a:p>
              <a:pPr indent="0" lvl="0" marL="0" rtl="0" algn="l">
                <a:spcBef>
                  <a:spcPts val="0"/>
                </a:spcBef>
                <a:spcAft>
                  <a:spcPts val="0"/>
                </a:spcAft>
                <a:buNone/>
              </a:pPr>
              <a:r>
                <a:t/>
              </a:r>
              <a:endParaRPr/>
            </a:p>
          </p:txBody>
        </p:sp>
        <p:sp>
          <p:nvSpPr>
            <p:cNvPr id="311" name="Google Shape;311;p19"/>
            <p:cNvSpPr txBox="1"/>
            <p:nvPr/>
          </p:nvSpPr>
          <p:spPr>
            <a:xfrm>
              <a:off x="0" y="-28575"/>
              <a:ext cx="515700" cy="925500"/>
            </a:xfrm>
            <a:prstGeom prst="rect">
              <a:avLst/>
            </a:prstGeom>
            <a:noFill/>
            <a:ln>
              <a:noFill/>
            </a:ln>
          </p:spPr>
          <p:txBody>
            <a:bodyPr anchorCtr="0" anchor="ctr" bIns="26025" lIns="26025" spcFirstLastPara="1" rIns="26025" wrap="square" tIns="26025">
              <a:noAutofit/>
            </a:bodyPr>
            <a:lstStyle/>
            <a:p>
              <a:pPr indent="0" lvl="0" marL="0" marR="0" rtl="0" algn="ctr">
                <a:lnSpc>
                  <a:spcPct val="108888"/>
                </a:lnSpc>
                <a:spcBef>
                  <a:spcPts val="0"/>
                </a:spcBef>
                <a:spcAft>
                  <a:spcPts val="0"/>
                </a:spcAft>
                <a:buNone/>
              </a:pPr>
              <a:r>
                <a:t/>
              </a:r>
              <a:endParaRPr b="0" i="0" sz="922" u="none" cap="none" strike="noStrike">
                <a:solidFill>
                  <a:srgbClr val="000000"/>
                </a:solidFill>
                <a:latin typeface="Calibri"/>
                <a:ea typeface="Calibri"/>
                <a:cs typeface="Calibri"/>
                <a:sym typeface="Calibri"/>
              </a:endParaRPr>
            </a:p>
          </p:txBody>
        </p:sp>
      </p:grpSp>
      <p:grpSp>
        <p:nvGrpSpPr>
          <p:cNvPr id="312" name="Google Shape;312;p19"/>
          <p:cNvGrpSpPr/>
          <p:nvPr/>
        </p:nvGrpSpPr>
        <p:grpSpPr>
          <a:xfrm>
            <a:off x="1622614" y="1509289"/>
            <a:ext cx="1364446" cy="595784"/>
            <a:chOff x="0" y="-28575"/>
            <a:chExt cx="573000" cy="250200"/>
          </a:xfrm>
        </p:grpSpPr>
        <p:sp>
          <p:nvSpPr>
            <p:cNvPr id="313" name="Google Shape;313;p19"/>
            <p:cNvSpPr/>
            <p:nvPr/>
          </p:nvSpPr>
          <p:spPr>
            <a:xfrm>
              <a:off x="0" y="0"/>
              <a:ext cx="572963" cy="221517"/>
            </a:xfrm>
            <a:custGeom>
              <a:rect b="b" l="l" r="r" t="t"/>
              <a:pathLst>
                <a:path extrusionOk="0" h="221517" w="572963">
                  <a:moveTo>
                    <a:pt x="29087" y="0"/>
                  </a:moveTo>
                  <a:lnTo>
                    <a:pt x="543876" y="0"/>
                  </a:lnTo>
                  <a:cubicBezTo>
                    <a:pt x="551590" y="0"/>
                    <a:pt x="558989" y="3065"/>
                    <a:pt x="564444" y="8519"/>
                  </a:cubicBezTo>
                  <a:cubicBezTo>
                    <a:pt x="569898" y="13974"/>
                    <a:pt x="572963" y="21373"/>
                    <a:pt x="572963" y="29087"/>
                  </a:cubicBezTo>
                  <a:lnTo>
                    <a:pt x="572963" y="192430"/>
                  </a:lnTo>
                  <a:cubicBezTo>
                    <a:pt x="572963" y="200145"/>
                    <a:pt x="569898" y="207543"/>
                    <a:pt x="564444" y="212998"/>
                  </a:cubicBezTo>
                  <a:cubicBezTo>
                    <a:pt x="558989" y="218453"/>
                    <a:pt x="551590" y="221517"/>
                    <a:pt x="543876" y="221517"/>
                  </a:cubicBezTo>
                  <a:lnTo>
                    <a:pt x="29087" y="221517"/>
                  </a:lnTo>
                  <a:cubicBezTo>
                    <a:pt x="13023" y="221517"/>
                    <a:pt x="0" y="208495"/>
                    <a:pt x="0" y="192430"/>
                  </a:cubicBezTo>
                  <a:lnTo>
                    <a:pt x="0" y="29087"/>
                  </a:lnTo>
                  <a:cubicBezTo>
                    <a:pt x="0" y="21373"/>
                    <a:pt x="3065" y="13974"/>
                    <a:pt x="8519" y="8519"/>
                  </a:cubicBezTo>
                  <a:cubicBezTo>
                    <a:pt x="13974" y="3065"/>
                    <a:pt x="21373" y="0"/>
                    <a:pt x="29087" y="0"/>
                  </a:cubicBezTo>
                  <a:close/>
                </a:path>
              </a:pathLst>
            </a:custGeom>
            <a:solidFill>
              <a:srgbClr val="000000">
                <a:alpha val="0"/>
              </a:srgbClr>
            </a:solidFill>
            <a:ln cap="sq" cmpd="sng" w="14625">
              <a:solidFill>
                <a:srgbClr val="0062A5"/>
              </a:solidFill>
              <a:prstDash val="solid"/>
              <a:miter lim="8000"/>
              <a:headEnd len="sm" w="sm" type="none"/>
              <a:tailEnd len="sm" w="sm" type="none"/>
            </a:ln>
          </p:spPr>
          <p:txBody>
            <a:bodyPr anchorCtr="0" anchor="ctr" bIns="46850" lIns="46850" spcFirstLastPara="1" rIns="46850" wrap="square" tIns="46850">
              <a:noAutofit/>
            </a:bodyPr>
            <a:lstStyle/>
            <a:p>
              <a:pPr indent="0" lvl="0" marL="0" rtl="0" algn="l">
                <a:spcBef>
                  <a:spcPts val="0"/>
                </a:spcBef>
                <a:spcAft>
                  <a:spcPts val="0"/>
                </a:spcAft>
                <a:buNone/>
              </a:pPr>
              <a:r>
                <a:t/>
              </a:r>
              <a:endParaRPr/>
            </a:p>
          </p:txBody>
        </p:sp>
        <p:sp>
          <p:nvSpPr>
            <p:cNvPr id="314" name="Google Shape;314;p19"/>
            <p:cNvSpPr txBox="1"/>
            <p:nvPr/>
          </p:nvSpPr>
          <p:spPr>
            <a:xfrm>
              <a:off x="0" y="-28575"/>
              <a:ext cx="573000" cy="250200"/>
            </a:xfrm>
            <a:prstGeom prst="rect">
              <a:avLst/>
            </a:prstGeom>
            <a:noFill/>
            <a:ln>
              <a:noFill/>
            </a:ln>
          </p:spPr>
          <p:txBody>
            <a:bodyPr anchorCtr="0" anchor="ctr" bIns="20775" lIns="20775" spcFirstLastPara="1" rIns="20775" wrap="square" tIns="20775">
              <a:noAutofit/>
            </a:bodyPr>
            <a:lstStyle/>
            <a:p>
              <a:pPr indent="0" lvl="0" marL="0" marR="0" rtl="0" algn="ctr">
                <a:lnSpc>
                  <a:spcPct val="140020"/>
                </a:lnSpc>
                <a:spcBef>
                  <a:spcPts val="0"/>
                </a:spcBef>
                <a:spcAft>
                  <a:spcPts val="0"/>
                </a:spcAft>
                <a:buNone/>
              </a:pPr>
              <a:r>
                <a:rPr b="1" i="0" lang="en" sz="1024" u="none" cap="none" strike="noStrike">
                  <a:solidFill>
                    <a:srgbClr val="000000"/>
                  </a:solidFill>
                  <a:latin typeface="Nunito SemiBold"/>
                  <a:ea typeface="Nunito SemiBold"/>
                  <a:cs typeface="Nunito SemiBold"/>
                  <a:sym typeface="Nunito SemiBold"/>
                </a:rPr>
                <a:t>CRON Jobs</a:t>
              </a:r>
              <a:endParaRPr sz="717"/>
            </a:p>
          </p:txBody>
        </p:sp>
      </p:grpSp>
      <p:grpSp>
        <p:nvGrpSpPr>
          <p:cNvPr id="315" name="Google Shape;315;p19"/>
          <p:cNvGrpSpPr/>
          <p:nvPr/>
        </p:nvGrpSpPr>
        <p:grpSpPr>
          <a:xfrm>
            <a:off x="1622614" y="2145009"/>
            <a:ext cx="1364446" cy="618208"/>
            <a:chOff x="0" y="-38100"/>
            <a:chExt cx="573000" cy="259617"/>
          </a:xfrm>
        </p:grpSpPr>
        <p:sp>
          <p:nvSpPr>
            <p:cNvPr id="316" name="Google Shape;316;p19"/>
            <p:cNvSpPr/>
            <p:nvPr/>
          </p:nvSpPr>
          <p:spPr>
            <a:xfrm>
              <a:off x="0" y="0"/>
              <a:ext cx="572963" cy="221517"/>
            </a:xfrm>
            <a:custGeom>
              <a:rect b="b" l="l" r="r" t="t"/>
              <a:pathLst>
                <a:path extrusionOk="0" h="221517" w="572963">
                  <a:moveTo>
                    <a:pt x="29087" y="0"/>
                  </a:moveTo>
                  <a:lnTo>
                    <a:pt x="543876" y="0"/>
                  </a:lnTo>
                  <a:cubicBezTo>
                    <a:pt x="551590" y="0"/>
                    <a:pt x="558989" y="3065"/>
                    <a:pt x="564444" y="8519"/>
                  </a:cubicBezTo>
                  <a:cubicBezTo>
                    <a:pt x="569898" y="13974"/>
                    <a:pt x="572963" y="21373"/>
                    <a:pt x="572963" y="29087"/>
                  </a:cubicBezTo>
                  <a:lnTo>
                    <a:pt x="572963" y="192430"/>
                  </a:lnTo>
                  <a:cubicBezTo>
                    <a:pt x="572963" y="200145"/>
                    <a:pt x="569898" y="207543"/>
                    <a:pt x="564444" y="212998"/>
                  </a:cubicBezTo>
                  <a:cubicBezTo>
                    <a:pt x="558989" y="218453"/>
                    <a:pt x="551590" y="221517"/>
                    <a:pt x="543876" y="221517"/>
                  </a:cubicBezTo>
                  <a:lnTo>
                    <a:pt x="29087" y="221517"/>
                  </a:lnTo>
                  <a:cubicBezTo>
                    <a:pt x="13023" y="221517"/>
                    <a:pt x="0" y="208495"/>
                    <a:pt x="0" y="192430"/>
                  </a:cubicBezTo>
                  <a:lnTo>
                    <a:pt x="0" y="29087"/>
                  </a:lnTo>
                  <a:cubicBezTo>
                    <a:pt x="0" y="21373"/>
                    <a:pt x="3065" y="13974"/>
                    <a:pt x="8519" y="8519"/>
                  </a:cubicBezTo>
                  <a:cubicBezTo>
                    <a:pt x="13974" y="3065"/>
                    <a:pt x="21373" y="0"/>
                    <a:pt x="29087" y="0"/>
                  </a:cubicBezTo>
                  <a:close/>
                </a:path>
              </a:pathLst>
            </a:custGeom>
            <a:solidFill>
              <a:srgbClr val="000000">
                <a:alpha val="0"/>
              </a:srgbClr>
            </a:solidFill>
            <a:ln cap="sq" cmpd="sng" w="14625">
              <a:solidFill>
                <a:srgbClr val="0062A5"/>
              </a:solidFill>
              <a:prstDash val="solid"/>
              <a:miter lim="8000"/>
              <a:headEnd len="sm" w="sm" type="none"/>
              <a:tailEnd len="sm" w="sm" type="none"/>
            </a:ln>
          </p:spPr>
          <p:txBody>
            <a:bodyPr anchorCtr="0" anchor="ctr" bIns="46850" lIns="46850" spcFirstLastPara="1" rIns="46850" wrap="square" tIns="46850">
              <a:noAutofit/>
            </a:bodyPr>
            <a:lstStyle/>
            <a:p>
              <a:pPr indent="0" lvl="0" marL="0" rtl="0" algn="l">
                <a:spcBef>
                  <a:spcPts val="0"/>
                </a:spcBef>
                <a:spcAft>
                  <a:spcPts val="0"/>
                </a:spcAft>
                <a:buNone/>
              </a:pPr>
              <a:r>
                <a:t/>
              </a:r>
              <a:endParaRPr/>
            </a:p>
          </p:txBody>
        </p:sp>
        <p:sp>
          <p:nvSpPr>
            <p:cNvPr id="317" name="Google Shape;317;p19"/>
            <p:cNvSpPr txBox="1"/>
            <p:nvPr/>
          </p:nvSpPr>
          <p:spPr>
            <a:xfrm>
              <a:off x="0" y="-38100"/>
              <a:ext cx="573000" cy="259500"/>
            </a:xfrm>
            <a:prstGeom prst="rect">
              <a:avLst/>
            </a:prstGeom>
            <a:noFill/>
            <a:ln>
              <a:noFill/>
            </a:ln>
          </p:spPr>
          <p:txBody>
            <a:bodyPr anchorCtr="0" anchor="ctr" bIns="20775" lIns="20775" spcFirstLastPara="1" rIns="20775" wrap="square" tIns="20775">
              <a:noAutofit/>
            </a:bodyPr>
            <a:lstStyle/>
            <a:p>
              <a:pPr indent="0" lvl="0" marL="0" marR="0" rtl="0" algn="ctr">
                <a:lnSpc>
                  <a:spcPct val="140000"/>
                </a:lnSpc>
                <a:spcBef>
                  <a:spcPts val="0"/>
                </a:spcBef>
                <a:spcAft>
                  <a:spcPts val="0"/>
                </a:spcAft>
                <a:buNone/>
              </a:pPr>
              <a:r>
                <a:rPr b="1" i="0" lang="en" sz="1024" u="none" cap="none" strike="noStrike">
                  <a:solidFill>
                    <a:srgbClr val="000000"/>
                  </a:solidFill>
                  <a:latin typeface="Nunito SemiBold"/>
                  <a:ea typeface="Nunito SemiBold"/>
                  <a:cs typeface="Nunito SemiBold"/>
                  <a:sym typeface="Nunito SemiBold"/>
                </a:rPr>
                <a:t>API’s / JDBC</a:t>
              </a:r>
              <a:endParaRPr sz="717"/>
            </a:p>
          </p:txBody>
        </p:sp>
      </p:grpSp>
      <p:grpSp>
        <p:nvGrpSpPr>
          <p:cNvPr id="318" name="Google Shape;318;p19"/>
          <p:cNvGrpSpPr/>
          <p:nvPr/>
        </p:nvGrpSpPr>
        <p:grpSpPr>
          <a:xfrm>
            <a:off x="1626533" y="2858030"/>
            <a:ext cx="1360441" cy="620787"/>
            <a:chOff x="0" y="-38100"/>
            <a:chExt cx="571318" cy="260700"/>
          </a:xfrm>
        </p:grpSpPr>
        <p:sp>
          <p:nvSpPr>
            <p:cNvPr id="319" name="Google Shape;319;p19"/>
            <p:cNvSpPr/>
            <p:nvPr/>
          </p:nvSpPr>
          <p:spPr>
            <a:xfrm>
              <a:off x="0" y="0"/>
              <a:ext cx="571318" cy="222578"/>
            </a:xfrm>
            <a:custGeom>
              <a:rect b="b" l="l" r="r" t="t"/>
              <a:pathLst>
                <a:path extrusionOk="0" h="222578" w="571318">
                  <a:moveTo>
                    <a:pt x="29171" y="0"/>
                  </a:moveTo>
                  <a:lnTo>
                    <a:pt x="542147" y="0"/>
                  </a:lnTo>
                  <a:cubicBezTo>
                    <a:pt x="558257" y="0"/>
                    <a:pt x="571318" y="13060"/>
                    <a:pt x="571318" y="29171"/>
                  </a:cubicBezTo>
                  <a:lnTo>
                    <a:pt x="571318" y="193407"/>
                  </a:lnTo>
                  <a:cubicBezTo>
                    <a:pt x="571318" y="201143"/>
                    <a:pt x="568244" y="208563"/>
                    <a:pt x="562774" y="214034"/>
                  </a:cubicBezTo>
                  <a:cubicBezTo>
                    <a:pt x="557303" y="219504"/>
                    <a:pt x="549883" y="222578"/>
                    <a:pt x="542147" y="222578"/>
                  </a:cubicBezTo>
                  <a:lnTo>
                    <a:pt x="29171" y="222578"/>
                  </a:lnTo>
                  <a:cubicBezTo>
                    <a:pt x="13060" y="222578"/>
                    <a:pt x="0" y="209517"/>
                    <a:pt x="0" y="193407"/>
                  </a:cubicBezTo>
                  <a:lnTo>
                    <a:pt x="0" y="29171"/>
                  </a:lnTo>
                  <a:cubicBezTo>
                    <a:pt x="0" y="13060"/>
                    <a:pt x="13060" y="0"/>
                    <a:pt x="29171" y="0"/>
                  </a:cubicBezTo>
                  <a:close/>
                </a:path>
              </a:pathLst>
            </a:custGeom>
            <a:solidFill>
              <a:srgbClr val="000000">
                <a:alpha val="0"/>
              </a:srgbClr>
            </a:solidFill>
            <a:ln cap="sq" cmpd="sng" w="14625">
              <a:solidFill>
                <a:srgbClr val="0062A5"/>
              </a:solidFill>
              <a:prstDash val="solid"/>
              <a:miter lim="8000"/>
              <a:headEnd len="sm" w="sm" type="none"/>
              <a:tailEnd len="sm" w="sm" type="none"/>
            </a:ln>
          </p:spPr>
          <p:txBody>
            <a:bodyPr anchorCtr="0" anchor="ctr" bIns="46850" lIns="46850" spcFirstLastPara="1" rIns="46850" wrap="square" tIns="46850">
              <a:noAutofit/>
            </a:bodyPr>
            <a:lstStyle/>
            <a:p>
              <a:pPr indent="0" lvl="0" marL="0" rtl="0" algn="l">
                <a:spcBef>
                  <a:spcPts val="0"/>
                </a:spcBef>
                <a:spcAft>
                  <a:spcPts val="0"/>
                </a:spcAft>
                <a:buNone/>
              </a:pPr>
              <a:r>
                <a:t/>
              </a:r>
              <a:endParaRPr/>
            </a:p>
          </p:txBody>
        </p:sp>
        <p:sp>
          <p:nvSpPr>
            <p:cNvPr id="320" name="Google Shape;320;p19"/>
            <p:cNvSpPr txBox="1"/>
            <p:nvPr/>
          </p:nvSpPr>
          <p:spPr>
            <a:xfrm>
              <a:off x="0" y="-38100"/>
              <a:ext cx="571200" cy="260700"/>
            </a:xfrm>
            <a:prstGeom prst="rect">
              <a:avLst/>
            </a:prstGeom>
            <a:noFill/>
            <a:ln>
              <a:noFill/>
            </a:ln>
          </p:spPr>
          <p:txBody>
            <a:bodyPr anchorCtr="0" anchor="ctr" bIns="20775" lIns="20775" spcFirstLastPara="1" rIns="20775" wrap="square" tIns="20775">
              <a:noAutofit/>
            </a:bodyPr>
            <a:lstStyle/>
            <a:p>
              <a:pPr indent="0" lvl="0" marL="0" marR="0" rtl="0" algn="ctr">
                <a:lnSpc>
                  <a:spcPct val="140000"/>
                </a:lnSpc>
                <a:spcBef>
                  <a:spcPts val="0"/>
                </a:spcBef>
                <a:spcAft>
                  <a:spcPts val="0"/>
                </a:spcAft>
                <a:buNone/>
              </a:pPr>
              <a:r>
                <a:rPr b="1" i="0" lang="en" sz="1024" u="none" cap="none" strike="noStrike">
                  <a:solidFill>
                    <a:srgbClr val="000000"/>
                  </a:solidFill>
                  <a:latin typeface="Nunito SemiBold"/>
                  <a:ea typeface="Nunito SemiBold"/>
                  <a:cs typeface="Nunito SemiBold"/>
                  <a:sym typeface="Nunito SemiBold"/>
                </a:rPr>
                <a:t>Structured </a:t>
              </a:r>
              <a:endParaRPr sz="717"/>
            </a:p>
            <a:p>
              <a:pPr indent="0" lvl="0" marL="0" marR="0" rtl="0" algn="ctr">
                <a:lnSpc>
                  <a:spcPct val="140000"/>
                </a:lnSpc>
                <a:spcBef>
                  <a:spcPts val="0"/>
                </a:spcBef>
                <a:spcAft>
                  <a:spcPts val="0"/>
                </a:spcAft>
                <a:buNone/>
              </a:pPr>
              <a:r>
                <a:rPr b="1" i="0" lang="en" sz="1024" u="none" cap="none" strike="noStrike">
                  <a:solidFill>
                    <a:srgbClr val="000000"/>
                  </a:solidFill>
                  <a:latin typeface="Nunito SemiBold"/>
                  <a:ea typeface="Nunito SemiBold"/>
                  <a:cs typeface="Nunito SemiBold"/>
                  <a:sym typeface="Nunito SemiBold"/>
                </a:rPr>
                <a:t>Streaming</a:t>
              </a:r>
              <a:endParaRPr sz="717"/>
            </a:p>
          </p:txBody>
        </p:sp>
      </p:grpSp>
      <p:grpSp>
        <p:nvGrpSpPr>
          <p:cNvPr id="321" name="Google Shape;321;p19"/>
          <p:cNvGrpSpPr/>
          <p:nvPr/>
        </p:nvGrpSpPr>
        <p:grpSpPr>
          <a:xfrm>
            <a:off x="7168696" y="1246047"/>
            <a:ext cx="1678641" cy="2806926"/>
            <a:chOff x="14257977" y="1839077"/>
            <a:chExt cx="3274759" cy="5475861"/>
          </a:xfrm>
        </p:grpSpPr>
        <p:grpSp>
          <p:nvGrpSpPr>
            <p:cNvPr id="322" name="Google Shape;322;p19"/>
            <p:cNvGrpSpPr/>
            <p:nvPr/>
          </p:nvGrpSpPr>
          <p:grpSpPr>
            <a:xfrm>
              <a:off x="14901697" y="1839077"/>
              <a:ext cx="2026327" cy="548258"/>
              <a:chOff x="0" y="-1"/>
              <a:chExt cx="436201" cy="118022"/>
            </a:xfrm>
          </p:grpSpPr>
          <p:sp>
            <p:nvSpPr>
              <p:cNvPr id="323" name="Google Shape;323;p19"/>
              <p:cNvSpPr/>
              <p:nvPr/>
            </p:nvSpPr>
            <p:spPr>
              <a:xfrm>
                <a:off x="0" y="0"/>
                <a:ext cx="436059" cy="118021"/>
              </a:xfrm>
              <a:custGeom>
                <a:rect b="b" l="l" r="r" t="t"/>
                <a:pathLst>
                  <a:path extrusionOk="0" h="118021" w="436059">
                    <a:moveTo>
                      <a:pt x="29118" y="0"/>
                    </a:moveTo>
                    <a:lnTo>
                      <a:pt x="406942" y="0"/>
                    </a:lnTo>
                    <a:cubicBezTo>
                      <a:pt x="423023" y="0"/>
                      <a:pt x="436059" y="13037"/>
                      <a:pt x="436059" y="29118"/>
                    </a:cubicBezTo>
                    <a:lnTo>
                      <a:pt x="436059" y="88903"/>
                    </a:lnTo>
                    <a:cubicBezTo>
                      <a:pt x="436059" y="96625"/>
                      <a:pt x="432992" y="104031"/>
                      <a:pt x="427531" y="109492"/>
                    </a:cubicBezTo>
                    <a:cubicBezTo>
                      <a:pt x="422070" y="114953"/>
                      <a:pt x="414664" y="118021"/>
                      <a:pt x="406942" y="118021"/>
                    </a:cubicBezTo>
                    <a:lnTo>
                      <a:pt x="29118" y="118021"/>
                    </a:lnTo>
                    <a:cubicBezTo>
                      <a:pt x="13037" y="118021"/>
                      <a:pt x="0" y="104984"/>
                      <a:pt x="0" y="88903"/>
                    </a:cubicBezTo>
                    <a:lnTo>
                      <a:pt x="0" y="29118"/>
                    </a:lnTo>
                    <a:cubicBezTo>
                      <a:pt x="0" y="13037"/>
                      <a:pt x="13037" y="0"/>
                      <a:pt x="29118" y="0"/>
                    </a:cubicBezTo>
                    <a:close/>
                  </a:path>
                </a:pathLst>
              </a:custGeom>
              <a:solidFill>
                <a:srgbClr val="000000">
                  <a:alpha val="0"/>
                </a:srgbClr>
              </a:solidFill>
              <a:ln cap="sq" cmpd="sng" w="14625">
                <a:solidFill>
                  <a:srgbClr val="0062A5"/>
                </a:solidFill>
                <a:prstDash val="solid"/>
                <a:miter lim="8000"/>
                <a:headEnd len="sm" w="sm" type="none"/>
                <a:tailEnd len="sm" w="sm" type="none"/>
              </a:ln>
            </p:spPr>
            <p:txBody>
              <a:bodyPr anchorCtr="0" anchor="ctr" bIns="46850" lIns="46850" spcFirstLastPara="1" rIns="46850" wrap="square" tIns="46850">
                <a:noAutofit/>
              </a:bodyPr>
              <a:lstStyle/>
              <a:p>
                <a:pPr indent="0" lvl="0" marL="0" rtl="0" algn="l">
                  <a:spcBef>
                    <a:spcPts val="0"/>
                  </a:spcBef>
                  <a:spcAft>
                    <a:spcPts val="0"/>
                  </a:spcAft>
                  <a:buNone/>
                </a:pPr>
                <a:r>
                  <a:t/>
                </a:r>
                <a:endParaRPr/>
              </a:p>
            </p:txBody>
          </p:sp>
          <p:sp>
            <p:nvSpPr>
              <p:cNvPr id="324" name="Google Shape;324;p19"/>
              <p:cNvSpPr txBox="1"/>
              <p:nvPr/>
            </p:nvSpPr>
            <p:spPr>
              <a:xfrm>
                <a:off x="1" y="-1"/>
                <a:ext cx="436200" cy="117900"/>
              </a:xfrm>
              <a:prstGeom prst="rect">
                <a:avLst/>
              </a:prstGeom>
              <a:noFill/>
              <a:ln>
                <a:noFill/>
              </a:ln>
            </p:spPr>
            <p:txBody>
              <a:bodyPr anchorCtr="0" anchor="ctr" bIns="6500" lIns="6500" spcFirstLastPara="1" rIns="6500" wrap="square" tIns="6500">
                <a:noAutofit/>
              </a:bodyPr>
              <a:lstStyle/>
              <a:p>
                <a:pPr indent="0" lvl="0" marL="0" marR="0" rtl="0" algn="ctr">
                  <a:lnSpc>
                    <a:spcPct val="140020"/>
                  </a:lnSpc>
                  <a:spcBef>
                    <a:spcPts val="0"/>
                  </a:spcBef>
                  <a:spcAft>
                    <a:spcPts val="0"/>
                  </a:spcAft>
                  <a:buNone/>
                </a:pPr>
                <a:r>
                  <a:rPr b="1" i="0" lang="en" sz="1024" u="none" cap="none" strike="noStrike">
                    <a:solidFill>
                      <a:srgbClr val="000000"/>
                    </a:solidFill>
                    <a:latin typeface="Nunito SemiBold"/>
                    <a:ea typeface="Nunito SemiBold"/>
                    <a:cs typeface="Nunito SemiBold"/>
                    <a:sym typeface="Nunito SemiBold"/>
                  </a:rPr>
                  <a:t>Consumers</a:t>
                </a:r>
                <a:endParaRPr sz="717"/>
              </a:p>
            </p:txBody>
          </p:sp>
        </p:grpSp>
        <p:grpSp>
          <p:nvGrpSpPr>
            <p:cNvPr id="325" name="Google Shape;325;p19"/>
            <p:cNvGrpSpPr/>
            <p:nvPr/>
          </p:nvGrpSpPr>
          <p:grpSpPr>
            <a:xfrm>
              <a:off x="14257977" y="2360860"/>
              <a:ext cx="3274759" cy="4954077"/>
              <a:chOff x="0" y="-28575"/>
              <a:chExt cx="562200" cy="850500"/>
            </a:xfrm>
          </p:grpSpPr>
          <p:sp>
            <p:nvSpPr>
              <p:cNvPr id="326" name="Google Shape;326;p19"/>
              <p:cNvSpPr/>
              <p:nvPr/>
            </p:nvSpPr>
            <p:spPr>
              <a:xfrm>
                <a:off x="0" y="0"/>
                <a:ext cx="562142" cy="821831"/>
              </a:xfrm>
              <a:custGeom>
                <a:rect b="b" l="l" r="r" t="t"/>
                <a:pathLst>
                  <a:path extrusionOk="0" h="821831" w="562142">
                    <a:moveTo>
                      <a:pt x="22517" y="0"/>
                    </a:moveTo>
                    <a:lnTo>
                      <a:pt x="539625" y="0"/>
                    </a:lnTo>
                    <a:cubicBezTo>
                      <a:pt x="552061" y="0"/>
                      <a:pt x="562142" y="10081"/>
                      <a:pt x="562142" y="22517"/>
                    </a:cubicBezTo>
                    <a:lnTo>
                      <a:pt x="562142" y="799315"/>
                    </a:lnTo>
                    <a:cubicBezTo>
                      <a:pt x="562142" y="811750"/>
                      <a:pt x="552061" y="821831"/>
                      <a:pt x="539625" y="821831"/>
                    </a:cubicBezTo>
                    <a:lnTo>
                      <a:pt x="22517" y="821831"/>
                    </a:lnTo>
                    <a:cubicBezTo>
                      <a:pt x="10081" y="821831"/>
                      <a:pt x="0" y="811750"/>
                      <a:pt x="0" y="799315"/>
                    </a:cubicBezTo>
                    <a:lnTo>
                      <a:pt x="0" y="22517"/>
                    </a:lnTo>
                    <a:cubicBezTo>
                      <a:pt x="0" y="10081"/>
                      <a:pt x="10081" y="0"/>
                      <a:pt x="22517" y="0"/>
                    </a:cubicBezTo>
                    <a:close/>
                  </a:path>
                </a:pathLst>
              </a:custGeom>
              <a:solidFill>
                <a:srgbClr val="000000">
                  <a:alpha val="0"/>
                </a:srgbClr>
              </a:solidFill>
              <a:ln cap="sq" cmpd="sng" w="14625">
                <a:solidFill>
                  <a:srgbClr val="0062A5"/>
                </a:solidFill>
                <a:prstDash val="dash"/>
                <a:miter lim="8000"/>
                <a:headEnd len="sm" w="sm" type="none"/>
                <a:tailEnd len="sm" w="sm" type="none"/>
              </a:ln>
            </p:spPr>
            <p:txBody>
              <a:bodyPr anchorCtr="0" anchor="ctr" bIns="46850" lIns="46850" spcFirstLastPara="1" rIns="46850" wrap="square" tIns="46850">
                <a:noAutofit/>
              </a:bodyPr>
              <a:lstStyle/>
              <a:p>
                <a:pPr indent="0" lvl="0" marL="0" rtl="0" algn="l">
                  <a:spcBef>
                    <a:spcPts val="0"/>
                  </a:spcBef>
                  <a:spcAft>
                    <a:spcPts val="0"/>
                  </a:spcAft>
                  <a:buNone/>
                </a:pPr>
                <a:r>
                  <a:t/>
                </a:r>
                <a:endParaRPr/>
              </a:p>
            </p:txBody>
          </p:sp>
          <p:sp>
            <p:nvSpPr>
              <p:cNvPr id="327" name="Google Shape;327;p19"/>
              <p:cNvSpPr txBox="1"/>
              <p:nvPr/>
            </p:nvSpPr>
            <p:spPr>
              <a:xfrm>
                <a:off x="0" y="-28575"/>
                <a:ext cx="562200" cy="850500"/>
              </a:xfrm>
              <a:prstGeom prst="rect">
                <a:avLst/>
              </a:prstGeom>
              <a:noFill/>
              <a:ln>
                <a:noFill/>
              </a:ln>
            </p:spPr>
            <p:txBody>
              <a:bodyPr anchorCtr="0" anchor="ctr" bIns="26025" lIns="26025" spcFirstLastPara="1" rIns="26025" wrap="square" tIns="26025">
                <a:noAutofit/>
              </a:bodyPr>
              <a:lstStyle/>
              <a:p>
                <a:pPr indent="0" lvl="0" marL="0" marR="0" rtl="0" algn="ctr">
                  <a:lnSpc>
                    <a:spcPct val="108888"/>
                  </a:lnSpc>
                  <a:spcBef>
                    <a:spcPts val="0"/>
                  </a:spcBef>
                  <a:spcAft>
                    <a:spcPts val="0"/>
                  </a:spcAft>
                  <a:buNone/>
                </a:pPr>
                <a:r>
                  <a:t/>
                </a:r>
                <a:endParaRPr b="0" i="0" sz="922" u="none" cap="none" strike="noStrike">
                  <a:solidFill>
                    <a:srgbClr val="000000"/>
                  </a:solidFill>
                  <a:latin typeface="Calibri"/>
                  <a:ea typeface="Calibri"/>
                  <a:cs typeface="Calibri"/>
                  <a:sym typeface="Calibri"/>
                </a:endParaRPr>
              </a:p>
            </p:txBody>
          </p:sp>
        </p:grpSp>
        <p:grpSp>
          <p:nvGrpSpPr>
            <p:cNvPr id="328" name="Google Shape;328;p19"/>
            <p:cNvGrpSpPr/>
            <p:nvPr/>
          </p:nvGrpSpPr>
          <p:grpSpPr>
            <a:xfrm>
              <a:off x="14548250" y="5253373"/>
              <a:ext cx="2732889" cy="1735057"/>
              <a:chOff x="0" y="-88"/>
              <a:chExt cx="588300" cy="373500"/>
            </a:xfrm>
          </p:grpSpPr>
          <p:sp>
            <p:nvSpPr>
              <p:cNvPr id="329" name="Google Shape;329;p19"/>
              <p:cNvSpPr/>
              <p:nvPr/>
            </p:nvSpPr>
            <p:spPr>
              <a:xfrm>
                <a:off x="0" y="0"/>
                <a:ext cx="588229" cy="373361"/>
              </a:xfrm>
              <a:custGeom>
                <a:rect b="b" l="l" r="r" t="t"/>
                <a:pathLst>
                  <a:path extrusionOk="0" h="373361" w="588229">
                    <a:moveTo>
                      <a:pt x="21585" y="0"/>
                    </a:moveTo>
                    <a:lnTo>
                      <a:pt x="566644" y="0"/>
                    </a:lnTo>
                    <a:cubicBezTo>
                      <a:pt x="572369" y="0"/>
                      <a:pt x="577859" y="2274"/>
                      <a:pt x="581907" y="6322"/>
                    </a:cubicBezTo>
                    <a:cubicBezTo>
                      <a:pt x="585955" y="10370"/>
                      <a:pt x="588229" y="15861"/>
                      <a:pt x="588229" y="21585"/>
                    </a:cubicBezTo>
                    <a:lnTo>
                      <a:pt x="588229" y="351776"/>
                    </a:lnTo>
                    <a:cubicBezTo>
                      <a:pt x="588229" y="363697"/>
                      <a:pt x="578565" y="373361"/>
                      <a:pt x="566644" y="373361"/>
                    </a:cubicBezTo>
                    <a:lnTo>
                      <a:pt x="21585" y="373361"/>
                    </a:lnTo>
                    <a:cubicBezTo>
                      <a:pt x="9664" y="373361"/>
                      <a:pt x="0" y="363697"/>
                      <a:pt x="0" y="351776"/>
                    </a:cubicBezTo>
                    <a:lnTo>
                      <a:pt x="0" y="21585"/>
                    </a:lnTo>
                    <a:cubicBezTo>
                      <a:pt x="0" y="9664"/>
                      <a:pt x="9664" y="0"/>
                      <a:pt x="21585" y="0"/>
                    </a:cubicBezTo>
                    <a:close/>
                  </a:path>
                </a:pathLst>
              </a:custGeom>
              <a:solidFill>
                <a:srgbClr val="000000">
                  <a:alpha val="0"/>
                </a:srgbClr>
              </a:solidFill>
              <a:ln cap="sq" cmpd="sng" w="9750">
                <a:solidFill>
                  <a:srgbClr val="0062A5"/>
                </a:solidFill>
                <a:prstDash val="solid"/>
                <a:miter lim="8000"/>
                <a:headEnd len="sm" w="sm" type="none"/>
                <a:tailEnd len="sm" w="sm" type="none"/>
              </a:ln>
            </p:spPr>
            <p:txBody>
              <a:bodyPr anchorCtr="0" anchor="ctr" bIns="46850" lIns="46850" spcFirstLastPara="1" rIns="46850" wrap="square" tIns="46850">
                <a:noAutofit/>
              </a:bodyPr>
              <a:lstStyle/>
              <a:p>
                <a:pPr indent="0" lvl="0" marL="0" rtl="0" algn="l">
                  <a:spcBef>
                    <a:spcPts val="0"/>
                  </a:spcBef>
                  <a:spcAft>
                    <a:spcPts val="0"/>
                  </a:spcAft>
                  <a:buNone/>
                </a:pPr>
                <a:r>
                  <a:t/>
                </a:r>
                <a:endParaRPr/>
              </a:p>
            </p:txBody>
          </p:sp>
          <p:sp>
            <p:nvSpPr>
              <p:cNvPr id="330" name="Google Shape;330;p19"/>
              <p:cNvSpPr txBox="1"/>
              <p:nvPr/>
            </p:nvSpPr>
            <p:spPr>
              <a:xfrm>
                <a:off x="0" y="-88"/>
                <a:ext cx="588300" cy="373500"/>
              </a:xfrm>
              <a:prstGeom prst="rect">
                <a:avLst/>
              </a:prstGeom>
              <a:noFill/>
              <a:ln>
                <a:noFill/>
              </a:ln>
            </p:spPr>
            <p:txBody>
              <a:bodyPr anchorCtr="0" anchor="ctr" bIns="6500" lIns="46850" spcFirstLastPara="1" rIns="46850" wrap="square" tIns="6500">
                <a:noAutofit/>
              </a:bodyPr>
              <a:lstStyle/>
              <a:p>
                <a:pPr indent="0" lvl="0" marL="0" marR="0" rtl="0" algn="ctr">
                  <a:lnSpc>
                    <a:spcPct val="140020"/>
                  </a:lnSpc>
                  <a:spcBef>
                    <a:spcPts val="0"/>
                  </a:spcBef>
                  <a:spcAft>
                    <a:spcPts val="0"/>
                  </a:spcAft>
                  <a:buNone/>
                </a:pPr>
                <a:r>
                  <a:rPr b="1" i="0" lang="en" sz="1024" u="none" cap="none" strike="noStrike">
                    <a:solidFill>
                      <a:srgbClr val="000000"/>
                    </a:solidFill>
                    <a:latin typeface="Nunito SemiBold"/>
                    <a:ea typeface="Nunito SemiBold"/>
                    <a:cs typeface="Nunito SemiBold"/>
                    <a:sym typeface="Nunito SemiBold"/>
                  </a:rPr>
                  <a:t>Apps (Amneal GPT, BMR Review, </a:t>
                </a:r>
                <a:br>
                  <a:rPr b="1" i="0" lang="en" sz="1024" u="none" cap="none" strike="noStrike">
                    <a:solidFill>
                      <a:srgbClr val="000000"/>
                    </a:solidFill>
                    <a:latin typeface="Nunito SemiBold"/>
                    <a:ea typeface="Nunito SemiBold"/>
                    <a:cs typeface="Nunito SemiBold"/>
                    <a:sym typeface="Nunito SemiBold"/>
                  </a:rPr>
                </a:br>
                <a:r>
                  <a:rPr b="1" i="0" lang="en" sz="1024" u="none" cap="none" strike="noStrike">
                    <a:solidFill>
                      <a:srgbClr val="000000"/>
                    </a:solidFill>
                    <a:latin typeface="Nunito SemiBold"/>
                    <a:ea typeface="Nunito SemiBold"/>
                    <a:cs typeface="Nunito SemiBold"/>
                    <a:sym typeface="Nunito SemiBold"/>
                  </a:rPr>
                  <a:t>Smoke Study)</a:t>
                </a:r>
                <a:endParaRPr sz="717"/>
              </a:p>
            </p:txBody>
          </p:sp>
        </p:grpSp>
        <p:sp>
          <p:nvSpPr>
            <p:cNvPr id="331" name="Google Shape;331;p19"/>
            <p:cNvSpPr/>
            <p:nvPr/>
          </p:nvSpPr>
          <p:spPr>
            <a:xfrm>
              <a:off x="15032279" y="3070870"/>
              <a:ext cx="1716581" cy="1878250"/>
            </a:xfrm>
            <a:custGeom>
              <a:rect b="b" l="l" r="r" t="t"/>
              <a:pathLst>
                <a:path extrusionOk="0" h="2504333" w="2288775">
                  <a:moveTo>
                    <a:pt x="0" y="0"/>
                  </a:moveTo>
                  <a:lnTo>
                    <a:pt x="2288774" y="0"/>
                  </a:lnTo>
                  <a:lnTo>
                    <a:pt x="2288774" y="2504333"/>
                  </a:lnTo>
                  <a:lnTo>
                    <a:pt x="0" y="2504333"/>
                  </a:lnTo>
                  <a:lnTo>
                    <a:pt x="0" y="0"/>
                  </a:lnTo>
                  <a:close/>
                </a:path>
              </a:pathLst>
            </a:custGeom>
            <a:blipFill rotWithShape="1">
              <a:blip r:embed="rId14">
                <a:alphaModFix/>
              </a:blip>
              <a:stretch>
                <a:fillRect b="0" l="-4709" r="-4709" t="0"/>
              </a:stretch>
            </a:blipFill>
            <a:ln>
              <a:noFill/>
            </a:ln>
          </p:spPr>
        </p:sp>
      </p:grpSp>
      <p:cxnSp>
        <p:nvCxnSpPr>
          <p:cNvPr id="332" name="Google Shape;332;p19"/>
          <p:cNvCxnSpPr/>
          <p:nvPr/>
        </p:nvCxnSpPr>
        <p:spPr>
          <a:xfrm>
            <a:off x="5845808" y="1994307"/>
            <a:ext cx="0" cy="118103"/>
          </a:xfrm>
          <a:prstGeom prst="straightConnector1">
            <a:avLst/>
          </a:prstGeom>
          <a:noFill/>
          <a:ln cap="flat" cmpd="sng" w="19525">
            <a:solidFill>
              <a:srgbClr val="0062A5"/>
            </a:solidFill>
            <a:prstDash val="solid"/>
            <a:round/>
            <a:headEnd len="sm" w="sm" type="none"/>
            <a:tailEnd len="sm" w="sm" type="none"/>
          </a:ln>
        </p:spPr>
      </p:cxnSp>
      <p:cxnSp>
        <p:nvCxnSpPr>
          <p:cNvPr id="333" name="Google Shape;333;p19"/>
          <p:cNvCxnSpPr/>
          <p:nvPr/>
        </p:nvCxnSpPr>
        <p:spPr>
          <a:xfrm>
            <a:off x="5845808" y="2422288"/>
            <a:ext cx="0" cy="129637"/>
          </a:xfrm>
          <a:prstGeom prst="straightConnector1">
            <a:avLst/>
          </a:prstGeom>
          <a:noFill/>
          <a:ln cap="flat" cmpd="sng" w="19525">
            <a:solidFill>
              <a:srgbClr val="0062A5"/>
            </a:solidFill>
            <a:prstDash val="solid"/>
            <a:round/>
            <a:headEnd len="sm" w="sm" type="none"/>
            <a:tailEnd len="sm" w="sm" type="none"/>
          </a:ln>
        </p:spPr>
      </p:cxnSp>
      <p:cxnSp>
        <p:nvCxnSpPr>
          <p:cNvPr id="334" name="Google Shape;334;p19"/>
          <p:cNvCxnSpPr/>
          <p:nvPr/>
        </p:nvCxnSpPr>
        <p:spPr>
          <a:xfrm>
            <a:off x="5845808" y="2846423"/>
            <a:ext cx="0" cy="68432"/>
          </a:xfrm>
          <a:prstGeom prst="straightConnector1">
            <a:avLst/>
          </a:prstGeom>
          <a:noFill/>
          <a:ln cap="flat" cmpd="sng" w="19525">
            <a:solidFill>
              <a:srgbClr val="0062A5"/>
            </a:solidFill>
            <a:prstDash val="solid"/>
            <a:round/>
            <a:headEnd len="sm" w="sm" type="none"/>
            <a:tailEnd len="sm" w="sm" type="none"/>
          </a:ln>
        </p:spPr>
      </p:cxnSp>
      <p:cxnSp>
        <p:nvCxnSpPr>
          <p:cNvPr id="335" name="Google Shape;335;p19"/>
          <p:cNvCxnSpPr/>
          <p:nvPr/>
        </p:nvCxnSpPr>
        <p:spPr>
          <a:xfrm>
            <a:off x="5845808" y="3224605"/>
            <a:ext cx="0" cy="96266"/>
          </a:xfrm>
          <a:prstGeom prst="straightConnector1">
            <a:avLst/>
          </a:prstGeom>
          <a:noFill/>
          <a:ln cap="flat" cmpd="sng" w="19525">
            <a:solidFill>
              <a:srgbClr val="0062A5"/>
            </a:solidFill>
            <a:prstDash val="solid"/>
            <a:round/>
            <a:headEnd len="sm" w="sm" type="none"/>
            <a:tailEnd len="sm" w="sm" type="none"/>
          </a:ln>
        </p:spPr>
      </p:cxnSp>
      <p:grpSp>
        <p:nvGrpSpPr>
          <p:cNvPr id="336" name="Google Shape;336;p19"/>
          <p:cNvGrpSpPr/>
          <p:nvPr/>
        </p:nvGrpSpPr>
        <p:grpSpPr>
          <a:xfrm>
            <a:off x="5238270" y="2466657"/>
            <a:ext cx="1215080" cy="379799"/>
            <a:chOff x="0" y="-28575"/>
            <a:chExt cx="406947" cy="127200"/>
          </a:xfrm>
        </p:grpSpPr>
        <p:sp>
          <p:nvSpPr>
            <p:cNvPr id="337" name="Google Shape;337;p19"/>
            <p:cNvSpPr/>
            <p:nvPr/>
          </p:nvSpPr>
          <p:spPr>
            <a:xfrm>
              <a:off x="0" y="0"/>
              <a:ext cx="406947" cy="98614"/>
            </a:xfrm>
            <a:custGeom>
              <a:rect b="b" l="l" r="r" t="t"/>
              <a:pathLst>
                <a:path extrusionOk="0" h="98614" w="406947">
                  <a:moveTo>
                    <a:pt x="16330" y="0"/>
                  </a:moveTo>
                  <a:lnTo>
                    <a:pt x="390616" y="0"/>
                  </a:lnTo>
                  <a:cubicBezTo>
                    <a:pt x="399635" y="0"/>
                    <a:pt x="406947" y="7311"/>
                    <a:pt x="406947" y="16330"/>
                  </a:cubicBezTo>
                  <a:lnTo>
                    <a:pt x="406947" y="82284"/>
                  </a:lnTo>
                  <a:cubicBezTo>
                    <a:pt x="406947" y="86615"/>
                    <a:pt x="405226" y="90769"/>
                    <a:pt x="402164" y="93831"/>
                  </a:cubicBezTo>
                  <a:cubicBezTo>
                    <a:pt x="399101" y="96894"/>
                    <a:pt x="394947" y="98614"/>
                    <a:pt x="390616" y="98614"/>
                  </a:cubicBezTo>
                  <a:lnTo>
                    <a:pt x="16330" y="98614"/>
                  </a:lnTo>
                  <a:cubicBezTo>
                    <a:pt x="11999" y="98614"/>
                    <a:pt x="7846" y="96894"/>
                    <a:pt x="4783" y="93831"/>
                  </a:cubicBezTo>
                  <a:cubicBezTo>
                    <a:pt x="1721" y="90769"/>
                    <a:pt x="0" y="86615"/>
                    <a:pt x="0" y="82284"/>
                  </a:cubicBezTo>
                  <a:lnTo>
                    <a:pt x="0" y="16330"/>
                  </a:lnTo>
                  <a:cubicBezTo>
                    <a:pt x="0" y="11999"/>
                    <a:pt x="1721" y="7846"/>
                    <a:pt x="4783" y="4783"/>
                  </a:cubicBezTo>
                  <a:cubicBezTo>
                    <a:pt x="7846" y="1721"/>
                    <a:pt x="11999" y="0"/>
                    <a:pt x="16330" y="0"/>
                  </a:cubicBezTo>
                  <a:close/>
                </a:path>
              </a:pathLst>
            </a:custGeom>
            <a:solidFill>
              <a:srgbClr val="000000">
                <a:alpha val="0"/>
              </a:srgbClr>
            </a:solidFill>
            <a:ln cap="sq" cmpd="sng" w="14625">
              <a:solidFill>
                <a:srgbClr val="0062A5"/>
              </a:solidFill>
              <a:prstDash val="dash"/>
              <a:miter lim="8000"/>
              <a:headEnd len="sm" w="sm" type="none"/>
              <a:tailEnd len="sm" w="sm" type="none"/>
            </a:ln>
          </p:spPr>
          <p:txBody>
            <a:bodyPr anchorCtr="0" anchor="ctr" bIns="46850" lIns="46850" spcFirstLastPara="1" rIns="46850" wrap="square" tIns="46850">
              <a:noAutofit/>
            </a:bodyPr>
            <a:lstStyle/>
            <a:p>
              <a:pPr indent="0" lvl="0" marL="0" rtl="0" algn="l">
                <a:spcBef>
                  <a:spcPts val="0"/>
                </a:spcBef>
                <a:spcAft>
                  <a:spcPts val="0"/>
                </a:spcAft>
                <a:buNone/>
              </a:pPr>
              <a:r>
                <a:t/>
              </a:r>
              <a:endParaRPr/>
            </a:p>
          </p:txBody>
        </p:sp>
        <p:sp>
          <p:nvSpPr>
            <p:cNvPr id="338" name="Google Shape;338;p19"/>
            <p:cNvSpPr txBox="1"/>
            <p:nvPr/>
          </p:nvSpPr>
          <p:spPr>
            <a:xfrm>
              <a:off x="0" y="-28575"/>
              <a:ext cx="406800" cy="127200"/>
            </a:xfrm>
            <a:prstGeom prst="rect">
              <a:avLst/>
            </a:prstGeom>
            <a:noFill/>
            <a:ln>
              <a:noFill/>
            </a:ln>
          </p:spPr>
          <p:txBody>
            <a:bodyPr anchorCtr="0" anchor="ctr" bIns="54300" lIns="54300" spcFirstLastPara="1" rIns="54300" wrap="square" tIns="54300">
              <a:noAutofit/>
            </a:bodyPr>
            <a:lstStyle/>
            <a:p>
              <a:pPr indent="0" lvl="0" marL="0" marR="0" rtl="0" algn="ctr">
                <a:lnSpc>
                  <a:spcPct val="108888"/>
                </a:lnSpc>
                <a:spcBef>
                  <a:spcPts val="0"/>
                </a:spcBef>
                <a:spcAft>
                  <a:spcPts val="0"/>
                </a:spcAft>
                <a:buNone/>
              </a:pPr>
              <a:r>
                <a:t/>
              </a:r>
              <a:endParaRPr b="0" i="0" sz="922" u="none" cap="none" strike="noStrike">
                <a:solidFill>
                  <a:srgbClr val="000000"/>
                </a:solidFill>
                <a:latin typeface="Calibri"/>
                <a:ea typeface="Calibri"/>
                <a:cs typeface="Calibri"/>
                <a:sym typeface="Calibri"/>
              </a:endParaRPr>
            </a:p>
          </p:txBody>
        </p:sp>
      </p:grpSp>
      <p:sp>
        <p:nvSpPr>
          <p:cNvPr id="339" name="Google Shape;339;p19"/>
          <p:cNvSpPr/>
          <p:nvPr/>
        </p:nvSpPr>
        <p:spPr>
          <a:xfrm>
            <a:off x="5520829" y="2601536"/>
            <a:ext cx="205339" cy="195329"/>
          </a:xfrm>
          <a:custGeom>
            <a:rect b="b" l="l" r="r" t="t"/>
            <a:pathLst>
              <a:path extrusionOk="0" h="381055" w="400584">
                <a:moveTo>
                  <a:pt x="0" y="0"/>
                </a:moveTo>
                <a:lnTo>
                  <a:pt x="400584" y="0"/>
                </a:lnTo>
                <a:lnTo>
                  <a:pt x="400584" y="381055"/>
                </a:lnTo>
                <a:lnTo>
                  <a:pt x="0" y="381055"/>
                </a:lnTo>
                <a:lnTo>
                  <a:pt x="0" y="0"/>
                </a:lnTo>
                <a:close/>
              </a:path>
            </a:pathLst>
          </a:custGeom>
          <a:blipFill rotWithShape="1">
            <a:blip r:embed="rId15">
              <a:alphaModFix/>
            </a:blip>
            <a:stretch>
              <a:fillRect b="0" l="0" r="0" t="0"/>
            </a:stretch>
          </a:blipFill>
          <a:ln>
            <a:noFill/>
          </a:ln>
        </p:spPr>
      </p:sp>
      <p:sp>
        <p:nvSpPr>
          <p:cNvPr id="340" name="Google Shape;340;p19"/>
          <p:cNvSpPr txBox="1"/>
          <p:nvPr/>
        </p:nvSpPr>
        <p:spPr>
          <a:xfrm>
            <a:off x="5752358" y="2631910"/>
            <a:ext cx="411977" cy="138402"/>
          </a:xfrm>
          <a:prstGeom prst="rect">
            <a:avLst/>
          </a:prstGeom>
          <a:noFill/>
          <a:ln>
            <a:noFill/>
          </a:ln>
        </p:spPr>
        <p:txBody>
          <a:bodyPr anchorCtr="0" anchor="t" bIns="0" lIns="0" spcFirstLastPara="1" rIns="0" wrap="square" tIns="0">
            <a:spAutoFit/>
          </a:bodyPr>
          <a:lstStyle/>
          <a:p>
            <a:pPr indent="0" lvl="0" marL="0" marR="0" rtl="0" algn="ctr">
              <a:lnSpc>
                <a:spcPct val="100057"/>
              </a:lnSpc>
              <a:spcBef>
                <a:spcPts val="0"/>
              </a:spcBef>
              <a:spcAft>
                <a:spcPts val="0"/>
              </a:spcAft>
              <a:buNone/>
            </a:pPr>
            <a:r>
              <a:rPr b="1" i="0" lang="en" sz="899" u="none" cap="none" strike="noStrike">
                <a:solidFill>
                  <a:srgbClr val="000000"/>
                </a:solidFill>
                <a:latin typeface="Nunito SemiBold"/>
                <a:ea typeface="Nunito SemiBold"/>
                <a:cs typeface="Nunito SemiBold"/>
                <a:sym typeface="Nunito SemiBold"/>
              </a:rPr>
              <a:t>SILVER</a:t>
            </a:r>
            <a:endParaRPr sz="717"/>
          </a:p>
        </p:txBody>
      </p:sp>
      <p:grpSp>
        <p:nvGrpSpPr>
          <p:cNvPr id="341" name="Google Shape;341;p19"/>
          <p:cNvGrpSpPr/>
          <p:nvPr/>
        </p:nvGrpSpPr>
        <p:grpSpPr>
          <a:xfrm>
            <a:off x="5238270" y="3235510"/>
            <a:ext cx="1215080" cy="386070"/>
            <a:chOff x="0" y="-28575"/>
            <a:chExt cx="406947" cy="129300"/>
          </a:xfrm>
        </p:grpSpPr>
        <p:sp>
          <p:nvSpPr>
            <p:cNvPr id="342" name="Google Shape;342;p19"/>
            <p:cNvSpPr/>
            <p:nvPr/>
          </p:nvSpPr>
          <p:spPr>
            <a:xfrm>
              <a:off x="0" y="0"/>
              <a:ext cx="406947" cy="100686"/>
            </a:xfrm>
            <a:custGeom>
              <a:rect b="b" l="l" r="r" t="t"/>
              <a:pathLst>
                <a:path extrusionOk="0" h="100686" w="406947">
                  <a:moveTo>
                    <a:pt x="16330" y="0"/>
                  </a:moveTo>
                  <a:lnTo>
                    <a:pt x="390616" y="0"/>
                  </a:lnTo>
                  <a:cubicBezTo>
                    <a:pt x="399635" y="0"/>
                    <a:pt x="406947" y="7311"/>
                    <a:pt x="406947" y="16330"/>
                  </a:cubicBezTo>
                  <a:lnTo>
                    <a:pt x="406947" y="84356"/>
                  </a:lnTo>
                  <a:cubicBezTo>
                    <a:pt x="406947" y="88687"/>
                    <a:pt x="405226" y="92841"/>
                    <a:pt x="402164" y="95903"/>
                  </a:cubicBezTo>
                  <a:cubicBezTo>
                    <a:pt x="399101" y="98966"/>
                    <a:pt x="394947" y="100686"/>
                    <a:pt x="390616" y="100686"/>
                  </a:cubicBezTo>
                  <a:lnTo>
                    <a:pt x="16330" y="100686"/>
                  </a:lnTo>
                  <a:cubicBezTo>
                    <a:pt x="11999" y="100686"/>
                    <a:pt x="7846" y="98966"/>
                    <a:pt x="4783" y="95903"/>
                  </a:cubicBezTo>
                  <a:cubicBezTo>
                    <a:pt x="1721" y="92841"/>
                    <a:pt x="0" y="88687"/>
                    <a:pt x="0" y="84356"/>
                  </a:cubicBezTo>
                  <a:lnTo>
                    <a:pt x="0" y="16330"/>
                  </a:lnTo>
                  <a:cubicBezTo>
                    <a:pt x="0" y="11999"/>
                    <a:pt x="1721" y="7846"/>
                    <a:pt x="4783" y="4783"/>
                  </a:cubicBezTo>
                  <a:cubicBezTo>
                    <a:pt x="7846" y="1721"/>
                    <a:pt x="11999" y="0"/>
                    <a:pt x="16330" y="0"/>
                  </a:cubicBezTo>
                  <a:close/>
                </a:path>
              </a:pathLst>
            </a:custGeom>
            <a:solidFill>
              <a:srgbClr val="000000">
                <a:alpha val="0"/>
              </a:srgbClr>
            </a:solidFill>
            <a:ln cap="sq" cmpd="sng" w="14625">
              <a:solidFill>
                <a:srgbClr val="0062A5"/>
              </a:solidFill>
              <a:prstDash val="dash"/>
              <a:miter lim="8000"/>
              <a:headEnd len="sm" w="sm" type="none"/>
              <a:tailEnd len="sm" w="sm" type="none"/>
            </a:ln>
          </p:spPr>
          <p:txBody>
            <a:bodyPr anchorCtr="0" anchor="ctr" bIns="46850" lIns="46850" spcFirstLastPara="1" rIns="46850" wrap="square" tIns="46850">
              <a:noAutofit/>
            </a:bodyPr>
            <a:lstStyle/>
            <a:p>
              <a:pPr indent="0" lvl="0" marL="0" rtl="0" algn="l">
                <a:spcBef>
                  <a:spcPts val="0"/>
                </a:spcBef>
                <a:spcAft>
                  <a:spcPts val="0"/>
                </a:spcAft>
                <a:buNone/>
              </a:pPr>
              <a:r>
                <a:t/>
              </a:r>
              <a:endParaRPr/>
            </a:p>
          </p:txBody>
        </p:sp>
        <p:sp>
          <p:nvSpPr>
            <p:cNvPr id="343" name="Google Shape;343;p19"/>
            <p:cNvSpPr txBox="1"/>
            <p:nvPr/>
          </p:nvSpPr>
          <p:spPr>
            <a:xfrm>
              <a:off x="0" y="-28575"/>
              <a:ext cx="406800" cy="129300"/>
            </a:xfrm>
            <a:prstGeom prst="rect">
              <a:avLst/>
            </a:prstGeom>
            <a:noFill/>
            <a:ln>
              <a:noFill/>
            </a:ln>
          </p:spPr>
          <p:txBody>
            <a:bodyPr anchorCtr="0" anchor="ctr" bIns="54300" lIns="54300" spcFirstLastPara="1" rIns="54300" wrap="square" tIns="54300">
              <a:noAutofit/>
            </a:bodyPr>
            <a:lstStyle/>
            <a:p>
              <a:pPr indent="0" lvl="0" marL="0" marR="0" rtl="0" algn="ctr">
                <a:lnSpc>
                  <a:spcPct val="108888"/>
                </a:lnSpc>
                <a:spcBef>
                  <a:spcPts val="0"/>
                </a:spcBef>
                <a:spcAft>
                  <a:spcPts val="0"/>
                </a:spcAft>
                <a:buNone/>
              </a:pPr>
              <a:r>
                <a:t/>
              </a:r>
              <a:endParaRPr b="0" i="0" sz="922" u="none" cap="none" strike="noStrike">
                <a:solidFill>
                  <a:srgbClr val="000000"/>
                </a:solidFill>
                <a:latin typeface="Calibri"/>
                <a:ea typeface="Calibri"/>
                <a:cs typeface="Calibri"/>
                <a:sym typeface="Calibri"/>
              </a:endParaRPr>
            </a:p>
          </p:txBody>
        </p:sp>
      </p:grpSp>
      <p:sp>
        <p:nvSpPr>
          <p:cNvPr id="344" name="Google Shape;344;p19"/>
          <p:cNvSpPr txBox="1"/>
          <p:nvPr/>
        </p:nvSpPr>
        <p:spPr>
          <a:xfrm>
            <a:off x="5742084" y="3412325"/>
            <a:ext cx="416129" cy="134096"/>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 sz="871" u="none" cap="none" strike="noStrike">
                <a:solidFill>
                  <a:srgbClr val="000000"/>
                </a:solidFill>
                <a:latin typeface="Nunito SemiBold"/>
                <a:ea typeface="Nunito SemiBold"/>
                <a:cs typeface="Nunito SemiBold"/>
                <a:sym typeface="Nunito SemiBold"/>
              </a:rPr>
              <a:t>GOLD</a:t>
            </a:r>
            <a:endParaRPr sz="871"/>
          </a:p>
        </p:txBody>
      </p:sp>
      <p:sp>
        <p:nvSpPr>
          <p:cNvPr id="345" name="Google Shape;345;p19"/>
          <p:cNvSpPr/>
          <p:nvPr/>
        </p:nvSpPr>
        <p:spPr>
          <a:xfrm>
            <a:off x="5547352" y="3380353"/>
            <a:ext cx="194732" cy="181587"/>
          </a:xfrm>
          <a:custGeom>
            <a:rect b="b" l="l" r="r" t="t"/>
            <a:pathLst>
              <a:path extrusionOk="0" h="354247" w="379890">
                <a:moveTo>
                  <a:pt x="0" y="0"/>
                </a:moveTo>
                <a:lnTo>
                  <a:pt x="379890" y="0"/>
                </a:lnTo>
                <a:lnTo>
                  <a:pt x="379890" y="354247"/>
                </a:lnTo>
                <a:lnTo>
                  <a:pt x="0" y="354247"/>
                </a:lnTo>
                <a:lnTo>
                  <a:pt x="0" y="0"/>
                </a:lnTo>
                <a:close/>
              </a:path>
            </a:pathLst>
          </a:custGeom>
          <a:blipFill rotWithShape="1">
            <a:blip r:embed="rId16">
              <a:alphaModFix/>
            </a:blip>
            <a:stretch>
              <a:fillRect b="0" l="0" r="0" t="0"/>
            </a:stretch>
          </a:blipFill>
          <a:ln>
            <a:noFill/>
          </a:ln>
        </p:spPr>
      </p:sp>
      <p:grpSp>
        <p:nvGrpSpPr>
          <p:cNvPr id="346" name="Google Shape;346;p19"/>
          <p:cNvGrpSpPr/>
          <p:nvPr/>
        </p:nvGrpSpPr>
        <p:grpSpPr>
          <a:xfrm>
            <a:off x="5238270" y="1603428"/>
            <a:ext cx="1215080" cy="390880"/>
            <a:chOff x="0" y="-28575"/>
            <a:chExt cx="406947" cy="130911"/>
          </a:xfrm>
        </p:grpSpPr>
        <p:sp>
          <p:nvSpPr>
            <p:cNvPr id="347" name="Google Shape;347;p19"/>
            <p:cNvSpPr/>
            <p:nvPr/>
          </p:nvSpPr>
          <p:spPr>
            <a:xfrm>
              <a:off x="0" y="0"/>
              <a:ext cx="406947" cy="102336"/>
            </a:xfrm>
            <a:custGeom>
              <a:rect b="b" l="l" r="r" t="t"/>
              <a:pathLst>
                <a:path extrusionOk="0" h="102336" w="406947">
                  <a:moveTo>
                    <a:pt x="16330" y="0"/>
                  </a:moveTo>
                  <a:lnTo>
                    <a:pt x="390616" y="0"/>
                  </a:lnTo>
                  <a:cubicBezTo>
                    <a:pt x="399635" y="0"/>
                    <a:pt x="406947" y="7311"/>
                    <a:pt x="406947" y="16330"/>
                  </a:cubicBezTo>
                  <a:lnTo>
                    <a:pt x="406947" y="86005"/>
                  </a:lnTo>
                  <a:cubicBezTo>
                    <a:pt x="406947" y="90337"/>
                    <a:pt x="405226" y="94490"/>
                    <a:pt x="402164" y="97553"/>
                  </a:cubicBezTo>
                  <a:cubicBezTo>
                    <a:pt x="399101" y="100615"/>
                    <a:pt x="394947" y="102336"/>
                    <a:pt x="390616" y="102336"/>
                  </a:cubicBezTo>
                  <a:lnTo>
                    <a:pt x="16330" y="102336"/>
                  </a:lnTo>
                  <a:cubicBezTo>
                    <a:pt x="11999" y="102336"/>
                    <a:pt x="7846" y="100615"/>
                    <a:pt x="4783" y="97553"/>
                  </a:cubicBezTo>
                  <a:cubicBezTo>
                    <a:pt x="1721" y="94490"/>
                    <a:pt x="0" y="90337"/>
                    <a:pt x="0" y="86005"/>
                  </a:cubicBezTo>
                  <a:lnTo>
                    <a:pt x="0" y="16330"/>
                  </a:lnTo>
                  <a:cubicBezTo>
                    <a:pt x="0" y="11999"/>
                    <a:pt x="1721" y="7846"/>
                    <a:pt x="4783" y="4783"/>
                  </a:cubicBezTo>
                  <a:cubicBezTo>
                    <a:pt x="7846" y="1721"/>
                    <a:pt x="11999" y="0"/>
                    <a:pt x="16330" y="0"/>
                  </a:cubicBezTo>
                  <a:close/>
                </a:path>
              </a:pathLst>
            </a:custGeom>
            <a:solidFill>
              <a:srgbClr val="000000">
                <a:alpha val="0"/>
              </a:srgbClr>
            </a:solidFill>
            <a:ln cap="sq" cmpd="sng" w="14625">
              <a:solidFill>
                <a:srgbClr val="0062A5"/>
              </a:solidFill>
              <a:prstDash val="dash"/>
              <a:miter lim="8000"/>
              <a:headEnd len="sm" w="sm" type="none"/>
              <a:tailEnd len="sm" w="sm" type="none"/>
            </a:ln>
          </p:spPr>
          <p:txBody>
            <a:bodyPr anchorCtr="0" anchor="ctr" bIns="46850" lIns="46850" spcFirstLastPara="1" rIns="46850" wrap="square" tIns="46850">
              <a:noAutofit/>
            </a:bodyPr>
            <a:lstStyle/>
            <a:p>
              <a:pPr indent="0" lvl="0" marL="0" rtl="0" algn="l">
                <a:spcBef>
                  <a:spcPts val="0"/>
                </a:spcBef>
                <a:spcAft>
                  <a:spcPts val="0"/>
                </a:spcAft>
                <a:buNone/>
              </a:pPr>
              <a:r>
                <a:t/>
              </a:r>
              <a:endParaRPr/>
            </a:p>
          </p:txBody>
        </p:sp>
        <p:sp>
          <p:nvSpPr>
            <p:cNvPr id="348" name="Google Shape;348;p19"/>
            <p:cNvSpPr txBox="1"/>
            <p:nvPr/>
          </p:nvSpPr>
          <p:spPr>
            <a:xfrm>
              <a:off x="0" y="-28575"/>
              <a:ext cx="406800" cy="130800"/>
            </a:xfrm>
            <a:prstGeom prst="rect">
              <a:avLst/>
            </a:prstGeom>
            <a:noFill/>
            <a:ln>
              <a:noFill/>
            </a:ln>
          </p:spPr>
          <p:txBody>
            <a:bodyPr anchorCtr="0" anchor="ctr" bIns="54300" lIns="54300" spcFirstLastPara="1" rIns="54300" wrap="square" tIns="54300">
              <a:noAutofit/>
            </a:bodyPr>
            <a:lstStyle/>
            <a:p>
              <a:pPr indent="0" lvl="0" marL="0" marR="0" rtl="0" algn="ctr">
                <a:lnSpc>
                  <a:spcPct val="108888"/>
                </a:lnSpc>
                <a:spcBef>
                  <a:spcPts val="0"/>
                </a:spcBef>
                <a:spcAft>
                  <a:spcPts val="0"/>
                </a:spcAft>
                <a:buNone/>
              </a:pPr>
              <a:r>
                <a:t/>
              </a:r>
              <a:endParaRPr b="0" i="0" sz="922" u="none" cap="none" strike="noStrike">
                <a:solidFill>
                  <a:srgbClr val="000000"/>
                </a:solidFill>
                <a:latin typeface="Calibri"/>
                <a:ea typeface="Calibri"/>
                <a:cs typeface="Calibri"/>
                <a:sym typeface="Calibri"/>
              </a:endParaRPr>
            </a:p>
          </p:txBody>
        </p:sp>
      </p:grpSp>
      <p:sp>
        <p:nvSpPr>
          <p:cNvPr id="349" name="Google Shape;349;p19"/>
          <p:cNvSpPr/>
          <p:nvPr/>
        </p:nvSpPr>
        <p:spPr>
          <a:xfrm>
            <a:off x="5384417" y="1737397"/>
            <a:ext cx="200891" cy="195329"/>
          </a:xfrm>
          <a:custGeom>
            <a:rect b="b" l="l" r="r" t="t"/>
            <a:pathLst>
              <a:path extrusionOk="0" h="381055" w="391906">
                <a:moveTo>
                  <a:pt x="0" y="0"/>
                </a:moveTo>
                <a:lnTo>
                  <a:pt x="391906" y="0"/>
                </a:lnTo>
                <a:lnTo>
                  <a:pt x="391906" y="381055"/>
                </a:lnTo>
                <a:lnTo>
                  <a:pt x="0" y="381055"/>
                </a:lnTo>
                <a:lnTo>
                  <a:pt x="0" y="0"/>
                </a:lnTo>
                <a:close/>
              </a:path>
            </a:pathLst>
          </a:custGeom>
          <a:blipFill rotWithShape="1">
            <a:blip r:embed="rId17">
              <a:alphaModFix/>
            </a:blip>
            <a:stretch>
              <a:fillRect b="0" l="-1238" r="-1238" t="0"/>
            </a:stretch>
          </a:blipFill>
          <a:ln>
            <a:noFill/>
          </a:ln>
        </p:spPr>
      </p:sp>
      <p:sp>
        <p:nvSpPr>
          <p:cNvPr id="350" name="Google Shape;350;p19"/>
          <p:cNvSpPr txBox="1"/>
          <p:nvPr/>
        </p:nvSpPr>
        <p:spPr>
          <a:xfrm>
            <a:off x="5623500" y="1728392"/>
            <a:ext cx="715385" cy="224519"/>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 sz="729" u="none" cap="none" strike="noStrike">
                <a:solidFill>
                  <a:srgbClr val="000000"/>
                </a:solidFill>
                <a:latin typeface="Nunito SemiBold"/>
                <a:ea typeface="Nunito SemiBold"/>
                <a:cs typeface="Nunito SemiBold"/>
                <a:sym typeface="Nunito SemiBold"/>
              </a:rPr>
              <a:t>BRONZE (Landing/Raw)</a:t>
            </a:r>
            <a:endParaRPr sz="666"/>
          </a:p>
        </p:txBody>
      </p:sp>
      <p:grpSp>
        <p:nvGrpSpPr>
          <p:cNvPr id="351" name="Google Shape;351;p19"/>
          <p:cNvGrpSpPr/>
          <p:nvPr/>
        </p:nvGrpSpPr>
        <p:grpSpPr>
          <a:xfrm>
            <a:off x="5688199" y="2112461"/>
            <a:ext cx="315231" cy="309838"/>
            <a:chOff x="0" y="0"/>
            <a:chExt cx="812800" cy="798894"/>
          </a:xfrm>
        </p:grpSpPr>
        <p:sp>
          <p:nvSpPr>
            <p:cNvPr id="352" name="Google Shape;352;p19"/>
            <p:cNvSpPr/>
            <p:nvPr/>
          </p:nvSpPr>
          <p:spPr>
            <a:xfrm>
              <a:off x="0" y="0"/>
              <a:ext cx="812800" cy="798894"/>
            </a:xfrm>
            <a:custGeom>
              <a:rect b="b" l="l" r="r" t="t"/>
              <a:pathLst>
                <a:path extrusionOk="0" h="798894" w="812800">
                  <a:moveTo>
                    <a:pt x="406400" y="0"/>
                  </a:moveTo>
                  <a:cubicBezTo>
                    <a:pt x="181951" y="0"/>
                    <a:pt x="0" y="178838"/>
                    <a:pt x="0" y="399447"/>
                  </a:cubicBezTo>
                  <a:cubicBezTo>
                    <a:pt x="0" y="620055"/>
                    <a:pt x="181951" y="798894"/>
                    <a:pt x="406400" y="798894"/>
                  </a:cubicBezTo>
                  <a:cubicBezTo>
                    <a:pt x="630849" y="798894"/>
                    <a:pt x="812800" y="620055"/>
                    <a:pt x="812800" y="399447"/>
                  </a:cubicBezTo>
                  <a:cubicBezTo>
                    <a:pt x="812800" y="178838"/>
                    <a:pt x="630849" y="0"/>
                    <a:pt x="406400" y="0"/>
                  </a:cubicBezTo>
                  <a:close/>
                </a:path>
              </a:pathLst>
            </a:custGeom>
            <a:solidFill>
              <a:srgbClr val="000000">
                <a:alpha val="0"/>
              </a:srgbClr>
            </a:solidFill>
            <a:ln cap="sq" cmpd="sng" w="4875">
              <a:solidFill>
                <a:srgbClr val="0062A5"/>
              </a:solidFill>
              <a:prstDash val="dash"/>
              <a:miter lim="8000"/>
              <a:headEnd len="sm" w="sm" type="none"/>
              <a:tailEnd len="sm" w="sm" type="none"/>
            </a:ln>
          </p:spPr>
          <p:txBody>
            <a:bodyPr anchorCtr="0" anchor="ctr" bIns="46850" lIns="46850" spcFirstLastPara="1" rIns="46850" wrap="square" tIns="46850">
              <a:noAutofit/>
            </a:bodyPr>
            <a:lstStyle/>
            <a:p>
              <a:pPr indent="0" lvl="0" marL="0" rtl="0" algn="l">
                <a:spcBef>
                  <a:spcPts val="0"/>
                </a:spcBef>
                <a:spcAft>
                  <a:spcPts val="0"/>
                </a:spcAft>
                <a:buNone/>
              </a:pPr>
              <a:r>
                <a:t/>
              </a:r>
              <a:endParaRPr/>
            </a:p>
          </p:txBody>
        </p:sp>
        <p:sp>
          <p:nvSpPr>
            <p:cNvPr id="353" name="Google Shape;353;p19"/>
            <p:cNvSpPr txBox="1"/>
            <p:nvPr/>
          </p:nvSpPr>
          <p:spPr>
            <a:xfrm>
              <a:off x="76200" y="55846"/>
              <a:ext cx="660300" cy="668100"/>
            </a:xfrm>
            <a:prstGeom prst="rect">
              <a:avLst/>
            </a:prstGeom>
            <a:noFill/>
            <a:ln>
              <a:noFill/>
            </a:ln>
          </p:spPr>
          <p:txBody>
            <a:bodyPr anchorCtr="0" anchor="ctr" bIns="26025" lIns="26025" spcFirstLastPara="1" rIns="26025" wrap="square" tIns="26025">
              <a:noAutofit/>
            </a:bodyPr>
            <a:lstStyle/>
            <a:p>
              <a:pPr indent="0" lvl="0" marL="0" marR="0" rtl="0" algn="ctr">
                <a:lnSpc>
                  <a:spcPct val="62222"/>
                </a:lnSpc>
                <a:spcBef>
                  <a:spcPts val="0"/>
                </a:spcBef>
                <a:spcAft>
                  <a:spcPts val="0"/>
                </a:spcAft>
                <a:buNone/>
              </a:pPr>
              <a:r>
                <a:t/>
              </a:r>
              <a:endParaRPr b="0" i="0" sz="922" u="none" cap="none" strike="noStrike">
                <a:solidFill>
                  <a:srgbClr val="000000"/>
                </a:solidFill>
                <a:latin typeface="Calibri"/>
                <a:ea typeface="Calibri"/>
                <a:cs typeface="Calibri"/>
                <a:sym typeface="Calibri"/>
              </a:endParaRPr>
            </a:p>
          </p:txBody>
        </p:sp>
      </p:grpSp>
      <p:grpSp>
        <p:nvGrpSpPr>
          <p:cNvPr id="354" name="Google Shape;354;p19"/>
          <p:cNvGrpSpPr/>
          <p:nvPr/>
        </p:nvGrpSpPr>
        <p:grpSpPr>
          <a:xfrm>
            <a:off x="5688199" y="2914778"/>
            <a:ext cx="315231" cy="309838"/>
            <a:chOff x="0" y="0"/>
            <a:chExt cx="812800" cy="798894"/>
          </a:xfrm>
        </p:grpSpPr>
        <p:sp>
          <p:nvSpPr>
            <p:cNvPr id="355" name="Google Shape;355;p19"/>
            <p:cNvSpPr/>
            <p:nvPr/>
          </p:nvSpPr>
          <p:spPr>
            <a:xfrm>
              <a:off x="0" y="0"/>
              <a:ext cx="812800" cy="798894"/>
            </a:xfrm>
            <a:custGeom>
              <a:rect b="b" l="l" r="r" t="t"/>
              <a:pathLst>
                <a:path extrusionOk="0" h="798894" w="812800">
                  <a:moveTo>
                    <a:pt x="406400" y="0"/>
                  </a:moveTo>
                  <a:cubicBezTo>
                    <a:pt x="181951" y="0"/>
                    <a:pt x="0" y="178838"/>
                    <a:pt x="0" y="399447"/>
                  </a:cubicBezTo>
                  <a:cubicBezTo>
                    <a:pt x="0" y="620055"/>
                    <a:pt x="181951" y="798894"/>
                    <a:pt x="406400" y="798894"/>
                  </a:cubicBezTo>
                  <a:cubicBezTo>
                    <a:pt x="630849" y="798894"/>
                    <a:pt x="812800" y="620055"/>
                    <a:pt x="812800" y="399447"/>
                  </a:cubicBezTo>
                  <a:cubicBezTo>
                    <a:pt x="812800" y="178838"/>
                    <a:pt x="630849" y="0"/>
                    <a:pt x="406400" y="0"/>
                  </a:cubicBezTo>
                  <a:close/>
                </a:path>
              </a:pathLst>
            </a:custGeom>
            <a:solidFill>
              <a:srgbClr val="000000">
                <a:alpha val="0"/>
              </a:srgbClr>
            </a:solidFill>
            <a:ln cap="sq" cmpd="sng" w="4875">
              <a:solidFill>
                <a:srgbClr val="0062A5"/>
              </a:solidFill>
              <a:prstDash val="dash"/>
              <a:miter lim="8000"/>
              <a:headEnd len="sm" w="sm" type="none"/>
              <a:tailEnd len="sm" w="sm" type="none"/>
            </a:ln>
          </p:spPr>
          <p:txBody>
            <a:bodyPr anchorCtr="0" anchor="ctr" bIns="46850" lIns="46850" spcFirstLastPara="1" rIns="46850" wrap="square" tIns="46850">
              <a:noAutofit/>
            </a:bodyPr>
            <a:lstStyle/>
            <a:p>
              <a:pPr indent="0" lvl="0" marL="0" rtl="0" algn="l">
                <a:spcBef>
                  <a:spcPts val="0"/>
                </a:spcBef>
                <a:spcAft>
                  <a:spcPts val="0"/>
                </a:spcAft>
                <a:buNone/>
              </a:pPr>
              <a:r>
                <a:t/>
              </a:r>
              <a:endParaRPr/>
            </a:p>
          </p:txBody>
        </p:sp>
        <p:sp>
          <p:nvSpPr>
            <p:cNvPr id="356" name="Google Shape;356;p19"/>
            <p:cNvSpPr txBox="1"/>
            <p:nvPr/>
          </p:nvSpPr>
          <p:spPr>
            <a:xfrm>
              <a:off x="76200" y="55846"/>
              <a:ext cx="660300" cy="668100"/>
            </a:xfrm>
            <a:prstGeom prst="rect">
              <a:avLst/>
            </a:prstGeom>
            <a:noFill/>
            <a:ln>
              <a:noFill/>
            </a:ln>
          </p:spPr>
          <p:txBody>
            <a:bodyPr anchorCtr="0" anchor="ctr" bIns="26025" lIns="26025" spcFirstLastPara="1" rIns="26025" wrap="square" tIns="26025">
              <a:noAutofit/>
            </a:bodyPr>
            <a:lstStyle/>
            <a:p>
              <a:pPr indent="0" lvl="0" marL="0" marR="0" rtl="0" algn="ctr">
                <a:lnSpc>
                  <a:spcPct val="62222"/>
                </a:lnSpc>
                <a:spcBef>
                  <a:spcPts val="0"/>
                </a:spcBef>
                <a:spcAft>
                  <a:spcPts val="0"/>
                </a:spcAft>
                <a:buNone/>
              </a:pPr>
              <a:r>
                <a:t/>
              </a:r>
              <a:endParaRPr b="0" i="0" sz="922" u="none" cap="none" strike="noStrike">
                <a:solidFill>
                  <a:srgbClr val="000000"/>
                </a:solidFill>
                <a:latin typeface="Calibri"/>
                <a:ea typeface="Calibri"/>
                <a:cs typeface="Calibri"/>
                <a:sym typeface="Calibri"/>
              </a:endParaRPr>
            </a:p>
          </p:txBody>
        </p:sp>
      </p:grpSp>
      <p:sp>
        <p:nvSpPr>
          <p:cNvPr id="357" name="Google Shape;357;p19"/>
          <p:cNvSpPr txBox="1"/>
          <p:nvPr/>
        </p:nvSpPr>
        <p:spPr>
          <a:xfrm>
            <a:off x="5238270" y="3709963"/>
            <a:ext cx="1215016" cy="158086"/>
          </a:xfrm>
          <a:prstGeom prst="rect">
            <a:avLst/>
          </a:prstGeom>
          <a:noFill/>
          <a:ln>
            <a:noFill/>
          </a:ln>
        </p:spPr>
        <p:txBody>
          <a:bodyPr anchorCtr="0" anchor="t" bIns="0" lIns="0" spcFirstLastPara="1" rIns="0" wrap="square" tIns="0">
            <a:spAutoFit/>
          </a:bodyPr>
          <a:lstStyle/>
          <a:p>
            <a:pPr indent="0" lvl="0" marL="0" marR="0" rtl="0" algn="ctr">
              <a:lnSpc>
                <a:spcPct val="140020"/>
              </a:lnSpc>
              <a:spcBef>
                <a:spcPts val="0"/>
              </a:spcBef>
              <a:spcAft>
                <a:spcPts val="0"/>
              </a:spcAft>
              <a:buNone/>
            </a:pPr>
            <a:r>
              <a:rPr b="1" i="0" lang="en" sz="1026" u="none" cap="none" strike="noStrike">
                <a:solidFill>
                  <a:srgbClr val="0062A5"/>
                </a:solidFill>
                <a:latin typeface="Nunito"/>
                <a:ea typeface="Nunito"/>
                <a:cs typeface="Nunito"/>
                <a:sym typeface="Nunito"/>
              </a:rPr>
              <a:t>DATA LAKEHOUSE</a:t>
            </a:r>
            <a:endParaRPr sz="717"/>
          </a:p>
        </p:txBody>
      </p:sp>
      <p:sp>
        <p:nvSpPr>
          <p:cNvPr id="358" name="Google Shape;358;p19"/>
          <p:cNvSpPr txBox="1"/>
          <p:nvPr/>
        </p:nvSpPr>
        <p:spPr>
          <a:xfrm>
            <a:off x="1882505" y="1270673"/>
            <a:ext cx="811036" cy="18023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 sz="1170" u="none" cap="none" strike="noStrike">
                <a:solidFill>
                  <a:srgbClr val="0062A5"/>
                </a:solidFill>
                <a:latin typeface="Nunito"/>
                <a:ea typeface="Nunito"/>
                <a:cs typeface="Nunito"/>
                <a:sym typeface="Nunito"/>
              </a:rPr>
              <a:t>INGESTION</a:t>
            </a:r>
            <a:endParaRPr sz="717"/>
          </a:p>
        </p:txBody>
      </p:sp>
      <p:grpSp>
        <p:nvGrpSpPr>
          <p:cNvPr id="359" name="Google Shape;359;p19"/>
          <p:cNvGrpSpPr/>
          <p:nvPr/>
        </p:nvGrpSpPr>
        <p:grpSpPr>
          <a:xfrm rot="5400000">
            <a:off x="3337315" y="2019060"/>
            <a:ext cx="1470211" cy="1360571"/>
            <a:chOff x="0" y="-28575"/>
            <a:chExt cx="386100" cy="357307"/>
          </a:xfrm>
        </p:grpSpPr>
        <p:sp>
          <p:nvSpPr>
            <p:cNvPr id="360" name="Google Shape;360;p19"/>
            <p:cNvSpPr/>
            <p:nvPr/>
          </p:nvSpPr>
          <p:spPr>
            <a:xfrm>
              <a:off x="0" y="0"/>
              <a:ext cx="386025" cy="328732"/>
            </a:xfrm>
            <a:custGeom>
              <a:rect b="b" l="l" r="r" t="t"/>
              <a:pathLst>
                <a:path extrusionOk="0" h="328732" w="386025">
                  <a:moveTo>
                    <a:pt x="26998" y="0"/>
                  </a:moveTo>
                  <a:lnTo>
                    <a:pt x="359026" y="0"/>
                  </a:lnTo>
                  <a:cubicBezTo>
                    <a:pt x="373937" y="0"/>
                    <a:pt x="386025" y="12087"/>
                    <a:pt x="386025" y="26998"/>
                  </a:cubicBezTo>
                  <a:lnTo>
                    <a:pt x="386025" y="301734"/>
                  </a:lnTo>
                  <a:cubicBezTo>
                    <a:pt x="386025" y="308894"/>
                    <a:pt x="383180" y="315761"/>
                    <a:pt x="378117" y="320824"/>
                  </a:cubicBezTo>
                  <a:cubicBezTo>
                    <a:pt x="373054" y="325887"/>
                    <a:pt x="366187" y="328732"/>
                    <a:pt x="359026" y="328732"/>
                  </a:cubicBezTo>
                  <a:lnTo>
                    <a:pt x="26998" y="328732"/>
                  </a:lnTo>
                  <a:cubicBezTo>
                    <a:pt x="19838" y="328732"/>
                    <a:pt x="12971" y="325887"/>
                    <a:pt x="7908" y="320824"/>
                  </a:cubicBezTo>
                  <a:cubicBezTo>
                    <a:pt x="2844" y="315761"/>
                    <a:pt x="0" y="308894"/>
                    <a:pt x="0" y="301734"/>
                  </a:cubicBezTo>
                  <a:lnTo>
                    <a:pt x="0" y="26998"/>
                  </a:lnTo>
                  <a:cubicBezTo>
                    <a:pt x="0" y="19838"/>
                    <a:pt x="2844" y="12971"/>
                    <a:pt x="7908" y="7908"/>
                  </a:cubicBezTo>
                  <a:cubicBezTo>
                    <a:pt x="12971" y="2844"/>
                    <a:pt x="19838" y="0"/>
                    <a:pt x="26998" y="0"/>
                  </a:cubicBezTo>
                  <a:close/>
                </a:path>
              </a:pathLst>
            </a:custGeom>
            <a:solidFill>
              <a:srgbClr val="000000">
                <a:alpha val="0"/>
              </a:srgbClr>
            </a:solidFill>
            <a:ln cap="sq" cmpd="sng" w="14625">
              <a:solidFill>
                <a:srgbClr val="0062A5"/>
              </a:solidFill>
              <a:prstDash val="dash"/>
              <a:miter lim="8000"/>
              <a:headEnd len="sm" w="sm" type="none"/>
              <a:tailEnd len="sm" w="sm" type="none"/>
            </a:ln>
          </p:spPr>
          <p:txBody>
            <a:bodyPr anchorCtr="0" anchor="ctr" bIns="46850" lIns="46850" spcFirstLastPara="1" rIns="46850" wrap="square" tIns="46850">
              <a:noAutofit/>
            </a:bodyPr>
            <a:lstStyle/>
            <a:p>
              <a:pPr indent="0" lvl="0" marL="0" rtl="0" algn="l">
                <a:spcBef>
                  <a:spcPts val="0"/>
                </a:spcBef>
                <a:spcAft>
                  <a:spcPts val="0"/>
                </a:spcAft>
                <a:buNone/>
              </a:pPr>
              <a:r>
                <a:t/>
              </a:r>
              <a:endParaRPr/>
            </a:p>
          </p:txBody>
        </p:sp>
        <p:sp>
          <p:nvSpPr>
            <p:cNvPr id="361" name="Google Shape;361;p19"/>
            <p:cNvSpPr txBox="1"/>
            <p:nvPr/>
          </p:nvSpPr>
          <p:spPr>
            <a:xfrm>
              <a:off x="0" y="-28575"/>
              <a:ext cx="386100" cy="357300"/>
            </a:xfrm>
            <a:prstGeom prst="rect">
              <a:avLst/>
            </a:prstGeom>
            <a:noFill/>
            <a:ln>
              <a:noFill/>
            </a:ln>
          </p:spPr>
          <p:txBody>
            <a:bodyPr anchorCtr="0" anchor="ctr" bIns="33200" lIns="33200" spcFirstLastPara="1" rIns="33200" wrap="square" tIns="33200">
              <a:noAutofit/>
            </a:bodyPr>
            <a:lstStyle/>
            <a:p>
              <a:pPr indent="0" lvl="0" marL="0" marR="0" rtl="0" algn="ctr">
                <a:lnSpc>
                  <a:spcPct val="108888"/>
                </a:lnSpc>
                <a:spcBef>
                  <a:spcPts val="0"/>
                </a:spcBef>
                <a:spcAft>
                  <a:spcPts val="0"/>
                </a:spcAft>
                <a:buNone/>
              </a:pPr>
              <a:r>
                <a:t/>
              </a:r>
              <a:endParaRPr b="0" i="0" sz="922" u="none" cap="none" strike="noStrike">
                <a:solidFill>
                  <a:srgbClr val="000000"/>
                </a:solidFill>
                <a:latin typeface="Calibri"/>
                <a:ea typeface="Calibri"/>
                <a:cs typeface="Calibri"/>
                <a:sym typeface="Calibri"/>
              </a:endParaRPr>
            </a:p>
          </p:txBody>
        </p:sp>
      </p:grpSp>
      <p:sp>
        <p:nvSpPr>
          <p:cNvPr id="362" name="Google Shape;362;p19"/>
          <p:cNvSpPr/>
          <p:nvPr/>
        </p:nvSpPr>
        <p:spPr>
          <a:xfrm>
            <a:off x="3478165" y="2040109"/>
            <a:ext cx="1079704" cy="788225"/>
          </a:xfrm>
          <a:custGeom>
            <a:rect b="b" l="l" r="r" t="t"/>
            <a:pathLst>
              <a:path extrusionOk="0" h="1537699" w="2106328">
                <a:moveTo>
                  <a:pt x="0" y="0"/>
                </a:moveTo>
                <a:lnTo>
                  <a:pt x="2106328" y="0"/>
                </a:lnTo>
                <a:lnTo>
                  <a:pt x="2106328" y="1537699"/>
                </a:lnTo>
                <a:lnTo>
                  <a:pt x="0" y="1537699"/>
                </a:lnTo>
                <a:lnTo>
                  <a:pt x="0" y="0"/>
                </a:lnTo>
                <a:close/>
              </a:path>
            </a:pathLst>
          </a:custGeom>
          <a:blipFill rotWithShape="1">
            <a:blip r:embed="rId18">
              <a:alphaModFix/>
            </a:blip>
            <a:stretch>
              <a:fillRect b="0" l="0" r="0" t="0"/>
            </a:stretch>
          </a:blipFill>
          <a:ln>
            <a:noFill/>
          </a:ln>
        </p:spPr>
      </p:sp>
      <p:sp>
        <p:nvSpPr>
          <p:cNvPr id="363" name="Google Shape;363;p19"/>
          <p:cNvSpPr/>
          <p:nvPr/>
        </p:nvSpPr>
        <p:spPr>
          <a:xfrm>
            <a:off x="5711099" y="2123872"/>
            <a:ext cx="269419" cy="264863"/>
          </a:xfrm>
          <a:custGeom>
            <a:rect b="b" l="l" r="r" t="t"/>
            <a:pathLst>
              <a:path extrusionOk="0" h="516705" w="525594">
                <a:moveTo>
                  <a:pt x="0" y="0"/>
                </a:moveTo>
                <a:lnTo>
                  <a:pt x="525594" y="0"/>
                </a:lnTo>
                <a:lnTo>
                  <a:pt x="525594" y="516705"/>
                </a:lnTo>
                <a:lnTo>
                  <a:pt x="0" y="516705"/>
                </a:lnTo>
                <a:lnTo>
                  <a:pt x="0" y="0"/>
                </a:lnTo>
                <a:close/>
              </a:path>
            </a:pathLst>
          </a:custGeom>
          <a:blipFill rotWithShape="1">
            <a:blip r:embed="rId19">
              <a:alphaModFix/>
            </a:blip>
            <a:stretch>
              <a:fillRect b="-101706" l="-81285" r="-90327" t="0"/>
            </a:stretch>
          </a:blipFill>
          <a:ln>
            <a:noFill/>
          </a:ln>
        </p:spPr>
      </p:sp>
      <p:sp>
        <p:nvSpPr>
          <p:cNvPr id="364" name="Google Shape;364;p19"/>
          <p:cNvSpPr/>
          <p:nvPr/>
        </p:nvSpPr>
        <p:spPr>
          <a:xfrm>
            <a:off x="5711099" y="2929426"/>
            <a:ext cx="269419" cy="264863"/>
          </a:xfrm>
          <a:custGeom>
            <a:rect b="b" l="l" r="r" t="t"/>
            <a:pathLst>
              <a:path extrusionOk="0" h="516705" w="525594">
                <a:moveTo>
                  <a:pt x="0" y="0"/>
                </a:moveTo>
                <a:lnTo>
                  <a:pt x="525594" y="0"/>
                </a:lnTo>
                <a:lnTo>
                  <a:pt x="525594" y="516705"/>
                </a:lnTo>
                <a:lnTo>
                  <a:pt x="0" y="516705"/>
                </a:lnTo>
                <a:lnTo>
                  <a:pt x="0" y="0"/>
                </a:lnTo>
                <a:close/>
              </a:path>
            </a:pathLst>
          </a:custGeom>
          <a:blipFill rotWithShape="1">
            <a:blip r:embed="rId19">
              <a:alphaModFix/>
            </a:blip>
            <a:stretch>
              <a:fillRect b="-101706" l="-81285" r="-90327" t="0"/>
            </a:stretch>
          </a:blipFill>
          <a:ln>
            <a:noFill/>
          </a:ln>
        </p:spPr>
      </p:sp>
      <p:sp>
        <p:nvSpPr>
          <p:cNvPr id="365" name="Google Shape;365;p19"/>
          <p:cNvSpPr txBox="1"/>
          <p:nvPr/>
        </p:nvSpPr>
        <p:spPr>
          <a:xfrm>
            <a:off x="3541191" y="2991270"/>
            <a:ext cx="990651" cy="18023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 sz="1170" u="none" cap="none" strike="noStrike">
                <a:solidFill>
                  <a:srgbClr val="0062A5"/>
                </a:solidFill>
                <a:latin typeface="Nunito"/>
                <a:ea typeface="Nunito"/>
                <a:cs typeface="Nunito"/>
                <a:sym typeface="Nunito"/>
              </a:rPr>
              <a:t>PROCESSING</a:t>
            </a:r>
            <a:endParaRPr sz="717"/>
          </a:p>
        </p:txBody>
      </p:sp>
      <p:cxnSp>
        <p:nvCxnSpPr>
          <p:cNvPr id="366" name="Google Shape;366;p19"/>
          <p:cNvCxnSpPr>
            <a:endCxn id="327" idx="1"/>
          </p:cNvCxnSpPr>
          <p:nvPr/>
        </p:nvCxnSpPr>
        <p:spPr>
          <a:xfrm flipH="1" rot="10800000">
            <a:off x="6453496" y="2783244"/>
            <a:ext cx="715200" cy="696900"/>
          </a:xfrm>
          <a:prstGeom prst="bentConnector3">
            <a:avLst>
              <a:gd fmla="val 50000" name="adj1"/>
            </a:avLst>
          </a:prstGeom>
          <a:noFill/>
          <a:ln cap="flat" cmpd="sng" w="19525">
            <a:solidFill>
              <a:srgbClr val="8CC63E"/>
            </a:solidFill>
            <a:prstDash val="solid"/>
            <a:round/>
            <a:headEnd len="sm" w="sm" type="none"/>
            <a:tailEnd len="med" w="med" type="triangle"/>
          </a:ln>
        </p:spPr>
      </p:cxnSp>
      <p:cxnSp>
        <p:nvCxnSpPr>
          <p:cNvPr id="367" name="Google Shape;367;p19"/>
          <p:cNvCxnSpPr/>
          <p:nvPr/>
        </p:nvCxnSpPr>
        <p:spPr>
          <a:xfrm flipH="1" rot="10800000">
            <a:off x="4655444" y="1845771"/>
            <a:ext cx="586824" cy="363997"/>
          </a:xfrm>
          <a:prstGeom prst="bentConnector3">
            <a:avLst>
              <a:gd fmla="val 50000" name="adj1"/>
            </a:avLst>
          </a:prstGeom>
          <a:noFill/>
          <a:ln cap="flat" cmpd="sng" w="19525">
            <a:solidFill>
              <a:srgbClr val="8CC63E"/>
            </a:solidFill>
            <a:prstDash val="solid"/>
            <a:round/>
            <a:headEnd len="sm" w="sm" type="none"/>
            <a:tailEnd len="med" w="med" type="triangle"/>
          </a:ln>
        </p:spPr>
      </p:cxnSp>
      <p:cxnSp>
        <p:nvCxnSpPr>
          <p:cNvPr id="368" name="Google Shape;368;p19"/>
          <p:cNvCxnSpPr>
            <a:stCxn id="293" idx="3"/>
            <a:endCxn id="320" idx="1"/>
          </p:cNvCxnSpPr>
          <p:nvPr/>
        </p:nvCxnSpPr>
        <p:spPr>
          <a:xfrm flipH="1" rot="10800000">
            <a:off x="1237829" y="3168390"/>
            <a:ext cx="388800" cy="858000"/>
          </a:xfrm>
          <a:prstGeom prst="bentConnector3">
            <a:avLst>
              <a:gd fmla="val 49993" name="adj1"/>
            </a:avLst>
          </a:prstGeom>
          <a:noFill/>
          <a:ln cap="flat" cmpd="sng" w="19525">
            <a:solidFill>
              <a:srgbClr val="8CC63E"/>
            </a:solidFill>
            <a:prstDash val="solid"/>
            <a:round/>
            <a:headEnd len="sm" w="sm" type="none"/>
            <a:tailEnd len="med" w="med" type="triangle"/>
          </a:ln>
        </p:spPr>
      </p:cxnSp>
      <p:cxnSp>
        <p:nvCxnSpPr>
          <p:cNvPr id="369" name="Google Shape;369;p19"/>
          <p:cNvCxnSpPr>
            <a:stCxn id="305" idx="3"/>
            <a:endCxn id="317" idx="1"/>
          </p:cNvCxnSpPr>
          <p:nvPr/>
        </p:nvCxnSpPr>
        <p:spPr>
          <a:xfrm flipH="1" rot="10800000">
            <a:off x="1238405" y="2454078"/>
            <a:ext cx="384300" cy="892200"/>
          </a:xfrm>
          <a:prstGeom prst="bentConnector3">
            <a:avLst>
              <a:gd fmla="val 50009" name="adj1"/>
            </a:avLst>
          </a:prstGeom>
          <a:noFill/>
          <a:ln cap="flat" cmpd="sng" w="19525">
            <a:solidFill>
              <a:srgbClr val="8CC63E"/>
            </a:solidFill>
            <a:prstDash val="solid"/>
            <a:round/>
            <a:headEnd len="sm" w="sm" type="none"/>
            <a:tailEnd len="med" w="med" type="triangle"/>
          </a:ln>
        </p:spPr>
      </p:cxnSp>
      <p:cxnSp>
        <p:nvCxnSpPr>
          <p:cNvPr id="370" name="Google Shape;370;p19"/>
          <p:cNvCxnSpPr>
            <a:stCxn id="288" idx="3"/>
            <a:endCxn id="314" idx="1"/>
          </p:cNvCxnSpPr>
          <p:nvPr/>
        </p:nvCxnSpPr>
        <p:spPr>
          <a:xfrm flipH="1" rot="10800000">
            <a:off x="1237828" y="1807206"/>
            <a:ext cx="384900" cy="804000"/>
          </a:xfrm>
          <a:prstGeom prst="bentConnector3">
            <a:avLst>
              <a:gd fmla="val 50004" name="adj1"/>
            </a:avLst>
          </a:prstGeom>
          <a:noFill/>
          <a:ln cap="flat" cmpd="sng" w="19525">
            <a:solidFill>
              <a:srgbClr val="8CC63E"/>
            </a:solidFill>
            <a:prstDash val="solid"/>
            <a:round/>
            <a:headEnd len="sm" w="sm" type="none"/>
            <a:tailEnd len="med" w="med" type="triangle"/>
          </a:ln>
        </p:spPr>
      </p:cxnSp>
      <p:cxnSp>
        <p:nvCxnSpPr>
          <p:cNvPr id="371" name="Google Shape;371;p19"/>
          <p:cNvCxnSpPr>
            <a:stCxn id="275" idx="3"/>
            <a:endCxn id="317" idx="1"/>
          </p:cNvCxnSpPr>
          <p:nvPr/>
        </p:nvCxnSpPr>
        <p:spPr>
          <a:xfrm>
            <a:off x="1238171" y="1274531"/>
            <a:ext cx="384300" cy="1179300"/>
          </a:xfrm>
          <a:prstGeom prst="bentConnector3">
            <a:avLst>
              <a:gd fmla="val 49999" name="adj1"/>
            </a:avLst>
          </a:prstGeom>
          <a:noFill/>
          <a:ln cap="flat" cmpd="sng" w="19525">
            <a:solidFill>
              <a:srgbClr val="8CC63E"/>
            </a:solidFill>
            <a:prstDash val="solid"/>
            <a:round/>
            <a:headEnd len="sm" w="sm" type="none"/>
            <a:tailEnd len="med" w="med" type="triangle"/>
          </a:ln>
        </p:spPr>
      </p:cxnSp>
      <p:cxnSp>
        <p:nvCxnSpPr>
          <p:cNvPr id="372" name="Google Shape;372;p19"/>
          <p:cNvCxnSpPr>
            <a:stCxn id="280" idx="3"/>
            <a:endCxn id="317" idx="1"/>
          </p:cNvCxnSpPr>
          <p:nvPr/>
        </p:nvCxnSpPr>
        <p:spPr>
          <a:xfrm>
            <a:off x="1237794" y="1936974"/>
            <a:ext cx="384900" cy="516900"/>
          </a:xfrm>
          <a:prstGeom prst="bentConnector3">
            <a:avLst>
              <a:gd fmla="val 50008" name="adj1"/>
            </a:avLst>
          </a:prstGeom>
          <a:noFill/>
          <a:ln cap="flat" cmpd="sng" w="19525">
            <a:solidFill>
              <a:srgbClr val="8CC63E"/>
            </a:solidFill>
            <a:prstDash val="solid"/>
            <a:round/>
            <a:headEnd len="sm" w="sm" type="none"/>
            <a:tailEnd len="med" w="med" type="triangle"/>
          </a:ln>
        </p:spPr>
      </p:cxnSp>
      <p:sp>
        <p:nvSpPr>
          <p:cNvPr id="373" name="Google Shape;373;p19"/>
          <p:cNvSpPr/>
          <p:nvPr/>
        </p:nvSpPr>
        <p:spPr>
          <a:xfrm>
            <a:off x="1465575" y="3631625"/>
            <a:ext cx="2253300" cy="9111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20"/>
          <p:cNvSpPr txBox="1"/>
          <p:nvPr/>
        </p:nvSpPr>
        <p:spPr>
          <a:xfrm>
            <a:off x="1008619" y="1094968"/>
            <a:ext cx="2658600" cy="876300"/>
          </a:xfrm>
          <a:prstGeom prst="rect">
            <a:avLst/>
          </a:prstGeom>
          <a:noFill/>
          <a:ln cap="flat" cmpd="sng" w="9525">
            <a:solidFill>
              <a:schemeClr val="accent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p:txBody>
      </p:sp>
      <p:sp>
        <p:nvSpPr>
          <p:cNvPr id="379" name="Google Shape;379;p20"/>
          <p:cNvSpPr txBox="1"/>
          <p:nvPr/>
        </p:nvSpPr>
        <p:spPr>
          <a:xfrm>
            <a:off x="7602150" y="688750"/>
            <a:ext cx="1307100" cy="200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000">
                <a:solidFill>
                  <a:srgbClr val="FF0000"/>
                </a:solidFill>
              </a:rPr>
              <a:t>**Confidential**</a:t>
            </a:r>
            <a:endParaRPr b="1" sz="1000">
              <a:solidFill>
                <a:srgbClr val="FF0000"/>
              </a:solidFill>
            </a:endParaRPr>
          </a:p>
        </p:txBody>
      </p:sp>
      <p:grpSp>
        <p:nvGrpSpPr>
          <p:cNvPr id="380" name="Google Shape;380;p20"/>
          <p:cNvGrpSpPr/>
          <p:nvPr/>
        </p:nvGrpSpPr>
        <p:grpSpPr>
          <a:xfrm>
            <a:off x="185712" y="2503729"/>
            <a:ext cx="795376" cy="920623"/>
            <a:chOff x="510300" y="2663875"/>
            <a:chExt cx="630600" cy="729900"/>
          </a:xfrm>
        </p:grpSpPr>
        <p:pic>
          <p:nvPicPr>
            <p:cNvPr descr="Computer monitor vector, Electronic device flat style icon (Provided by Getty Images)" id="381" name="Google Shape;381;p20"/>
            <p:cNvPicPr preferRelativeResize="0"/>
            <p:nvPr/>
          </p:nvPicPr>
          <p:blipFill>
            <a:blip r:embed="rId3">
              <a:alphaModFix/>
            </a:blip>
            <a:stretch>
              <a:fillRect/>
            </a:stretch>
          </p:blipFill>
          <p:spPr>
            <a:xfrm>
              <a:off x="510300" y="2663875"/>
              <a:ext cx="630600" cy="630600"/>
            </a:xfrm>
            <a:prstGeom prst="rect">
              <a:avLst/>
            </a:prstGeom>
            <a:noFill/>
            <a:ln>
              <a:noFill/>
            </a:ln>
          </p:spPr>
        </p:pic>
        <p:sp>
          <p:nvSpPr>
            <p:cNvPr id="382" name="Google Shape;382;p20"/>
            <p:cNvSpPr txBox="1"/>
            <p:nvPr/>
          </p:nvSpPr>
          <p:spPr>
            <a:xfrm>
              <a:off x="510300" y="3294475"/>
              <a:ext cx="630600" cy="993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813">
                  <a:solidFill>
                    <a:schemeClr val="dk2"/>
                  </a:solidFill>
                  <a:latin typeface="Nunito"/>
                  <a:ea typeface="Nunito"/>
                  <a:cs typeface="Nunito"/>
                  <a:sym typeface="Nunito"/>
                </a:rPr>
                <a:t>Client</a:t>
              </a:r>
              <a:endParaRPr sz="813">
                <a:solidFill>
                  <a:schemeClr val="dk2"/>
                </a:solidFill>
                <a:latin typeface="Nunito"/>
                <a:ea typeface="Nunito"/>
                <a:cs typeface="Nunito"/>
                <a:sym typeface="Nunito"/>
              </a:endParaRPr>
            </a:p>
          </p:txBody>
        </p:sp>
      </p:grpSp>
      <p:pic>
        <p:nvPicPr>
          <p:cNvPr descr="File:Microsoft Entra ID color icon.svg - Wikimedia Commons" id="383" name="Google Shape;383;p20"/>
          <p:cNvPicPr preferRelativeResize="0"/>
          <p:nvPr/>
        </p:nvPicPr>
        <p:blipFill>
          <a:blip r:embed="rId4">
            <a:alphaModFix/>
          </a:blip>
          <a:stretch>
            <a:fillRect/>
          </a:stretch>
        </p:blipFill>
        <p:spPr>
          <a:xfrm>
            <a:off x="2165144" y="1388093"/>
            <a:ext cx="511826" cy="511826"/>
          </a:xfrm>
          <a:prstGeom prst="rect">
            <a:avLst/>
          </a:prstGeom>
          <a:noFill/>
          <a:ln>
            <a:noFill/>
          </a:ln>
        </p:spPr>
      </p:pic>
      <p:sp>
        <p:nvSpPr>
          <p:cNvPr id="384" name="Google Shape;384;p20"/>
          <p:cNvSpPr txBox="1"/>
          <p:nvPr/>
        </p:nvSpPr>
        <p:spPr>
          <a:xfrm>
            <a:off x="1082819" y="1151418"/>
            <a:ext cx="12234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2"/>
                </a:solidFill>
                <a:latin typeface="Jost"/>
                <a:ea typeface="Jost"/>
                <a:cs typeface="Jost"/>
                <a:sym typeface="Jost"/>
              </a:rPr>
              <a:t>Microsoft Entra ID</a:t>
            </a:r>
            <a:endParaRPr sz="1000">
              <a:solidFill>
                <a:schemeClr val="dk2"/>
              </a:solidFill>
              <a:latin typeface="Jost"/>
              <a:ea typeface="Jost"/>
              <a:cs typeface="Jost"/>
              <a:sym typeface="Jost"/>
            </a:endParaRPr>
          </a:p>
        </p:txBody>
      </p:sp>
      <p:grpSp>
        <p:nvGrpSpPr>
          <p:cNvPr id="385" name="Google Shape;385;p20"/>
          <p:cNvGrpSpPr/>
          <p:nvPr/>
        </p:nvGrpSpPr>
        <p:grpSpPr>
          <a:xfrm>
            <a:off x="4026956" y="1942377"/>
            <a:ext cx="459600" cy="630600"/>
            <a:chOff x="3809300" y="1923384"/>
            <a:chExt cx="459600" cy="630600"/>
          </a:xfrm>
        </p:grpSpPr>
        <p:sp>
          <p:nvSpPr>
            <p:cNvPr id="386" name="Google Shape;386;p20"/>
            <p:cNvSpPr/>
            <p:nvPr/>
          </p:nvSpPr>
          <p:spPr>
            <a:xfrm>
              <a:off x="3817400" y="1923384"/>
              <a:ext cx="443400" cy="630600"/>
            </a:xfrm>
            <a:prstGeom prst="can">
              <a:avLst>
                <a:gd fmla="val 25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87" name="Google Shape;387;p20"/>
            <p:cNvSpPr txBox="1"/>
            <p:nvPr/>
          </p:nvSpPr>
          <p:spPr>
            <a:xfrm>
              <a:off x="3809300" y="2023100"/>
              <a:ext cx="459600" cy="507900"/>
            </a:xfrm>
            <a:prstGeom prst="rect">
              <a:avLst/>
            </a:prstGeom>
            <a:noFill/>
            <a:ln>
              <a:noFill/>
            </a:ln>
          </p:spPr>
          <p:txBody>
            <a:bodyPr anchorCtr="0" anchor="t" bIns="91425" lIns="0" spcFirstLastPara="1" rIns="0" wrap="square" tIns="91425">
              <a:spAutoFit/>
            </a:bodyPr>
            <a:lstStyle/>
            <a:p>
              <a:pPr indent="0" lvl="0" marL="0" rtl="0" algn="ctr">
                <a:spcBef>
                  <a:spcPts val="0"/>
                </a:spcBef>
                <a:spcAft>
                  <a:spcPts val="0"/>
                </a:spcAft>
                <a:buNone/>
              </a:pPr>
              <a:r>
                <a:rPr b="1" lang="en" sz="700">
                  <a:solidFill>
                    <a:srgbClr val="0062A5"/>
                  </a:solidFill>
                  <a:latin typeface="Nunito"/>
                  <a:ea typeface="Nunito"/>
                  <a:cs typeface="Nunito"/>
                  <a:sym typeface="Nunito"/>
                </a:rPr>
                <a:t>PIE Database (Auth)</a:t>
              </a:r>
              <a:endParaRPr b="1" sz="700">
                <a:solidFill>
                  <a:srgbClr val="0062A5"/>
                </a:solidFill>
                <a:latin typeface="Nunito"/>
                <a:ea typeface="Nunito"/>
                <a:cs typeface="Nunito"/>
                <a:sym typeface="Nunito"/>
              </a:endParaRPr>
            </a:p>
          </p:txBody>
        </p:sp>
      </p:grpSp>
      <p:cxnSp>
        <p:nvCxnSpPr>
          <p:cNvPr id="388" name="Google Shape;388;p20"/>
          <p:cNvCxnSpPr>
            <a:stCxn id="386" idx="4"/>
            <a:endCxn id="389" idx="1"/>
          </p:cNvCxnSpPr>
          <p:nvPr/>
        </p:nvCxnSpPr>
        <p:spPr>
          <a:xfrm>
            <a:off x="4478456" y="2257677"/>
            <a:ext cx="1524000" cy="0"/>
          </a:xfrm>
          <a:prstGeom prst="straightConnector1">
            <a:avLst/>
          </a:prstGeom>
          <a:noFill/>
          <a:ln cap="flat" cmpd="sng" w="9525">
            <a:solidFill>
              <a:srgbClr val="1D5A9C"/>
            </a:solidFill>
            <a:prstDash val="solid"/>
            <a:round/>
            <a:headEnd len="med" w="med" type="none"/>
            <a:tailEnd len="med" w="med" type="triangle"/>
          </a:ln>
        </p:spPr>
      </p:cxnSp>
      <p:sp>
        <p:nvSpPr>
          <p:cNvPr id="390" name="Google Shape;390;p20"/>
          <p:cNvSpPr txBox="1"/>
          <p:nvPr/>
        </p:nvSpPr>
        <p:spPr>
          <a:xfrm>
            <a:off x="4609541" y="1840419"/>
            <a:ext cx="1175700" cy="2463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i="1" lang="en" sz="800">
                <a:solidFill>
                  <a:schemeClr val="dk1"/>
                </a:solidFill>
                <a:latin typeface="Nunito"/>
                <a:ea typeface="Nunito"/>
                <a:cs typeface="Nunito"/>
                <a:sym typeface="Nunito"/>
              </a:rPr>
              <a:t>Roles, and Permissions are fetched</a:t>
            </a:r>
            <a:endParaRPr i="1" sz="800">
              <a:solidFill>
                <a:schemeClr val="dk1"/>
              </a:solidFill>
              <a:latin typeface="Nunito"/>
              <a:ea typeface="Nunito"/>
              <a:cs typeface="Nunito"/>
              <a:sym typeface="Nunito"/>
            </a:endParaRPr>
          </a:p>
        </p:txBody>
      </p:sp>
      <p:sp>
        <p:nvSpPr>
          <p:cNvPr id="389" name="Google Shape;389;p20"/>
          <p:cNvSpPr/>
          <p:nvPr/>
        </p:nvSpPr>
        <p:spPr>
          <a:xfrm>
            <a:off x="6002350" y="965286"/>
            <a:ext cx="1111200" cy="2584800"/>
          </a:xfrm>
          <a:prstGeom prst="rect">
            <a:avLst/>
          </a:prstGeom>
          <a:noFill/>
          <a:ln cap="flat" cmpd="sng" w="9525">
            <a:solidFill>
              <a:srgbClr val="0062A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91" name="Google Shape;391;p20"/>
          <p:cNvSpPr/>
          <p:nvPr/>
        </p:nvSpPr>
        <p:spPr>
          <a:xfrm>
            <a:off x="5987794" y="3837139"/>
            <a:ext cx="1140300" cy="554100"/>
          </a:xfrm>
          <a:prstGeom prst="rect">
            <a:avLst/>
          </a:prstGeom>
          <a:solidFill>
            <a:srgbClr val="1D5A9C"/>
          </a:solidFill>
          <a:ln cap="flat" cmpd="sng" w="9525">
            <a:solidFill>
              <a:srgbClr val="0062A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900">
                <a:solidFill>
                  <a:srgbClr val="F8F7FF"/>
                </a:solidFill>
                <a:latin typeface="Nunito"/>
                <a:ea typeface="Nunito"/>
                <a:cs typeface="Nunito"/>
                <a:sym typeface="Nunito"/>
              </a:rPr>
              <a:t>GPT</a:t>
            </a:r>
            <a:endParaRPr b="1" sz="900">
              <a:solidFill>
                <a:srgbClr val="F8F7FF"/>
              </a:solidFill>
              <a:latin typeface="Nunito"/>
              <a:ea typeface="Nunito"/>
              <a:cs typeface="Nunito"/>
              <a:sym typeface="Nunito"/>
            </a:endParaRPr>
          </a:p>
          <a:p>
            <a:pPr indent="0" lvl="0" marL="0" rtl="0" algn="ctr">
              <a:spcBef>
                <a:spcPts val="0"/>
              </a:spcBef>
              <a:spcAft>
                <a:spcPts val="0"/>
              </a:spcAft>
              <a:buNone/>
            </a:pPr>
            <a:r>
              <a:rPr b="1" lang="en" sz="900">
                <a:solidFill>
                  <a:srgbClr val="F8F7FF"/>
                </a:solidFill>
                <a:latin typeface="Nunito"/>
                <a:ea typeface="Nunito"/>
                <a:cs typeface="Nunito"/>
                <a:sym typeface="Nunito"/>
              </a:rPr>
              <a:t>Application</a:t>
            </a:r>
            <a:endParaRPr b="1" sz="900">
              <a:solidFill>
                <a:srgbClr val="F8F7FF"/>
              </a:solidFill>
              <a:latin typeface="Nunito"/>
              <a:ea typeface="Nunito"/>
              <a:cs typeface="Nunito"/>
              <a:sym typeface="Nunito"/>
            </a:endParaRPr>
          </a:p>
        </p:txBody>
      </p:sp>
      <p:sp>
        <p:nvSpPr>
          <p:cNvPr id="392" name="Google Shape;392;p20"/>
          <p:cNvSpPr/>
          <p:nvPr/>
        </p:nvSpPr>
        <p:spPr>
          <a:xfrm>
            <a:off x="1859131" y="3692293"/>
            <a:ext cx="957600" cy="338700"/>
          </a:xfrm>
          <a:prstGeom prst="rect">
            <a:avLst/>
          </a:prstGeom>
          <a:solidFill>
            <a:srgbClr val="1D5A9C"/>
          </a:solidFill>
          <a:ln cap="flat" cmpd="sng" w="9525">
            <a:solidFill>
              <a:srgbClr val="1D5A9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900">
                <a:solidFill>
                  <a:srgbClr val="F8F7FF"/>
                </a:solidFill>
                <a:latin typeface="Nunito"/>
                <a:ea typeface="Nunito"/>
                <a:cs typeface="Nunito"/>
                <a:sym typeface="Nunito"/>
              </a:rPr>
              <a:t>Chatbot</a:t>
            </a:r>
            <a:endParaRPr b="1" sz="1500">
              <a:solidFill>
                <a:srgbClr val="F8F7FF"/>
              </a:solidFill>
              <a:latin typeface="Nunito"/>
              <a:ea typeface="Nunito"/>
              <a:cs typeface="Nunito"/>
              <a:sym typeface="Nunito"/>
            </a:endParaRPr>
          </a:p>
        </p:txBody>
      </p:sp>
      <p:sp>
        <p:nvSpPr>
          <p:cNvPr id="393" name="Google Shape;393;p20"/>
          <p:cNvSpPr txBox="1"/>
          <p:nvPr/>
        </p:nvSpPr>
        <p:spPr>
          <a:xfrm>
            <a:off x="1008619" y="755943"/>
            <a:ext cx="2658600" cy="307800"/>
          </a:xfrm>
          <a:prstGeom prst="rect">
            <a:avLst/>
          </a:prstGeom>
          <a:noFill/>
          <a:ln cap="flat" cmpd="sng" w="9525">
            <a:solidFill>
              <a:srgbClr val="1D5A9C"/>
            </a:solidFill>
            <a:prstDash val="dash"/>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lang="en" sz="800">
                <a:solidFill>
                  <a:schemeClr val="dk1"/>
                </a:solidFill>
                <a:latin typeface="Jost"/>
                <a:ea typeface="Jost"/>
                <a:cs typeface="Jost"/>
                <a:sym typeface="Jost"/>
              </a:rPr>
              <a:t>Authenticate Users via Azure Entra ID and obtain </a:t>
            </a:r>
            <a:br>
              <a:rPr lang="en" sz="800">
                <a:solidFill>
                  <a:schemeClr val="dk1"/>
                </a:solidFill>
                <a:latin typeface="Jost"/>
                <a:ea typeface="Jost"/>
                <a:cs typeface="Jost"/>
                <a:sym typeface="Jost"/>
              </a:rPr>
            </a:br>
            <a:r>
              <a:rPr lang="en" sz="800">
                <a:solidFill>
                  <a:schemeClr val="dk1"/>
                </a:solidFill>
                <a:latin typeface="Jost"/>
                <a:ea typeface="Jost"/>
                <a:cs typeface="Jost"/>
                <a:sym typeface="Jost"/>
              </a:rPr>
              <a:t>the ID token and access token</a:t>
            </a:r>
            <a:endParaRPr sz="800">
              <a:solidFill>
                <a:schemeClr val="dk2"/>
              </a:solidFill>
              <a:latin typeface="Jost"/>
              <a:ea typeface="Jost"/>
              <a:cs typeface="Jost"/>
              <a:sym typeface="Jost"/>
            </a:endParaRPr>
          </a:p>
        </p:txBody>
      </p:sp>
      <p:sp>
        <p:nvSpPr>
          <p:cNvPr id="394" name="Google Shape;394;p20"/>
          <p:cNvSpPr txBox="1"/>
          <p:nvPr/>
        </p:nvSpPr>
        <p:spPr>
          <a:xfrm>
            <a:off x="7202325" y="1305463"/>
            <a:ext cx="1378500" cy="677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i="1" lang="en" sz="800">
                <a:solidFill>
                  <a:schemeClr val="dk1"/>
                </a:solidFill>
                <a:latin typeface="Nunito"/>
                <a:ea typeface="Nunito"/>
                <a:cs typeface="Nunito"/>
                <a:sym typeface="Nunito"/>
              </a:rPr>
              <a:t>Use the token to enter the user to the GPT application without having to sign in again</a:t>
            </a:r>
            <a:endParaRPr i="1" sz="800">
              <a:solidFill>
                <a:schemeClr val="dk1"/>
              </a:solidFill>
              <a:latin typeface="Nunito"/>
              <a:ea typeface="Nunito"/>
              <a:cs typeface="Nunito"/>
              <a:sym typeface="Nunito"/>
            </a:endParaRPr>
          </a:p>
        </p:txBody>
      </p:sp>
      <p:sp>
        <p:nvSpPr>
          <p:cNvPr id="395" name="Google Shape;395;p20"/>
          <p:cNvSpPr txBox="1"/>
          <p:nvPr/>
        </p:nvSpPr>
        <p:spPr>
          <a:xfrm>
            <a:off x="4784069" y="2761272"/>
            <a:ext cx="1129500" cy="602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i="1" lang="en" sz="800">
                <a:solidFill>
                  <a:schemeClr val="dk1"/>
                </a:solidFill>
                <a:latin typeface="Nunito"/>
                <a:ea typeface="Nunito"/>
                <a:cs typeface="Nunito"/>
                <a:sym typeface="Nunito"/>
              </a:rPr>
              <a:t>Enable token sharing between the GPT applications and PIE</a:t>
            </a:r>
            <a:endParaRPr i="1" sz="800">
              <a:solidFill>
                <a:schemeClr val="dk1"/>
              </a:solidFill>
              <a:latin typeface="Nunito"/>
              <a:ea typeface="Nunito"/>
              <a:cs typeface="Nunito"/>
              <a:sym typeface="Nunito"/>
            </a:endParaRPr>
          </a:p>
        </p:txBody>
      </p:sp>
      <p:sp>
        <p:nvSpPr>
          <p:cNvPr id="396" name="Google Shape;396;p20"/>
          <p:cNvSpPr txBox="1"/>
          <p:nvPr/>
        </p:nvSpPr>
        <p:spPr>
          <a:xfrm>
            <a:off x="7202325" y="2572975"/>
            <a:ext cx="1378500" cy="554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i="1" lang="en" sz="800">
                <a:solidFill>
                  <a:schemeClr val="dk1"/>
                </a:solidFill>
                <a:latin typeface="Nunito"/>
                <a:ea typeface="Nunito"/>
                <a:cs typeface="Nunito"/>
                <a:sym typeface="Nunito"/>
              </a:rPr>
              <a:t>Configure the GPT application to trust the Azure Entra ID tenant ID</a:t>
            </a:r>
            <a:endParaRPr i="1" sz="800">
              <a:solidFill>
                <a:schemeClr val="dk1"/>
              </a:solidFill>
              <a:latin typeface="Nunito"/>
              <a:ea typeface="Nunito"/>
              <a:cs typeface="Nunito"/>
              <a:sym typeface="Nunito"/>
            </a:endParaRPr>
          </a:p>
        </p:txBody>
      </p:sp>
      <p:sp>
        <p:nvSpPr>
          <p:cNvPr id="397" name="Google Shape;397;p20"/>
          <p:cNvSpPr txBox="1"/>
          <p:nvPr/>
        </p:nvSpPr>
        <p:spPr>
          <a:xfrm>
            <a:off x="2604344" y="1151418"/>
            <a:ext cx="973800" cy="3387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2"/>
                </a:solidFill>
                <a:latin typeface="Jost"/>
                <a:ea typeface="Jost"/>
                <a:cs typeface="Jost"/>
                <a:sym typeface="Jost"/>
              </a:rPr>
              <a:t>Microsoft SSO</a:t>
            </a:r>
            <a:endParaRPr sz="1000">
              <a:solidFill>
                <a:schemeClr val="dk2"/>
              </a:solidFill>
              <a:latin typeface="Jost"/>
              <a:ea typeface="Jost"/>
              <a:cs typeface="Jost"/>
              <a:sym typeface="Jost"/>
            </a:endParaRPr>
          </a:p>
        </p:txBody>
      </p:sp>
      <p:pic>
        <p:nvPicPr>
          <p:cNvPr id="398" name="Google Shape;398;p20" title="pie-logo.png"/>
          <p:cNvPicPr preferRelativeResize="0"/>
          <p:nvPr/>
        </p:nvPicPr>
        <p:blipFill>
          <a:blip r:embed="rId5">
            <a:alphaModFix/>
          </a:blip>
          <a:stretch>
            <a:fillRect/>
          </a:stretch>
        </p:blipFill>
        <p:spPr>
          <a:xfrm>
            <a:off x="2139043" y="2596718"/>
            <a:ext cx="397776" cy="603873"/>
          </a:xfrm>
          <a:prstGeom prst="rect">
            <a:avLst/>
          </a:prstGeom>
          <a:noFill/>
          <a:ln>
            <a:noFill/>
          </a:ln>
        </p:spPr>
      </p:pic>
      <p:sp>
        <p:nvSpPr>
          <p:cNvPr id="399" name="Google Shape;399;p20"/>
          <p:cNvSpPr/>
          <p:nvPr/>
        </p:nvSpPr>
        <p:spPr>
          <a:xfrm>
            <a:off x="185700" y="91350"/>
            <a:ext cx="8740200" cy="486600"/>
          </a:xfrm>
          <a:prstGeom prst="roundRect">
            <a:avLst>
              <a:gd fmla="val 16667" name="adj"/>
            </a:avLst>
          </a:prstGeom>
          <a:solidFill>
            <a:srgbClr val="0062A5"/>
          </a:solidFill>
          <a:ln cap="flat" cmpd="sng" w="9525">
            <a:solidFill>
              <a:srgbClr val="0062A5"/>
            </a:solidFill>
            <a:prstDash val="solid"/>
            <a:round/>
            <a:headEnd len="sm" w="sm" type="none"/>
            <a:tailEnd len="sm" w="sm" type="none"/>
          </a:ln>
        </p:spPr>
        <p:txBody>
          <a:bodyPr anchorCtr="0" anchor="ctr" bIns="0" lIns="91425" spcFirstLastPara="1" rIns="91425" wrap="square" tIns="0">
            <a:noAutofit/>
          </a:bodyPr>
          <a:lstStyle/>
          <a:p>
            <a:pPr indent="0" lvl="0" marL="0" rtl="0" algn="l">
              <a:lnSpc>
                <a:spcPct val="108000"/>
              </a:lnSpc>
              <a:spcBef>
                <a:spcPts val="0"/>
              </a:spcBef>
              <a:spcAft>
                <a:spcPts val="0"/>
              </a:spcAft>
              <a:buNone/>
            </a:pPr>
            <a:r>
              <a:rPr b="1" lang="en" sz="1800">
                <a:solidFill>
                  <a:srgbClr val="FFFFFF"/>
                </a:solidFill>
                <a:latin typeface="Jost"/>
                <a:ea typeface="Jost"/>
                <a:cs typeface="Jost"/>
                <a:sym typeface="Jost"/>
              </a:rPr>
              <a:t>GPT Store Access: Unified Gateway for AI Services</a:t>
            </a:r>
            <a:endParaRPr b="1" sz="1600">
              <a:solidFill>
                <a:srgbClr val="FFFFFF"/>
              </a:solidFill>
              <a:latin typeface="Jost"/>
              <a:ea typeface="Jost"/>
              <a:cs typeface="Jost"/>
              <a:sym typeface="Jost"/>
            </a:endParaRPr>
          </a:p>
        </p:txBody>
      </p:sp>
      <p:cxnSp>
        <p:nvCxnSpPr>
          <p:cNvPr id="400" name="Google Shape;400;p20"/>
          <p:cNvCxnSpPr>
            <a:stCxn id="383" idx="3"/>
            <a:endCxn id="386" idx="1"/>
          </p:cNvCxnSpPr>
          <p:nvPr/>
        </p:nvCxnSpPr>
        <p:spPr>
          <a:xfrm>
            <a:off x="2676970" y="1644006"/>
            <a:ext cx="1579800" cy="298500"/>
          </a:xfrm>
          <a:prstGeom prst="bentConnector2">
            <a:avLst/>
          </a:prstGeom>
          <a:noFill/>
          <a:ln cap="flat" cmpd="sng" w="9525">
            <a:solidFill>
              <a:srgbClr val="1D5A9C"/>
            </a:solidFill>
            <a:prstDash val="solid"/>
            <a:round/>
            <a:headEnd len="med" w="med" type="none"/>
            <a:tailEnd len="med" w="med" type="triangle"/>
          </a:ln>
        </p:spPr>
      </p:cxnSp>
      <p:sp>
        <p:nvSpPr>
          <p:cNvPr id="401" name="Google Shape;401;p20"/>
          <p:cNvSpPr txBox="1"/>
          <p:nvPr/>
        </p:nvSpPr>
        <p:spPr>
          <a:xfrm>
            <a:off x="2676969" y="2002505"/>
            <a:ext cx="973800" cy="603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i="1" lang="en" sz="800">
                <a:solidFill>
                  <a:schemeClr val="dk1"/>
                </a:solidFill>
                <a:latin typeface="Nunito"/>
                <a:ea typeface="Nunito"/>
                <a:cs typeface="Nunito"/>
                <a:sym typeface="Nunito"/>
              </a:rPr>
              <a:t>Store the authentication state using JWT Tokens </a:t>
            </a:r>
            <a:endParaRPr i="1" sz="800">
              <a:solidFill>
                <a:schemeClr val="dk1"/>
              </a:solidFill>
              <a:latin typeface="Nunito"/>
              <a:ea typeface="Nunito"/>
              <a:cs typeface="Nunito"/>
              <a:sym typeface="Nunito"/>
            </a:endParaRPr>
          </a:p>
        </p:txBody>
      </p:sp>
      <p:grpSp>
        <p:nvGrpSpPr>
          <p:cNvPr id="402" name="Google Shape;402;p20"/>
          <p:cNvGrpSpPr/>
          <p:nvPr/>
        </p:nvGrpSpPr>
        <p:grpSpPr>
          <a:xfrm>
            <a:off x="6277569" y="1475031"/>
            <a:ext cx="582900" cy="587637"/>
            <a:chOff x="6183175" y="1939163"/>
            <a:chExt cx="582900" cy="587637"/>
          </a:xfrm>
        </p:grpSpPr>
        <p:sp>
          <p:nvSpPr>
            <p:cNvPr id="403" name="Google Shape;403;p20"/>
            <p:cNvSpPr txBox="1"/>
            <p:nvPr/>
          </p:nvSpPr>
          <p:spPr>
            <a:xfrm>
              <a:off x="6183175" y="2235500"/>
              <a:ext cx="582900" cy="291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700">
                  <a:solidFill>
                    <a:schemeClr val="dk2"/>
                  </a:solidFill>
                  <a:latin typeface="Nunito"/>
                  <a:ea typeface="Nunito"/>
                  <a:cs typeface="Nunito"/>
                  <a:sym typeface="Nunito"/>
                </a:rPr>
                <a:t>RA</a:t>
              </a:r>
              <a:br>
                <a:rPr b="1" lang="en" sz="700">
                  <a:solidFill>
                    <a:schemeClr val="dk2"/>
                  </a:solidFill>
                  <a:latin typeface="Nunito"/>
                  <a:ea typeface="Nunito"/>
                  <a:cs typeface="Nunito"/>
                  <a:sym typeface="Nunito"/>
                </a:rPr>
              </a:br>
              <a:r>
                <a:rPr b="1" lang="en" sz="700">
                  <a:solidFill>
                    <a:schemeClr val="dk2"/>
                  </a:solidFill>
                  <a:latin typeface="Nunito"/>
                  <a:ea typeface="Nunito"/>
                  <a:cs typeface="Nunito"/>
                  <a:sym typeface="Nunito"/>
                </a:rPr>
                <a:t>Buddy</a:t>
              </a:r>
              <a:endParaRPr b="1" sz="700">
                <a:solidFill>
                  <a:schemeClr val="dk2"/>
                </a:solidFill>
                <a:latin typeface="Nunito"/>
                <a:ea typeface="Nunito"/>
                <a:cs typeface="Nunito"/>
                <a:sym typeface="Nunito"/>
              </a:endParaRPr>
            </a:p>
          </p:txBody>
        </p:sp>
        <p:pic>
          <p:nvPicPr>
            <p:cNvPr id="404" name="Google Shape;404;p20"/>
            <p:cNvPicPr preferRelativeResize="0"/>
            <p:nvPr/>
          </p:nvPicPr>
          <p:blipFill>
            <a:blip r:embed="rId6">
              <a:alphaModFix/>
            </a:blip>
            <a:stretch>
              <a:fillRect/>
            </a:stretch>
          </p:blipFill>
          <p:spPr>
            <a:xfrm>
              <a:off x="6342825" y="1939163"/>
              <a:ext cx="270725" cy="270725"/>
            </a:xfrm>
            <a:prstGeom prst="rect">
              <a:avLst/>
            </a:prstGeom>
            <a:noFill/>
            <a:ln>
              <a:noFill/>
            </a:ln>
          </p:spPr>
        </p:pic>
      </p:grpSp>
      <p:grpSp>
        <p:nvGrpSpPr>
          <p:cNvPr id="405" name="Google Shape;405;p20"/>
          <p:cNvGrpSpPr/>
          <p:nvPr/>
        </p:nvGrpSpPr>
        <p:grpSpPr>
          <a:xfrm>
            <a:off x="6069509" y="1057118"/>
            <a:ext cx="975475" cy="284424"/>
            <a:chOff x="6346950" y="888842"/>
            <a:chExt cx="975475" cy="284424"/>
          </a:xfrm>
        </p:grpSpPr>
        <p:sp>
          <p:nvSpPr>
            <p:cNvPr id="406" name="Google Shape;406;p20"/>
            <p:cNvSpPr txBox="1"/>
            <p:nvPr/>
          </p:nvSpPr>
          <p:spPr>
            <a:xfrm>
              <a:off x="6649225" y="891855"/>
              <a:ext cx="673200" cy="278400"/>
            </a:xfrm>
            <a:prstGeom prst="rect">
              <a:avLst/>
            </a:prstGeom>
            <a:no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1000">
                  <a:solidFill>
                    <a:srgbClr val="0062A5"/>
                  </a:solidFill>
                  <a:latin typeface="Jost"/>
                  <a:ea typeface="Jost"/>
                  <a:cs typeface="Jost"/>
                  <a:sym typeface="Jost"/>
                </a:rPr>
                <a:t>GPT Store</a:t>
              </a:r>
              <a:endParaRPr b="1" sz="1000">
                <a:solidFill>
                  <a:srgbClr val="0062A5"/>
                </a:solidFill>
                <a:latin typeface="Jost"/>
                <a:ea typeface="Jost"/>
                <a:cs typeface="Jost"/>
                <a:sym typeface="Jost"/>
              </a:endParaRPr>
            </a:p>
          </p:txBody>
        </p:sp>
        <p:pic>
          <p:nvPicPr>
            <p:cNvPr id="407" name="Google Shape;407;p20" title="gpt-store.png"/>
            <p:cNvPicPr preferRelativeResize="0"/>
            <p:nvPr/>
          </p:nvPicPr>
          <p:blipFill>
            <a:blip r:embed="rId7">
              <a:alphaModFix/>
            </a:blip>
            <a:stretch>
              <a:fillRect/>
            </a:stretch>
          </p:blipFill>
          <p:spPr>
            <a:xfrm>
              <a:off x="6346950" y="888842"/>
              <a:ext cx="287050" cy="284424"/>
            </a:xfrm>
            <a:prstGeom prst="rect">
              <a:avLst/>
            </a:prstGeom>
            <a:noFill/>
            <a:ln>
              <a:noFill/>
            </a:ln>
          </p:spPr>
        </p:pic>
      </p:grpSp>
      <p:grpSp>
        <p:nvGrpSpPr>
          <p:cNvPr id="408" name="Google Shape;408;p20"/>
          <p:cNvGrpSpPr/>
          <p:nvPr/>
        </p:nvGrpSpPr>
        <p:grpSpPr>
          <a:xfrm>
            <a:off x="6232406" y="2193312"/>
            <a:ext cx="673200" cy="567969"/>
            <a:chOff x="6198763" y="1916838"/>
            <a:chExt cx="673200" cy="567969"/>
          </a:xfrm>
        </p:grpSpPr>
        <p:sp>
          <p:nvSpPr>
            <p:cNvPr id="409" name="Google Shape;409;p20"/>
            <p:cNvSpPr txBox="1"/>
            <p:nvPr/>
          </p:nvSpPr>
          <p:spPr>
            <a:xfrm>
              <a:off x="6198763" y="2193506"/>
              <a:ext cx="673200" cy="291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700">
                  <a:solidFill>
                    <a:schemeClr val="dk2"/>
                  </a:solidFill>
                  <a:latin typeface="Nunito"/>
                  <a:ea typeface="Nunito"/>
                  <a:cs typeface="Nunito"/>
                  <a:sym typeface="Nunito"/>
                </a:rPr>
                <a:t>BMR Assistant</a:t>
              </a:r>
              <a:endParaRPr b="1" sz="700">
                <a:solidFill>
                  <a:schemeClr val="dk2"/>
                </a:solidFill>
                <a:latin typeface="Nunito"/>
                <a:ea typeface="Nunito"/>
                <a:cs typeface="Nunito"/>
                <a:sym typeface="Nunito"/>
              </a:endParaRPr>
            </a:p>
          </p:txBody>
        </p:sp>
        <p:pic>
          <p:nvPicPr>
            <p:cNvPr id="410" name="Google Shape;410;p20"/>
            <p:cNvPicPr preferRelativeResize="0"/>
            <p:nvPr/>
          </p:nvPicPr>
          <p:blipFill>
            <a:blip r:embed="rId6">
              <a:alphaModFix/>
            </a:blip>
            <a:stretch>
              <a:fillRect/>
            </a:stretch>
          </p:blipFill>
          <p:spPr>
            <a:xfrm>
              <a:off x="6399988" y="1916838"/>
              <a:ext cx="270725" cy="270725"/>
            </a:xfrm>
            <a:prstGeom prst="rect">
              <a:avLst/>
            </a:prstGeom>
            <a:noFill/>
            <a:ln>
              <a:noFill/>
            </a:ln>
          </p:spPr>
        </p:pic>
      </p:grpSp>
      <p:grpSp>
        <p:nvGrpSpPr>
          <p:cNvPr id="411" name="Google Shape;411;p20"/>
          <p:cNvGrpSpPr/>
          <p:nvPr/>
        </p:nvGrpSpPr>
        <p:grpSpPr>
          <a:xfrm>
            <a:off x="6177356" y="2870258"/>
            <a:ext cx="783300" cy="602762"/>
            <a:chOff x="7640263" y="1872513"/>
            <a:chExt cx="783300" cy="602762"/>
          </a:xfrm>
        </p:grpSpPr>
        <p:sp>
          <p:nvSpPr>
            <p:cNvPr id="412" name="Google Shape;412;p20"/>
            <p:cNvSpPr txBox="1"/>
            <p:nvPr/>
          </p:nvSpPr>
          <p:spPr>
            <a:xfrm>
              <a:off x="7640263" y="2196875"/>
              <a:ext cx="783300" cy="278400"/>
            </a:xfrm>
            <a:prstGeom prst="rect">
              <a:avLst/>
            </a:prstGeom>
            <a:no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700">
                  <a:solidFill>
                    <a:schemeClr val="dk2"/>
                  </a:solidFill>
                  <a:latin typeface="Nunito"/>
                  <a:ea typeface="Nunito"/>
                  <a:cs typeface="Nunito"/>
                  <a:sym typeface="Nunito"/>
                </a:rPr>
                <a:t>R&amp;D Literature Searcher</a:t>
              </a:r>
              <a:endParaRPr b="1" sz="700">
                <a:solidFill>
                  <a:schemeClr val="dk2"/>
                </a:solidFill>
                <a:latin typeface="Nunito"/>
                <a:ea typeface="Nunito"/>
                <a:cs typeface="Nunito"/>
                <a:sym typeface="Nunito"/>
              </a:endParaRPr>
            </a:p>
          </p:txBody>
        </p:sp>
        <p:pic>
          <p:nvPicPr>
            <p:cNvPr id="413" name="Google Shape;413;p20"/>
            <p:cNvPicPr preferRelativeResize="0"/>
            <p:nvPr/>
          </p:nvPicPr>
          <p:blipFill>
            <a:blip r:embed="rId6">
              <a:alphaModFix/>
            </a:blip>
            <a:stretch>
              <a:fillRect/>
            </a:stretch>
          </p:blipFill>
          <p:spPr>
            <a:xfrm>
              <a:off x="7896550" y="1872513"/>
              <a:ext cx="270725" cy="270725"/>
            </a:xfrm>
            <a:prstGeom prst="rect">
              <a:avLst/>
            </a:prstGeom>
            <a:noFill/>
            <a:ln>
              <a:noFill/>
            </a:ln>
          </p:spPr>
        </p:pic>
      </p:grpSp>
      <p:cxnSp>
        <p:nvCxnSpPr>
          <p:cNvPr id="414" name="Google Shape;414;p20"/>
          <p:cNvCxnSpPr>
            <a:stCxn id="391" idx="0"/>
            <a:endCxn id="389" idx="2"/>
          </p:cNvCxnSpPr>
          <p:nvPr/>
        </p:nvCxnSpPr>
        <p:spPr>
          <a:xfrm rot="10800000">
            <a:off x="6557944" y="3550039"/>
            <a:ext cx="0" cy="287100"/>
          </a:xfrm>
          <a:prstGeom prst="straightConnector1">
            <a:avLst/>
          </a:prstGeom>
          <a:noFill/>
          <a:ln cap="flat" cmpd="sng" w="9525">
            <a:solidFill>
              <a:srgbClr val="1D5A9C"/>
            </a:solidFill>
            <a:prstDash val="solid"/>
            <a:round/>
            <a:headEnd len="med" w="med" type="triangle"/>
            <a:tailEnd len="med" w="med" type="none"/>
          </a:ln>
        </p:spPr>
      </p:cxnSp>
      <p:cxnSp>
        <p:nvCxnSpPr>
          <p:cNvPr id="415" name="Google Shape;415;p20"/>
          <p:cNvCxnSpPr>
            <a:stCxn id="398" idx="0"/>
            <a:endCxn id="378" idx="2"/>
          </p:cNvCxnSpPr>
          <p:nvPr/>
        </p:nvCxnSpPr>
        <p:spPr>
          <a:xfrm rot="10800000">
            <a:off x="2337932" y="1971218"/>
            <a:ext cx="0" cy="625500"/>
          </a:xfrm>
          <a:prstGeom prst="straightConnector1">
            <a:avLst/>
          </a:prstGeom>
          <a:noFill/>
          <a:ln cap="flat" cmpd="sng" w="9525">
            <a:solidFill>
              <a:srgbClr val="1D5A9C"/>
            </a:solidFill>
            <a:prstDash val="solid"/>
            <a:round/>
            <a:headEnd len="med" w="med" type="none"/>
            <a:tailEnd len="med" w="med" type="triangle"/>
          </a:ln>
        </p:spPr>
      </p:cxnSp>
      <p:cxnSp>
        <p:nvCxnSpPr>
          <p:cNvPr id="416" name="Google Shape;416;p20"/>
          <p:cNvCxnSpPr>
            <a:stCxn id="398" idx="2"/>
            <a:endCxn id="392" idx="0"/>
          </p:cNvCxnSpPr>
          <p:nvPr/>
        </p:nvCxnSpPr>
        <p:spPr>
          <a:xfrm>
            <a:off x="2337932" y="3200591"/>
            <a:ext cx="0" cy="491700"/>
          </a:xfrm>
          <a:prstGeom prst="straightConnector1">
            <a:avLst/>
          </a:prstGeom>
          <a:noFill/>
          <a:ln cap="flat" cmpd="sng" w="9525">
            <a:solidFill>
              <a:srgbClr val="1D5A9C"/>
            </a:solidFill>
            <a:prstDash val="solid"/>
            <a:round/>
            <a:headEnd len="med" w="med" type="none"/>
            <a:tailEnd len="med" w="med" type="triangle"/>
          </a:ln>
        </p:spPr>
      </p:cxnSp>
      <p:sp>
        <p:nvSpPr>
          <p:cNvPr id="417" name="Google Shape;417;p20"/>
          <p:cNvSpPr txBox="1"/>
          <p:nvPr>
            <p:ph idx="12" type="sldNum"/>
          </p:nvPr>
        </p:nvSpPr>
        <p:spPr>
          <a:xfrm>
            <a:off x="8472458" y="4663217"/>
            <a:ext cx="548700" cy="393600"/>
          </a:xfrm>
          <a:prstGeom prst="rect">
            <a:avLst/>
          </a:prstGeom>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en" sz="1200">
                <a:latin typeface="Jost"/>
                <a:ea typeface="Jost"/>
                <a:cs typeface="Jost"/>
                <a:sym typeface="Jost"/>
              </a:rPr>
              <a:t>‹#›</a:t>
            </a:fld>
            <a:endParaRPr sz="1200">
              <a:latin typeface="Jost"/>
              <a:ea typeface="Jost"/>
              <a:cs typeface="Jost"/>
              <a:sym typeface="Jost"/>
            </a:endParaRPr>
          </a:p>
        </p:txBody>
      </p:sp>
      <p:cxnSp>
        <p:nvCxnSpPr>
          <p:cNvPr id="418" name="Google Shape;418;p20"/>
          <p:cNvCxnSpPr>
            <a:stCxn id="381" idx="3"/>
            <a:endCxn id="398" idx="1"/>
          </p:cNvCxnSpPr>
          <p:nvPr/>
        </p:nvCxnSpPr>
        <p:spPr>
          <a:xfrm flipH="1" rot="10800000">
            <a:off x="981088" y="2898717"/>
            <a:ext cx="1158000" cy="2700"/>
          </a:xfrm>
          <a:prstGeom prst="straightConnector1">
            <a:avLst/>
          </a:prstGeom>
          <a:noFill/>
          <a:ln cap="flat" cmpd="sng" w="9525">
            <a:solidFill>
              <a:srgbClr val="1D5A9C"/>
            </a:solidFill>
            <a:prstDash val="solid"/>
            <a:round/>
            <a:headEnd len="med" w="med" type="none"/>
            <a:tailEnd len="med" w="med" type="triangle"/>
          </a:ln>
        </p:spPr>
      </p:cxnSp>
      <p:sp>
        <p:nvSpPr>
          <p:cNvPr id="419" name="Google Shape;419;p20"/>
          <p:cNvSpPr txBox="1"/>
          <p:nvPr/>
        </p:nvSpPr>
        <p:spPr>
          <a:xfrm>
            <a:off x="1261725" y="2572975"/>
            <a:ext cx="596700" cy="33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i="1" lang="en" sz="800">
                <a:solidFill>
                  <a:schemeClr val="dk1"/>
                </a:solidFill>
                <a:latin typeface="Nunito"/>
                <a:ea typeface="Nunito"/>
                <a:cs typeface="Nunito"/>
                <a:sym typeface="Nunito"/>
              </a:rPr>
              <a:t>Log in</a:t>
            </a:r>
            <a:endParaRPr i="1" sz="800">
              <a:solidFill>
                <a:schemeClr val="dk1"/>
              </a:solidFill>
              <a:latin typeface="Nunito"/>
              <a:ea typeface="Nunito"/>
              <a:cs typeface="Nunito"/>
              <a:sym typeface="Nunit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3" name="Shape 423"/>
        <p:cNvGrpSpPr/>
        <p:nvPr/>
      </p:nvGrpSpPr>
      <p:grpSpPr>
        <a:xfrm>
          <a:off x="0" y="0"/>
          <a:ext cx="0" cy="0"/>
          <a:chOff x="0" y="0"/>
          <a:chExt cx="0" cy="0"/>
        </a:xfrm>
      </p:grpSpPr>
      <p:sp>
        <p:nvSpPr>
          <p:cNvPr id="424" name="Google Shape;424;p21"/>
          <p:cNvSpPr txBox="1"/>
          <p:nvPr/>
        </p:nvSpPr>
        <p:spPr>
          <a:xfrm>
            <a:off x="558330" y="829370"/>
            <a:ext cx="1481700" cy="354000"/>
          </a:xfrm>
          <a:prstGeom prst="rect">
            <a:avLst/>
          </a:prstGeom>
          <a:solidFill>
            <a:srgbClr val="1D5A9C"/>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chemeClr val="lt1"/>
                </a:solidFill>
                <a:latin typeface="Jost SemiBold"/>
                <a:ea typeface="Jost SemiBold"/>
                <a:cs typeface="Jost SemiBold"/>
                <a:sym typeface="Jost SemiBold"/>
              </a:rPr>
              <a:t>Define Objective</a:t>
            </a:r>
            <a:endParaRPr sz="1100">
              <a:solidFill>
                <a:schemeClr val="lt1"/>
              </a:solidFill>
              <a:latin typeface="Jost SemiBold"/>
              <a:ea typeface="Jost SemiBold"/>
              <a:cs typeface="Jost SemiBold"/>
              <a:sym typeface="Jost SemiBold"/>
            </a:endParaRPr>
          </a:p>
        </p:txBody>
      </p:sp>
      <p:sp>
        <p:nvSpPr>
          <p:cNvPr id="425" name="Google Shape;425;p21"/>
          <p:cNvSpPr txBox="1"/>
          <p:nvPr/>
        </p:nvSpPr>
        <p:spPr>
          <a:xfrm>
            <a:off x="558344" y="1243844"/>
            <a:ext cx="1481700" cy="354000"/>
          </a:xfrm>
          <a:prstGeom prst="rect">
            <a:avLst/>
          </a:prstGeom>
          <a:solidFill>
            <a:srgbClr val="1D5A9C"/>
          </a:solidFill>
          <a:ln>
            <a:noFill/>
          </a:ln>
        </p:spPr>
        <p:txBody>
          <a:bodyPr anchorCtr="0" anchor="t" bIns="91425" lIns="91425" spcFirstLastPara="1" rIns="91425" wrap="square" tIns="91425">
            <a:spAutoFit/>
          </a:bodyPr>
          <a:lstStyle/>
          <a:p>
            <a:pPr indent="0" lvl="0" marL="0" rtl="0" algn="ctr">
              <a:spcBef>
                <a:spcPts val="0"/>
              </a:spcBef>
              <a:spcAft>
                <a:spcPts val="0"/>
              </a:spcAft>
              <a:buClr>
                <a:schemeClr val="dk1"/>
              </a:buClr>
              <a:buSzPts val="1100"/>
              <a:buFont typeface="Arial"/>
              <a:buNone/>
            </a:pPr>
            <a:r>
              <a:rPr lang="en" sz="1100">
                <a:solidFill>
                  <a:schemeClr val="lt1"/>
                </a:solidFill>
                <a:latin typeface="Jost SemiBold"/>
                <a:ea typeface="Jost SemiBold"/>
                <a:cs typeface="Jost SemiBold"/>
                <a:sym typeface="Jost SemiBold"/>
              </a:rPr>
              <a:t>Select Agent Pattern</a:t>
            </a:r>
            <a:endParaRPr sz="1100">
              <a:solidFill>
                <a:schemeClr val="lt1"/>
              </a:solidFill>
              <a:latin typeface="Jost SemiBold"/>
              <a:ea typeface="Jost SemiBold"/>
              <a:cs typeface="Jost SemiBold"/>
              <a:sym typeface="Jost SemiBold"/>
            </a:endParaRPr>
          </a:p>
        </p:txBody>
      </p:sp>
      <p:sp>
        <p:nvSpPr>
          <p:cNvPr id="426" name="Google Shape;426;p21"/>
          <p:cNvSpPr txBox="1"/>
          <p:nvPr/>
        </p:nvSpPr>
        <p:spPr>
          <a:xfrm>
            <a:off x="558336" y="2077716"/>
            <a:ext cx="1481700" cy="523200"/>
          </a:xfrm>
          <a:prstGeom prst="rect">
            <a:avLst/>
          </a:prstGeom>
          <a:solidFill>
            <a:srgbClr val="1D5A9C"/>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chemeClr val="lt1"/>
                </a:solidFill>
                <a:latin typeface="Jost SemiBold"/>
                <a:ea typeface="Jost SemiBold"/>
                <a:cs typeface="Jost SemiBold"/>
                <a:sym typeface="Jost SemiBold"/>
              </a:rPr>
              <a:t>Set Up Environment</a:t>
            </a:r>
            <a:endParaRPr sz="1100">
              <a:solidFill>
                <a:schemeClr val="lt1"/>
              </a:solidFill>
              <a:latin typeface="Jost SemiBold"/>
              <a:ea typeface="Jost SemiBold"/>
              <a:cs typeface="Jost SemiBold"/>
              <a:sym typeface="Jost SemiBold"/>
            </a:endParaRPr>
          </a:p>
          <a:p>
            <a:pPr indent="0" lvl="0" marL="0" rtl="0" algn="ctr">
              <a:spcBef>
                <a:spcPts val="0"/>
              </a:spcBef>
              <a:spcAft>
                <a:spcPts val="0"/>
              </a:spcAft>
              <a:buNone/>
            </a:pPr>
            <a:r>
              <a:rPr lang="en" sz="1100">
                <a:solidFill>
                  <a:schemeClr val="lt1"/>
                </a:solidFill>
                <a:latin typeface="Jost SemiBold"/>
                <a:ea typeface="Jost SemiBold"/>
                <a:cs typeface="Jost SemiBold"/>
                <a:sym typeface="Jost SemiBold"/>
              </a:rPr>
              <a:t>(APIs, DBs, Tools)</a:t>
            </a:r>
            <a:endParaRPr sz="1100">
              <a:solidFill>
                <a:schemeClr val="lt1"/>
              </a:solidFill>
              <a:latin typeface="Jost SemiBold"/>
              <a:ea typeface="Jost SemiBold"/>
              <a:cs typeface="Jost SemiBold"/>
              <a:sym typeface="Jost SemiBold"/>
            </a:endParaRPr>
          </a:p>
        </p:txBody>
      </p:sp>
      <p:sp>
        <p:nvSpPr>
          <p:cNvPr id="427" name="Google Shape;427;p21"/>
          <p:cNvSpPr txBox="1"/>
          <p:nvPr/>
        </p:nvSpPr>
        <p:spPr>
          <a:xfrm>
            <a:off x="558626" y="3098869"/>
            <a:ext cx="1481700" cy="354000"/>
          </a:xfrm>
          <a:prstGeom prst="rect">
            <a:avLst/>
          </a:prstGeom>
          <a:solidFill>
            <a:srgbClr val="1D5A9C"/>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chemeClr val="lt1"/>
                </a:solidFill>
                <a:latin typeface="Jost SemiBold"/>
                <a:ea typeface="Jost SemiBold"/>
                <a:cs typeface="Jost SemiBold"/>
                <a:sym typeface="Jost SemiBold"/>
              </a:rPr>
              <a:t>Add Memory/ RAG</a:t>
            </a:r>
            <a:endParaRPr sz="1100">
              <a:solidFill>
                <a:schemeClr val="lt1"/>
              </a:solidFill>
              <a:latin typeface="Jost SemiBold"/>
              <a:ea typeface="Jost SemiBold"/>
              <a:cs typeface="Jost SemiBold"/>
              <a:sym typeface="Jost SemiBold"/>
            </a:endParaRPr>
          </a:p>
        </p:txBody>
      </p:sp>
      <p:sp>
        <p:nvSpPr>
          <p:cNvPr id="428" name="Google Shape;428;p21"/>
          <p:cNvSpPr txBox="1"/>
          <p:nvPr/>
        </p:nvSpPr>
        <p:spPr>
          <a:xfrm>
            <a:off x="2165986" y="888475"/>
            <a:ext cx="1820400" cy="235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i="1" lang="en" sz="900">
                <a:solidFill>
                  <a:srgbClr val="1D5A9C"/>
                </a:solidFill>
                <a:latin typeface="Jost Medium"/>
                <a:ea typeface="Jost Medium"/>
                <a:cs typeface="Jost Medium"/>
                <a:sym typeface="Jost Medium"/>
              </a:rPr>
              <a:t>What the agent must do / achieve?</a:t>
            </a:r>
            <a:endParaRPr i="1" sz="900">
              <a:solidFill>
                <a:srgbClr val="1D5A9C"/>
              </a:solidFill>
              <a:latin typeface="Jost Medium"/>
              <a:ea typeface="Jost Medium"/>
              <a:cs typeface="Jost Medium"/>
              <a:sym typeface="Jost Medium"/>
            </a:endParaRPr>
          </a:p>
        </p:txBody>
      </p:sp>
      <p:sp>
        <p:nvSpPr>
          <p:cNvPr id="429" name="Google Shape;429;p21"/>
          <p:cNvSpPr txBox="1"/>
          <p:nvPr/>
        </p:nvSpPr>
        <p:spPr>
          <a:xfrm>
            <a:off x="558336" y="2669393"/>
            <a:ext cx="1481700" cy="354000"/>
          </a:xfrm>
          <a:prstGeom prst="rect">
            <a:avLst/>
          </a:prstGeom>
          <a:solidFill>
            <a:srgbClr val="1D5A9C"/>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chemeClr val="lt1"/>
                </a:solidFill>
                <a:latin typeface="Jost SemiBold"/>
                <a:ea typeface="Jost SemiBold"/>
                <a:cs typeface="Jost SemiBold"/>
                <a:sym typeface="Jost SemiBold"/>
              </a:rPr>
              <a:t>Integrate LLM</a:t>
            </a:r>
            <a:endParaRPr sz="1100">
              <a:solidFill>
                <a:schemeClr val="lt1"/>
              </a:solidFill>
              <a:latin typeface="Jost SemiBold"/>
              <a:ea typeface="Jost SemiBold"/>
              <a:cs typeface="Jost SemiBold"/>
              <a:sym typeface="Jost SemiBold"/>
            </a:endParaRPr>
          </a:p>
        </p:txBody>
      </p:sp>
      <p:sp>
        <p:nvSpPr>
          <p:cNvPr id="430" name="Google Shape;430;p21"/>
          <p:cNvSpPr txBox="1"/>
          <p:nvPr/>
        </p:nvSpPr>
        <p:spPr>
          <a:xfrm>
            <a:off x="558344" y="1662889"/>
            <a:ext cx="1481700" cy="354000"/>
          </a:xfrm>
          <a:prstGeom prst="rect">
            <a:avLst/>
          </a:prstGeom>
          <a:solidFill>
            <a:srgbClr val="1D5A9C"/>
          </a:solidFill>
          <a:ln>
            <a:noFill/>
          </a:ln>
        </p:spPr>
        <p:txBody>
          <a:bodyPr anchorCtr="0" anchor="t" bIns="91425" lIns="91425" spcFirstLastPara="1" rIns="91425" wrap="square" tIns="91425">
            <a:spAutoFit/>
          </a:bodyPr>
          <a:lstStyle/>
          <a:p>
            <a:pPr indent="0" lvl="0" marL="0" rtl="0" algn="ctr">
              <a:spcBef>
                <a:spcPts val="0"/>
              </a:spcBef>
              <a:spcAft>
                <a:spcPts val="0"/>
              </a:spcAft>
              <a:buClr>
                <a:schemeClr val="dk1"/>
              </a:buClr>
              <a:buSzPts val="1100"/>
              <a:buFont typeface="Arial"/>
              <a:buNone/>
            </a:pPr>
            <a:r>
              <a:rPr lang="en" sz="1100">
                <a:solidFill>
                  <a:schemeClr val="lt1"/>
                </a:solidFill>
                <a:latin typeface="Jost SemiBold"/>
                <a:ea typeface="Jost SemiBold"/>
                <a:cs typeface="Jost SemiBold"/>
                <a:sym typeface="Jost SemiBold"/>
              </a:rPr>
              <a:t>Select Framework</a:t>
            </a:r>
            <a:endParaRPr sz="1100">
              <a:solidFill>
                <a:schemeClr val="lt1"/>
              </a:solidFill>
              <a:latin typeface="Jost SemiBold"/>
              <a:ea typeface="Jost SemiBold"/>
              <a:cs typeface="Jost SemiBold"/>
              <a:sym typeface="Jost SemiBold"/>
            </a:endParaRPr>
          </a:p>
        </p:txBody>
      </p:sp>
      <p:sp>
        <p:nvSpPr>
          <p:cNvPr id="431" name="Google Shape;431;p21"/>
          <p:cNvSpPr txBox="1"/>
          <p:nvPr/>
        </p:nvSpPr>
        <p:spPr>
          <a:xfrm>
            <a:off x="558326" y="3539135"/>
            <a:ext cx="1481700" cy="523200"/>
          </a:xfrm>
          <a:prstGeom prst="rect">
            <a:avLst/>
          </a:prstGeom>
          <a:solidFill>
            <a:srgbClr val="1D5A9C"/>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chemeClr val="lt1"/>
                </a:solidFill>
                <a:latin typeface="Jost SemiBold"/>
                <a:ea typeface="Jost SemiBold"/>
                <a:cs typeface="Jost SemiBold"/>
                <a:sym typeface="Jost SemiBold"/>
              </a:rPr>
              <a:t>Configure Actions &amp; </a:t>
            </a:r>
            <a:endParaRPr sz="1100">
              <a:solidFill>
                <a:schemeClr val="lt1"/>
              </a:solidFill>
              <a:latin typeface="Jost SemiBold"/>
              <a:ea typeface="Jost SemiBold"/>
              <a:cs typeface="Jost SemiBold"/>
              <a:sym typeface="Jost SemiBold"/>
            </a:endParaRPr>
          </a:p>
          <a:p>
            <a:pPr indent="0" lvl="0" marL="0" rtl="0" algn="ctr">
              <a:spcBef>
                <a:spcPts val="0"/>
              </a:spcBef>
              <a:spcAft>
                <a:spcPts val="0"/>
              </a:spcAft>
              <a:buNone/>
            </a:pPr>
            <a:r>
              <a:rPr lang="en" sz="1100">
                <a:solidFill>
                  <a:schemeClr val="lt1"/>
                </a:solidFill>
                <a:latin typeface="Jost SemiBold"/>
                <a:ea typeface="Jost SemiBold"/>
                <a:cs typeface="Jost SemiBold"/>
                <a:sym typeface="Jost SemiBold"/>
              </a:rPr>
              <a:t>Tools</a:t>
            </a:r>
            <a:endParaRPr sz="1100">
              <a:solidFill>
                <a:schemeClr val="lt1"/>
              </a:solidFill>
              <a:latin typeface="Jost SemiBold"/>
              <a:ea typeface="Jost SemiBold"/>
              <a:cs typeface="Jost SemiBold"/>
              <a:sym typeface="Jost SemiBold"/>
            </a:endParaRPr>
          </a:p>
        </p:txBody>
      </p:sp>
      <p:sp>
        <p:nvSpPr>
          <p:cNvPr id="432" name="Google Shape;432;p21"/>
          <p:cNvSpPr txBox="1"/>
          <p:nvPr/>
        </p:nvSpPr>
        <p:spPr>
          <a:xfrm>
            <a:off x="558626" y="4140914"/>
            <a:ext cx="1481700" cy="354000"/>
          </a:xfrm>
          <a:prstGeom prst="rect">
            <a:avLst/>
          </a:prstGeom>
          <a:solidFill>
            <a:srgbClr val="1D5A9C"/>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chemeClr val="lt1"/>
                </a:solidFill>
                <a:latin typeface="Jost SemiBold"/>
                <a:ea typeface="Jost SemiBold"/>
                <a:cs typeface="Jost SemiBold"/>
                <a:sym typeface="Jost SemiBold"/>
              </a:rPr>
              <a:t>Testing &amp; Iteration</a:t>
            </a:r>
            <a:endParaRPr sz="1100">
              <a:solidFill>
                <a:schemeClr val="lt1"/>
              </a:solidFill>
              <a:latin typeface="Jost SemiBold"/>
              <a:ea typeface="Jost SemiBold"/>
              <a:cs typeface="Jost SemiBold"/>
              <a:sym typeface="Jost SemiBold"/>
            </a:endParaRPr>
          </a:p>
        </p:txBody>
      </p:sp>
      <p:sp>
        <p:nvSpPr>
          <p:cNvPr id="433" name="Google Shape;433;p21"/>
          <p:cNvSpPr txBox="1"/>
          <p:nvPr/>
        </p:nvSpPr>
        <p:spPr>
          <a:xfrm>
            <a:off x="558626" y="4563462"/>
            <a:ext cx="1481700" cy="354000"/>
          </a:xfrm>
          <a:prstGeom prst="rect">
            <a:avLst/>
          </a:prstGeom>
          <a:solidFill>
            <a:srgbClr val="1D5A9C"/>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chemeClr val="lt1"/>
                </a:solidFill>
                <a:latin typeface="Jost SemiBold"/>
                <a:ea typeface="Jost SemiBold"/>
                <a:cs typeface="Jost SemiBold"/>
                <a:sym typeface="Jost SemiBold"/>
              </a:rPr>
              <a:t>Deploy &amp; Monitor</a:t>
            </a:r>
            <a:endParaRPr sz="1100">
              <a:solidFill>
                <a:schemeClr val="lt1"/>
              </a:solidFill>
              <a:latin typeface="Jost SemiBold"/>
              <a:ea typeface="Jost SemiBold"/>
              <a:cs typeface="Jost SemiBold"/>
              <a:sym typeface="Jost SemiBold"/>
            </a:endParaRPr>
          </a:p>
        </p:txBody>
      </p:sp>
      <p:sp>
        <p:nvSpPr>
          <p:cNvPr id="434" name="Google Shape;434;p21"/>
          <p:cNvSpPr txBox="1"/>
          <p:nvPr/>
        </p:nvSpPr>
        <p:spPr>
          <a:xfrm>
            <a:off x="2166014" y="1302950"/>
            <a:ext cx="1820400" cy="235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i="1" lang="en" sz="900">
                <a:solidFill>
                  <a:srgbClr val="1D5A9C"/>
                </a:solidFill>
                <a:latin typeface="Jost Medium"/>
                <a:ea typeface="Jost Medium"/>
                <a:cs typeface="Jost Medium"/>
                <a:sym typeface="Jost Medium"/>
              </a:rPr>
              <a:t>Reactive, Planning, etc</a:t>
            </a:r>
            <a:endParaRPr i="1" sz="900">
              <a:solidFill>
                <a:srgbClr val="1D5A9C"/>
              </a:solidFill>
              <a:latin typeface="Jost Medium"/>
              <a:ea typeface="Jost Medium"/>
              <a:cs typeface="Jost Medium"/>
              <a:sym typeface="Jost Medium"/>
            </a:endParaRPr>
          </a:p>
        </p:txBody>
      </p:sp>
      <p:sp>
        <p:nvSpPr>
          <p:cNvPr id="435" name="Google Shape;435;p21"/>
          <p:cNvSpPr txBox="1"/>
          <p:nvPr/>
        </p:nvSpPr>
        <p:spPr>
          <a:xfrm>
            <a:off x="2150636" y="1721988"/>
            <a:ext cx="1820400" cy="235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i="1" lang="en" sz="900">
                <a:solidFill>
                  <a:srgbClr val="1D5A9C"/>
                </a:solidFill>
                <a:latin typeface="Jost Medium"/>
                <a:ea typeface="Jost Medium"/>
                <a:cs typeface="Jost Medium"/>
                <a:sym typeface="Jost Medium"/>
              </a:rPr>
              <a:t>Langgraph or No code-low code agentic ai development kit</a:t>
            </a:r>
            <a:endParaRPr i="1" sz="900">
              <a:solidFill>
                <a:srgbClr val="1D5A9C"/>
              </a:solidFill>
              <a:latin typeface="Jost Medium"/>
              <a:ea typeface="Jost Medium"/>
              <a:cs typeface="Jost Medium"/>
              <a:sym typeface="Jost Medium"/>
            </a:endParaRPr>
          </a:p>
        </p:txBody>
      </p:sp>
      <p:sp>
        <p:nvSpPr>
          <p:cNvPr id="436" name="Google Shape;436;p21"/>
          <p:cNvSpPr txBox="1"/>
          <p:nvPr/>
        </p:nvSpPr>
        <p:spPr>
          <a:xfrm>
            <a:off x="2165986" y="2221413"/>
            <a:ext cx="1820400" cy="235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i="1" lang="en" sz="900">
                <a:solidFill>
                  <a:srgbClr val="1D5A9C"/>
                </a:solidFill>
                <a:latin typeface="Jost Medium"/>
                <a:ea typeface="Jost Medium"/>
                <a:cs typeface="Jost Medium"/>
                <a:sym typeface="Jost Medium"/>
              </a:rPr>
              <a:t>Configure APIs, databases, and tools the agent will operate with</a:t>
            </a:r>
            <a:endParaRPr i="1" sz="900">
              <a:solidFill>
                <a:srgbClr val="1D5A9C"/>
              </a:solidFill>
              <a:latin typeface="Jost Medium"/>
              <a:ea typeface="Jost Medium"/>
              <a:cs typeface="Jost Medium"/>
              <a:sym typeface="Jost Medium"/>
            </a:endParaRPr>
          </a:p>
        </p:txBody>
      </p:sp>
      <p:sp>
        <p:nvSpPr>
          <p:cNvPr id="437" name="Google Shape;437;p21"/>
          <p:cNvSpPr txBox="1"/>
          <p:nvPr/>
        </p:nvSpPr>
        <p:spPr>
          <a:xfrm>
            <a:off x="2153098" y="2710530"/>
            <a:ext cx="2136300" cy="235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i="1" lang="en" sz="900">
                <a:solidFill>
                  <a:srgbClr val="1D5A9C"/>
                </a:solidFill>
                <a:latin typeface="Jost Medium"/>
                <a:ea typeface="Jost Medium"/>
                <a:cs typeface="Jost Medium"/>
                <a:sym typeface="Jost Medium"/>
              </a:rPr>
              <a:t>Connect the agent to an LLM to enable reasoning and decision-making.</a:t>
            </a:r>
            <a:endParaRPr i="1" sz="900">
              <a:solidFill>
                <a:srgbClr val="1D5A9C"/>
              </a:solidFill>
              <a:latin typeface="Jost Medium"/>
              <a:ea typeface="Jost Medium"/>
              <a:cs typeface="Jost Medium"/>
              <a:sym typeface="Jost Medium"/>
            </a:endParaRPr>
          </a:p>
        </p:txBody>
      </p:sp>
      <p:sp>
        <p:nvSpPr>
          <p:cNvPr id="438" name="Google Shape;438;p21"/>
          <p:cNvSpPr txBox="1"/>
          <p:nvPr/>
        </p:nvSpPr>
        <p:spPr>
          <a:xfrm>
            <a:off x="2166573" y="4190272"/>
            <a:ext cx="2136300" cy="235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i="1" lang="en" sz="900">
                <a:solidFill>
                  <a:srgbClr val="1D5A9C"/>
                </a:solidFill>
                <a:latin typeface="Jost Medium"/>
                <a:ea typeface="Jost Medium"/>
                <a:cs typeface="Jost Medium"/>
                <a:sym typeface="Jost Medium"/>
              </a:rPr>
              <a:t>Evaluate and refine the agent through simulations and feedback loops.</a:t>
            </a:r>
            <a:endParaRPr i="1" sz="900">
              <a:solidFill>
                <a:srgbClr val="1D5A9C"/>
              </a:solidFill>
              <a:latin typeface="Jost Medium"/>
              <a:ea typeface="Jost Medium"/>
              <a:cs typeface="Jost Medium"/>
              <a:sym typeface="Jost Medium"/>
            </a:endParaRPr>
          </a:p>
        </p:txBody>
      </p:sp>
      <p:sp>
        <p:nvSpPr>
          <p:cNvPr id="439" name="Google Shape;439;p21"/>
          <p:cNvSpPr txBox="1"/>
          <p:nvPr/>
        </p:nvSpPr>
        <p:spPr>
          <a:xfrm>
            <a:off x="2202574" y="3157963"/>
            <a:ext cx="1950000" cy="235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i="1" lang="en" sz="900">
                <a:solidFill>
                  <a:srgbClr val="1D5A9C"/>
                </a:solidFill>
                <a:latin typeface="Jost Medium"/>
                <a:ea typeface="Jost Medium"/>
                <a:cs typeface="Jost Medium"/>
                <a:sym typeface="Jost Medium"/>
              </a:rPr>
              <a:t>Equip the agent with memory and retrieval for contextual intelligence.</a:t>
            </a:r>
            <a:endParaRPr i="1" sz="900">
              <a:solidFill>
                <a:srgbClr val="1D5A9C"/>
              </a:solidFill>
              <a:latin typeface="Jost Medium"/>
              <a:ea typeface="Jost Medium"/>
              <a:cs typeface="Jost Medium"/>
              <a:sym typeface="Jost Medium"/>
            </a:endParaRPr>
          </a:p>
        </p:txBody>
      </p:sp>
      <p:sp>
        <p:nvSpPr>
          <p:cNvPr id="440" name="Google Shape;440;p21"/>
          <p:cNvSpPr txBox="1"/>
          <p:nvPr/>
        </p:nvSpPr>
        <p:spPr>
          <a:xfrm>
            <a:off x="2165974" y="3682825"/>
            <a:ext cx="1950000" cy="235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i="1" lang="en" sz="900">
                <a:solidFill>
                  <a:srgbClr val="1D5A9C"/>
                </a:solidFill>
                <a:latin typeface="Jost Medium"/>
                <a:ea typeface="Jost Medium"/>
                <a:cs typeface="Jost Medium"/>
                <a:sym typeface="Jost Medium"/>
              </a:rPr>
              <a:t>Define the functions and tools the agent can execute autonomously.</a:t>
            </a:r>
            <a:endParaRPr i="1" sz="900">
              <a:solidFill>
                <a:srgbClr val="1D5A9C"/>
              </a:solidFill>
              <a:latin typeface="Jost Medium"/>
              <a:ea typeface="Jost Medium"/>
              <a:cs typeface="Jost Medium"/>
              <a:sym typeface="Jost Medium"/>
            </a:endParaRPr>
          </a:p>
        </p:txBody>
      </p:sp>
      <p:sp>
        <p:nvSpPr>
          <p:cNvPr id="441" name="Google Shape;441;p21"/>
          <p:cNvSpPr txBox="1"/>
          <p:nvPr/>
        </p:nvSpPr>
        <p:spPr>
          <a:xfrm>
            <a:off x="2166573" y="4622550"/>
            <a:ext cx="2136300" cy="235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i="1" lang="en" sz="900">
                <a:solidFill>
                  <a:srgbClr val="1D5A9C"/>
                </a:solidFill>
                <a:latin typeface="Jost Medium"/>
                <a:ea typeface="Jost Medium"/>
                <a:cs typeface="Jost Medium"/>
                <a:sym typeface="Jost Medium"/>
              </a:rPr>
              <a:t>Launch the agent with ongoing monitoring for performance and safety.</a:t>
            </a:r>
            <a:endParaRPr i="1" sz="900">
              <a:solidFill>
                <a:srgbClr val="1D5A9C"/>
              </a:solidFill>
              <a:latin typeface="Jost Medium"/>
              <a:ea typeface="Jost Medium"/>
              <a:cs typeface="Jost Medium"/>
              <a:sym typeface="Jost Medium"/>
            </a:endParaRPr>
          </a:p>
        </p:txBody>
      </p:sp>
      <p:sp>
        <p:nvSpPr>
          <p:cNvPr id="442" name="Google Shape;442;p21"/>
          <p:cNvSpPr/>
          <p:nvPr/>
        </p:nvSpPr>
        <p:spPr>
          <a:xfrm>
            <a:off x="78375" y="822075"/>
            <a:ext cx="354000" cy="4095300"/>
          </a:xfrm>
          <a:prstGeom prst="downArrow">
            <a:avLst>
              <a:gd fmla="val 50000" name="adj1"/>
              <a:gd fmla="val 50000" name="adj2"/>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443" name="Google Shape;443;p21"/>
          <p:cNvPicPr preferRelativeResize="0"/>
          <p:nvPr/>
        </p:nvPicPr>
        <p:blipFill rotWithShape="1">
          <a:blip r:embed="rId3">
            <a:alphaModFix/>
          </a:blip>
          <a:srcRect b="37322" l="19162" r="18764" t="37138"/>
          <a:stretch/>
        </p:blipFill>
        <p:spPr>
          <a:xfrm>
            <a:off x="4089705" y="1738597"/>
            <a:ext cx="883500" cy="200992"/>
          </a:xfrm>
          <a:prstGeom prst="rect">
            <a:avLst/>
          </a:prstGeom>
          <a:noFill/>
          <a:ln>
            <a:noFill/>
          </a:ln>
        </p:spPr>
      </p:pic>
      <p:pic>
        <p:nvPicPr>
          <p:cNvPr id="444" name="Google Shape;444;p21"/>
          <p:cNvPicPr preferRelativeResize="0"/>
          <p:nvPr/>
        </p:nvPicPr>
        <p:blipFill rotWithShape="1">
          <a:blip r:embed="rId4">
            <a:alphaModFix/>
          </a:blip>
          <a:srcRect b="22357" l="24621" r="24114" t="9415"/>
          <a:stretch/>
        </p:blipFill>
        <p:spPr>
          <a:xfrm rot="5400000">
            <a:off x="4407338" y="3043707"/>
            <a:ext cx="296925" cy="481950"/>
          </a:xfrm>
          <a:prstGeom prst="rect">
            <a:avLst/>
          </a:prstGeom>
          <a:noFill/>
          <a:ln>
            <a:noFill/>
          </a:ln>
        </p:spPr>
      </p:pic>
      <p:grpSp>
        <p:nvGrpSpPr>
          <p:cNvPr id="445" name="Google Shape;445;p21"/>
          <p:cNvGrpSpPr/>
          <p:nvPr/>
        </p:nvGrpSpPr>
        <p:grpSpPr>
          <a:xfrm>
            <a:off x="4089706" y="2162317"/>
            <a:ext cx="804569" cy="354000"/>
            <a:chOff x="4081631" y="2224467"/>
            <a:chExt cx="804569" cy="354000"/>
          </a:xfrm>
        </p:grpSpPr>
        <p:pic>
          <p:nvPicPr>
            <p:cNvPr id="446" name="Google Shape;446;p21"/>
            <p:cNvPicPr preferRelativeResize="0"/>
            <p:nvPr/>
          </p:nvPicPr>
          <p:blipFill>
            <a:blip r:embed="rId5">
              <a:alphaModFix/>
            </a:blip>
            <a:stretch>
              <a:fillRect/>
            </a:stretch>
          </p:blipFill>
          <p:spPr>
            <a:xfrm>
              <a:off x="4081631" y="2224467"/>
              <a:ext cx="354000" cy="354000"/>
            </a:xfrm>
            <a:prstGeom prst="rect">
              <a:avLst/>
            </a:prstGeom>
            <a:noFill/>
            <a:ln>
              <a:noFill/>
            </a:ln>
          </p:spPr>
        </p:pic>
        <p:pic>
          <p:nvPicPr>
            <p:cNvPr id="447" name="Google Shape;447;p21"/>
            <p:cNvPicPr preferRelativeResize="0"/>
            <p:nvPr/>
          </p:nvPicPr>
          <p:blipFill rotWithShape="1">
            <a:blip r:embed="rId6">
              <a:alphaModFix/>
            </a:blip>
            <a:srcRect b="17693" l="17055" r="16657" t="17303"/>
            <a:stretch/>
          </p:blipFill>
          <p:spPr>
            <a:xfrm>
              <a:off x="4539400" y="2231413"/>
              <a:ext cx="346800" cy="340100"/>
            </a:xfrm>
            <a:prstGeom prst="rect">
              <a:avLst/>
            </a:prstGeom>
            <a:noFill/>
            <a:ln>
              <a:noFill/>
            </a:ln>
          </p:spPr>
        </p:pic>
      </p:grpSp>
      <p:pic>
        <p:nvPicPr>
          <p:cNvPr id="448" name="Google Shape;448;p21"/>
          <p:cNvPicPr preferRelativeResize="0"/>
          <p:nvPr/>
        </p:nvPicPr>
        <p:blipFill>
          <a:blip r:embed="rId7">
            <a:alphaModFix/>
          </a:blip>
          <a:stretch>
            <a:fillRect/>
          </a:stretch>
        </p:blipFill>
        <p:spPr>
          <a:xfrm>
            <a:off x="4426811" y="2710305"/>
            <a:ext cx="258000" cy="258000"/>
          </a:xfrm>
          <a:prstGeom prst="rect">
            <a:avLst/>
          </a:prstGeom>
          <a:noFill/>
          <a:ln>
            <a:noFill/>
          </a:ln>
        </p:spPr>
      </p:pic>
      <p:pic>
        <p:nvPicPr>
          <p:cNvPr id="449" name="Google Shape;449;p21"/>
          <p:cNvPicPr preferRelativeResize="0"/>
          <p:nvPr/>
        </p:nvPicPr>
        <p:blipFill rotWithShape="1">
          <a:blip r:embed="rId8">
            <a:alphaModFix/>
          </a:blip>
          <a:srcRect b="9393" l="8490" r="9393" t="8490"/>
          <a:stretch/>
        </p:blipFill>
        <p:spPr>
          <a:xfrm>
            <a:off x="4346375" y="4140931"/>
            <a:ext cx="354000" cy="354000"/>
          </a:xfrm>
          <a:prstGeom prst="rect">
            <a:avLst/>
          </a:prstGeom>
          <a:noFill/>
          <a:ln>
            <a:noFill/>
          </a:ln>
        </p:spPr>
      </p:pic>
      <p:pic>
        <p:nvPicPr>
          <p:cNvPr id="450" name="Google Shape;450;p21"/>
          <p:cNvPicPr preferRelativeResize="0"/>
          <p:nvPr/>
        </p:nvPicPr>
        <p:blipFill>
          <a:blip r:embed="rId9">
            <a:alphaModFix/>
          </a:blip>
          <a:stretch>
            <a:fillRect/>
          </a:stretch>
        </p:blipFill>
        <p:spPr>
          <a:xfrm>
            <a:off x="4323844" y="4563450"/>
            <a:ext cx="354000" cy="354000"/>
          </a:xfrm>
          <a:prstGeom prst="rect">
            <a:avLst/>
          </a:prstGeom>
          <a:noFill/>
          <a:ln>
            <a:noFill/>
          </a:ln>
        </p:spPr>
      </p:pic>
      <p:pic>
        <p:nvPicPr>
          <p:cNvPr id="451" name="Google Shape;451;p21"/>
          <p:cNvPicPr preferRelativeResize="0"/>
          <p:nvPr/>
        </p:nvPicPr>
        <p:blipFill>
          <a:blip r:embed="rId10">
            <a:alphaModFix/>
          </a:blip>
          <a:stretch>
            <a:fillRect/>
          </a:stretch>
        </p:blipFill>
        <p:spPr>
          <a:xfrm>
            <a:off x="4346372" y="829372"/>
            <a:ext cx="354000" cy="354000"/>
          </a:xfrm>
          <a:prstGeom prst="rect">
            <a:avLst/>
          </a:prstGeom>
          <a:noFill/>
          <a:ln>
            <a:noFill/>
          </a:ln>
        </p:spPr>
      </p:pic>
      <p:pic>
        <p:nvPicPr>
          <p:cNvPr id="452" name="Google Shape;452;p21"/>
          <p:cNvPicPr preferRelativeResize="0"/>
          <p:nvPr/>
        </p:nvPicPr>
        <p:blipFill>
          <a:blip r:embed="rId11">
            <a:alphaModFix/>
          </a:blip>
          <a:stretch>
            <a:fillRect/>
          </a:stretch>
        </p:blipFill>
        <p:spPr>
          <a:xfrm>
            <a:off x="4328073" y="1225551"/>
            <a:ext cx="390600" cy="390600"/>
          </a:xfrm>
          <a:prstGeom prst="rect">
            <a:avLst/>
          </a:prstGeom>
          <a:noFill/>
          <a:ln>
            <a:noFill/>
          </a:ln>
        </p:spPr>
      </p:pic>
      <p:pic>
        <p:nvPicPr>
          <p:cNvPr id="453" name="Google Shape;453;p21"/>
          <p:cNvPicPr preferRelativeResize="0"/>
          <p:nvPr/>
        </p:nvPicPr>
        <p:blipFill>
          <a:blip r:embed="rId12">
            <a:alphaModFix/>
          </a:blip>
          <a:stretch>
            <a:fillRect/>
          </a:stretch>
        </p:blipFill>
        <p:spPr>
          <a:xfrm>
            <a:off x="4336147" y="3619835"/>
            <a:ext cx="390600" cy="390600"/>
          </a:xfrm>
          <a:prstGeom prst="rect">
            <a:avLst/>
          </a:prstGeom>
          <a:noFill/>
          <a:ln>
            <a:noFill/>
          </a:ln>
        </p:spPr>
      </p:pic>
      <p:sp>
        <p:nvSpPr>
          <p:cNvPr id="454" name="Google Shape;454;p21"/>
          <p:cNvSpPr/>
          <p:nvPr/>
        </p:nvSpPr>
        <p:spPr>
          <a:xfrm>
            <a:off x="185700" y="91350"/>
            <a:ext cx="8740200" cy="486600"/>
          </a:xfrm>
          <a:prstGeom prst="roundRect">
            <a:avLst>
              <a:gd fmla="val 16667" name="adj"/>
            </a:avLst>
          </a:prstGeom>
          <a:solidFill>
            <a:srgbClr val="0062A5"/>
          </a:solidFill>
          <a:ln cap="flat" cmpd="sng" w="9525">
            <a:solidFill>
              <a:srgbClr val="0062A5"/>
            </a:solidFill>
            <a:prstDash val="solid"/>
            <a:round/>
            <a:headEnd len="sm" w="sm" type="none"/>
            <a:tailEnd len="sm" w="sm" type="none"/>
          </a:ln>
        </p:spPr>
        <p:txBody>
          <a:bodyPr anchorCtr="0" anchor="ctr" bIns="0" lIns="91425" spcFirstLastPara="1" rIns="91425" wrap="square" tIns="0">
            <a:noAutofit/>
          </a:bodyPr>
          <a:lstStyle/>
          <a:p>
            <a:pPr indent="0" lvl="0" marL="0" rtl="0" algn="l">
              <a:lnSpc>
                <a:spcPct val="90000"/>
              </a:lnSpc>
              <a:spcBef>
                <a:spcPts val="0"/>
              </a:spcBef>
              <a:spcAft>
                <a:spcPts val="0"/>
              </a:spcAft>
              <a:buNone/>
            </a:pPr>
            <a:r>
              <a:rPr b="1" lang="en" sz="1800">
                <a:solidFill>
                  <a:srgbClr val="FFFFFF"/>
                </a:solidFill>
                <a:latin typeface="Jost"/>
                <a:ea typeface="Jost"/>
                <a:cs typeface="Jost"/>
                <a:sym typeface="Jost"/>
              </a:rPr>
              <a:t>Agent Development and Orchestration</a:t>
            </a:r>
            <a:endParaRPr b="1" sz="1600">
              <a:solidFill>
                <a:srgbClr val="FFFFFF"/>
              </a:solidFill>
              <a:latin typeface="Jost"/>
              <a:ea typeface="Jost"/>
              <a:cs typeface="Jost"/>
              <a:sym typeface="Jost"/>
            </a:endParaRPr>
          </a:p>
        </p:txBody>
      </p:sp>
      <p:grpSp>
        <p:nvGrpSpPr>
          <p:cNvPr id="455" name="Google Shape;455;p21"/>
          <p:cNvGrpSpPr/>
          <p:nvPr/>
        </p:nvGrpSpPr>
        <p:grpSpPr>
          <a:xfrm>
            <a:off x="5230400" y="876070"/>
            <a:ext cx="3256200" cy="3987300"/>
            <a:chOff x="5514525" y="975600"/>
            <a:chExt cx="3256200" cy="3987300"/>
          </a:xfrm>
        </p:grpSpPr>
        <p:sp>
          <p:nvSpPr>
            <p:cNvPr id="456" name="Google Shape;456;p21"/>
            <p:cNvSpPr/>
            <p:nvPr/>
          </p:nvSpPr>
          <p:spPr>
            <a:xfrm>
              <a:off x="5514525" y="975600"/>
              <a:ext cx="3256200" cy="3987300"/>
            </a:xfrm>
            <a:prstGeom prst="roundRect">
              <a:avLst>
                <a:gd fmla="val 6071" name="adj"/>
              </a:avLst>
            </a:prstGeom>
            <a:noFill/>
            <a:ln cap="flat" cmpd="sng" w="9525">
              <a:solidFill>
                <a:srgbClr val="0062A5"/>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457" name="Google Shape;457;p21"/>
            <p:cNvGrpSpPr/>
            <p:nvPr/>
          </p:nvGrpSpPr>
          <p:grpSpPr>
            <a:xfrm>
              <a:off x="5633990" y="1110227"/>
              <a:ext cx="3017267" cy="3697144"/>
              <a:chOff x="5373588" y="1664825"/>
              <a:chExt cx="2563088" cy="3140625"/>
            </a:xfrm>
          </p:grpSpPr>
          <p:sp>
            <p:nvSpPr>
              <p:cNvPr id="458" name="Google Shape;458;p21"/>
              <p:cNvSpPr/>
              <p:nvPr/>
            </p:nvSpPr>
            <p:spPr>
              <a:xfrm>
                <a:off x="6910075" y="3010250"/>
                <a:ext cx="1026600" cy="1795200"/>
              </a:xfrm>
              <a:prstGeom prst="rect">
                <a:avLst/>
              </a:prstGeom>
              <a:noFill/>
              <a:ln cap="flat" cmpd="sng" w="11225">
                <a:solidFill>
                  <a:srgbClr val="0062A5"/>
                </a:solidFill>
                <a:prstDash val="solid"/>
                <a:round/>
                <a:headEnd len="sm" w="sm" type="none"/>
                <a:tailEnd len="sm" w="sm" type="none"/>
              </a:ln>
            </p:spPr>
            <p:txBody>
              <a:bodyPr anchorCtr="0" anchor="ctr" bIns="107625" lIns="107625" spcFirstLastPara="1" rIns="107625" wrap="square" tIns="107625">
                <a:noAutofit/>
              </a:bodyPr>
              <a:lstStyle/>
              <a:p>
                <a:pPr indent="0" lvl="0" marL="0" rtl="0" algn="ctr">
                  <a:spcBef>
                    <a:spcPts val="0"/>
                  </a:spcBef>
                  <a:spcAft>
                    <a:spcPts val="0"/>
                  </a:spcAft>
                  <a:buNone/>
                </a:pPr>
                <a:r>
                  <a:t/>
                </a:r>
                <a:endParaRPr sz="1648"/>
              </a:p>
            </p:txBody>
          </p:sp>
          <p:pic>
            <p:nvPicPr>
              <p:cNvPr id="459" name="Google Shape;459;p21"/>
              <p:cNvPicPr preferRelativeResize="0"/>
              <p:nvPr/>
            </p:nvPicPr>
            <p:blipFill rotWithShape="1">
              <a:blip r:embed="rId3">
                <a:alphaModFix/>
              </a:blip>
              <a:srcRect b="37322" l="19162" r="18764" t="37138"/>
              <a:stretch/>
            </p:blipFill>
            <p:spPr>
              <a:xfrm>
                <a:off x="7018900" y="4510925"/>
                <a:ext cx="812700" cy="200975"/>
              </a:xfrm>
              <a:prstGeom prst="rect">
                <a:avLst/>
              </a:prstGeom>
              <a:noFill/>
              <a:ln>
                <a:noFill/>
              </a:ln>
            </p:spPr>
          </p:pic>
          <p:sp>
            <p:nvSpPr>
              <p:cNvPr id="460" name="Google Shape;460;p21"/>
              <p:cNvSpPr txBox="1"/>
              <p:nvPr/>
            </p:nvSpPr>
            <p:spPr>
              <a:xfrm>
                <a:off x="7018875" y="4318375"/>
                <a:ext cx="812700" cy="176100"/>
              </a:xfrm>
              <a:prstGeom prst="rect">
                <a:avLst/>
              </a:prstGeom>
              <a:noFill/>
              <a:ln>
                <a:noFill/>
              </a:ln>
            </p:spPr>
            <p:txBody>
              <a:bodyPr anchorCtr="0" anchor="ctr" bIns="107625" lIns="107625" spcFirstLastPara="1" rIns="107625" wrap="square" tIns="107625">
                <a:noAutofit/>
              </a:bodyPr>
              <a:lstStyle/>
              <a:p>
                <a:pPr indent="0" lvl="0" marL="0" rtl="0" algn="l">
                  <a:spcBef>
                    <a:spcPts val="0"/>
                  </a:spcBef>
                  <a:spcAft>
                    <a:spcPts val="0"/>
                  </a:spcAft>
                  <a:buNone/>
                </a:pPr>
                <a:r>
                  <a:rPr b="1" i="1" lang="en" sz="941">
                    <a:solidFill>
                      <a:schemeClr val="dk1"/>
                    </a:solidFill>
                    <a:latin typeface="Nunito"/>
                    <a:ea typeface="Nunito"/>
                    <a:cs typeface="Nunito"/>
                    <a:sym typeface="Nunito"/>
                  </a:rPr>
                  <a:t>Powered by :</a:t>
                </a:r>
                <a:endParaRPr b="1" i="1" sz="941">
                  <a:solidFill>
                    <a:schemeClr val="dk1"/>
                  </a:solidFill>
                  <a:latin typeface="Nunito"/>
                  <a:ea typeface="Nunito"/>
                  <a:cs typeface="Nunito"/>
                  <a:sym typeface="Nunito"/>
                </a:endParaRPr>
              </a:p>
            </p:txBody>
          </p:sp>
          <p:cxnSp>
            <p:nvCxnSpPr>
              <p:cNvPr id="461" name="Google Shape;461;p21"/>
              <p:cNvCxnSpPr>
                <a:stCxn id="462" idx="2"/>
                <a:endCxn id="458" idx="0"/>
              </p:cNvCxnSpPr>
              <p:nvPr/>
            </p:nvCxnSpPr>
            <p:spPr>
              <a:xfrm>
                <a:off x="7423375" y="2581325"/>
                <a:ext cx="0" cy="429000"/>
              </a:xfrm>
              <a:prstGeom prst="straightConnector1">
                <a:avLst/>
              </a:prstGeom>
              <a:noFill/>
              <a:ln cap="flat" cmpd="sng" w="11225">
                <a:solidFill>
                  <a:schemeClr val="dk2"/>
                </a:solidFill>
                <a:prstDash val="solid"/>
                <a:round/>
                <a:headEnd len="med" w="med" type="triangle"/>
                <a:tailEnd len="med" w="med" type="triangle"/>
              </a:ln>
            </p:spPr>
          </p:cxnSp>
          <p:sp>
            <p:nvSpPr>
              <p:cNvPr id="463" name="Google Shape;463;p21"/>
              <p:cNvSpPr txBox="1"/>
              <p:nvPr/>
            </p:nvSpPr>
            <p:spPr>
              <a:xfrm>
                <a:off x="5373588" y="2222475"/>
                <a:ext cx="1396500" cy="1583400"/>
              </a:xfrm>
              <a:prstGeom prst="rect">
                <a:avLst/>
              </a:prstGeom>
              <a:noFill/>
              <a:ln>
                <a:noFill/>
              </a:ln>
            </p:spPr>
            <p:txBody>
              <a:bodyPr anchorCtr="0" anchor="ctr" bIns="107625" lIns="107625" spcFirstLastPara="1" rIns="107625" wrap="square" tIns="107625">
                <a:noAutofit/>
              </a:bodyPr>
              <a:lstStyle/>
              <a:p>
                <a:pPr indent="0" lvl="0" marL="0" rtl="0" algn="l">
                  <a:spcBef>
                    <a:spcPts val="0"/>
                  </a:spcBef>
                  <a:spcAft>
                    <a:spcPts val="0"/>
                  </a:spcAft>
                  <a:buNone/>
                </a:pPr>
                <a:r>
                  <a:rPr i="1" lang="en" sz="824">
                    <a:solidFill>
                      <a:schemeClr val="dk1"/>
                    </a:solidFill>
                    <a:latin typeface="Nunito SemiBold"/>
                    <a:ea typeface="Nunito SemiBold"/>
                    <a:cs typeface="Nunito SemiBold"/>
                    <a:sym typeface="Nunito SemiBold"/>
                  </a:rPr>
                  <a:t>Agents can be created locally using PIE’s agentic frameworks or developed on low-code/no-code platforms like n8n or Zapier. Once tested and validated, they can be registered in PIE’s Agent Registry and seamlessly integrated into any organization through APIs or webhook connections.</a:t>
                </a:r>
                <a:endParaRPr i="1" sz="824">
                  <a:solidFill>
                    <a:schemeClr val="dk1"/>
                  </a:solidFill>
                  <a:latin typeface="Nunito SemiBold"/>
                  <a:ea typeface="Nunito SemiBold"/>
                  <a:cs typeface="Nunito SemiBold"/>
                  <a:sym typeface="Nunito SemiBold"/>
                </a:endParaRPr>
              </a:p>
            </p:txBody>
          </p:sp>
          <p:sp>
            <p:nvSpPr>
              <p:cNvPr id="462" name="Google Shape;462;p21"/>
              <p:cNvSpPr txBox="1"/>
              <p:nvPr/>
            </p:nvSpPr>
            <p:spPr>
              <a:xfrm>
                <a:off x="6910075" y="1664825"/>
                <a:ext cx="1026600" cy="916500"/>
              </a:xfrm>
              <a:prstGeom prst="rect">
                <a:avLst/>
              </a:prstGeom>
              <a:noFill/>
              <a:ln cap="flat" cmpd="sng" w="11225">
                <a:solidFill>
                  <a:srgbClr val="0B5394"/>
                </a:solidFill>
                <a:prstDash val="solid"/>
                <a:round/>
                <a:headEnd len="sm" w="sm" type="none"/>
                <a:tailEnd len="sm" w="sm" type="none"/>
              </a:ln>
            </p:spPr>
            <p:txBody>
              <a:bodyPr anchorCtr="0" anchor="ctr" bIns="107625" lIns="107625" spcFirstLastPara="1" rIns="107625" wrap="square" tIns="107625">
                <a:noAutofit/>
              </a:bodyPr>
              <a:lstStyle/>
              <a:p>
                <a:pPr indent="0" lvl="0" marL="0" marR="0" rtl="0" algn="r">
                  <a:lnSpc>
                    <a:spcPct val="100000"/>
                  </a:lnSpc>
                  <a:spcBef>
                    <a:spcPts val="0"/>
                  </a:spcBef>
                  <a:spcAft>
                    <a:spcPts val="0"/>
                  </a:spcAft>
                  <a:buClr>
                    <a:srgbClr val="000000"/>
                  </a:buClr>
                  <a:buSzPts val="942"/>
                  <a:buFont typeface="Arial"/>
                  <a:buNone/>
                </a:pPr>
                <a:r>
                  <a:t/>
                </a:r>
                <a:endParaRPr b="0" i="0" sz="1648" u="none" cap="none" strike="noStrike">
                  <a:solidFill>
                    <a:srgbClr val="1D5A9C"/>
                  </a:solidFill>
                  <a:latin typeface="Arial"/>
                  <a:ea typeface="Arial"/>
                  <a:cs typeface="Arial"/>
                  <a:sym typeface="Arial"/>
                </a:endParaRPr>
              </a:p>
            </p:txBody>
          </p:sp>
          <p:pic>
            <p:nvPicPr>
              <p:cNvPr id="464" name="Google Shape;464;p21"/>
              <p:cNvPicPr preferRelativeResize="0"/>
              <p:nvPr/>
            </p:nvPicPr>
            <p:blipFill rotWithShape="1">
              <a:blip r:embed="rId13">
                <a:alphaModFix/>
              </a:blip>
              <a:srcRect b="0" l="0" r="0" t="0"/>
              <a:stretch/>
            </p:blipFill>
            <p:spPr>
              <a:xfrm>
                <a:off x="7231225" y="1713873"/>
                <a:ext cx="384300" cy="394445"/>
              </a:xfrm>
              <a:prstGeom prst="rect">
                <a:avLst/>
              </a:prstGeom>
              <a:noFill/>
              <a:ln>
                <a:noFill/>
              </a:ln>
            </p:spPr>
          </p:pic>
          <p:sp>
            <p:nvSpPr>
              <p:cNvPr id="465" name="Google Shape;465;p21"/>
              <p:cNvSpPr txBox="1"/>
              <p:nvPr/>
            </p:nvSpPr>
            <p:spPr>
              <a:xfrm>
                <a:off x="7024375" y="2144275"/>
                <a:ext cx="798000" cy="390600"/>
              </a:xfrm>
              <a:prstGeom prst="rect">
                <a:avLst/>
              </a:prstGeom>
              <a:noFill/>
              <a:ln>
                <a:noFill/>
              </a:ln>
            </p:spPr>
            <p:txBody>
              <a:bodyPr anchorCtr="0" anchor="ctr" bIns="107625" lIns="107625" spcFirstLastPara="1" rIns="107625" wrap="square" tIns="107625">
                <a:noAutofit/>
              </a:bodyPr>
              <a:lstStyle/>
              <a:p>
                <a:pPr indent="0" lvl="0" marL="0" rtl="0" algn="ctr">
                  <a:spcBef>
                    <a:spcPts val="0"/>
                  </a:spcBef>
                  <a:spcAft>
                    <a:spcPts val="0"/>
                  </a:spcAft>
                  <a:buNone/>
                </a:pPr>
                <a:r>
                  <a:rPr b="1" lang="en" sz="941">
                    <a:solidFill>
                      <a:srgbClr val="1D5A9C"/>
                    </a:solidFill>
                    <a:latin typeface="Nunito"/>
                    <a:ea typeface="Nunito"/>
                    <a:cs typeface="Nunito"/>
                    <a:sym typeface="Nunito"/>
                  </a:rPr>
                  <a:t>Agent Orchestrator </a:t>
                </a:r>
                <a:endParaRPr b="1" sz="941">
                  <a:solidFill>
                    <a:srgbClr val="1D5A9C"/>
                  </a:solidFill>
                  <a:latin typeface="Nunito"/>
                  <a:ea typeface="Nunito"/>
                  <a:cs typeface="Nunito"/>
                  <a:sym typeface="Nunito"/>
                </a:endParaRPr>
              </a:p>
              <a:p>
                <a:pPr indent="0" lvl="0" marL="0" rtl="0" algn="ctr">
                  <a:spcBef>
                    <a:spcPts val="0"/>
                  </a:spcBef>
                  <a:spcAft>
                    <a:spcPts val="0"/>
                  </a:spcAft>
                  <a:buNone/>
                </a:pPr>
                <a:r>
                  <a:rPr b="1" lang="en" sz="941">
                    <a:solidFill>
                      <a:srgbClr val="1D5A9C"/>
                    </a:solidFill>
                    <a:latin typeface="Nunito"/>
                    <a:ea typeface="Nunito"/>
                    <a:cs typeface="Nunito"/>
                    <a:sym typeface="Nunito"/>
                  </a:rPr>
                  <a:t>(Agentic AI)</a:t>
                </a:r>
                <a:endParaRPr sz="1648"/>
              </a:p>
            </p:txBody>
          </p:sp>
          <p:grpSp>
            <p:nvGrpSpPr>
              <p:cNvPr id="466" name="Google Shape;466;p21"/>
              <p:cNvGrpSpPr/>
              <p:nvPr/>
            </p:nvGrpSpPr>
            <p:grpSpPr>
              <a:xfrm>
                <a:off x="7018863" y="3134025"/>
                <a:ext cx="812700" cy="302400"/>
                <a:chOff x="5911288" y="4228725"/>
                <a:chExt cx="812700" cy="302400"/>
              </a:xfrm>
            </p:grpSpPr>
            <p:sp>
              <p:nvSpPr>
                <p:cNvPr id="467" name="Google Shape;467;p21"/>
                <p:cNvSpPr/>
                <p:nvPr/>
              </p:nvSpPr>
              <p:spPr>
                <a:xfrm>
                  <a:off x="5911288" y="4228725"/>
                  <a:ext cx="812700" cy="302400"/>
                </a:xfrm>
                <a:prstGeom prst="roundRect">
                  <a:avLst>
                    <a:gd fmla="val 16667" name="adj"/>
                  </a:avLst>
                </a:prstGeom>
                <a:noFill/>
                <a:ln cap="flat" cmpd="sng" w="11225">
                  <a:solidFill>
                    <a:srgbClr val="0062A5"/>
                  </a:solidFill>
                  <a:prstDash val="dash"/>
                  <a:round/>
                  <a:headEnd len="sm" w="sm" type="none"/>
                  <a:tailEnd len="sm" w="sm" type="none"/>
                </a:ln>
              </p:spPr>
              <p:txBody>
                <a:bodyPr anchorCtr="0" anchor="ctr" bIns="107625" lIns="107625" spcFirstLastPara="1" rIns="107625" wrap="square" tIns="107625">
                  <a:noAutofit/>
                </a:bodyPr>
                <a:lstStyle/>
                <a:p>
                  <a:pPr indent="0" lvl="0" marL="0" rtl="0" algn="ctr">
                    <a:spcBef>
                      <a:spcPts val="0"/>
                    </a:spcBef>
                    <a:spcAft>
                      <a:spcPts val="0"/>
                    </a:spcAft>
                    <a:buNone/>
                  </a:pPr>
                  <a:r>
                    <a:t/>
                  </a:r>
                  <a:endParaRPr sz="1648"/>
                </a:p>
              </p:txBody>
            </p:sp>
            <p:grpSp>
              <p:nvGrpSpPr>
                <p:cNvPr id="468" name="Google Shape;468;p21"/>
                <p:cNvGrpSpPr/>
                <p:nvPr/>
              </p:nvGrpSpPr>
              <p:grpSpPr>
                <a:xfrm>
                  <a:off x="5941495" y="4260500"/>
                  <a:ext cx="752280" cy="241200"/>
                  <a:chOff x="5941495" y="4260500"/>
                  <a:chExt cx="752280" cy="241200"/>
                </a:xfrm>
              </p:grpSpPr>
              <p:pic>
                <p:nvPicPr>
                  <p:cNvPr id="469" name="Google Shape;469;p21" title="ai-agent.png"/>
                  <p:cNvPicPr preferRelativeResize="0"/>
                  <p:nvPr/>
                </p:nvPicPr>
                <p:blipFill>
                  <a:blip r:embed="rId14">
                    <a:alphaModFix/>
                  </a:blip>
                  <a:stretch>
                    <a:fillRect/>
                  </a:stretch>
                </p:blipFill>
                <p:spPr>
                  <a:xfrm>
                    <a:off x="5941495" y="4260547"/>
                    <a:ext cx="250675" cy="241100"/>
                  </a:xfrm>
                  <a:prstGeom prst="rect">
                    <a:avLst/>
                  </a:prstGeom>
                  <a:noFill/>
                  <a:ln>
                    <a:noFill/>
                  </a:ln>
                </p:spPr>
              </p:pic>
              <p:sp>
                <p:nvSpPr>
                  <p:cNvPr id="470" name="Google Shape;470;p21"/>
                  <p:cNvSpPr txBox="1"/>
                  <p:nvPr/>
                </p:nvSpPr>
                <p:spPr>
                  <a:xfrm>
                    <a:off x="6192175" y="4260500"/>
                    <a:ext cx="501600" cy="241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941">
                        <a:solidFill>
                          <a:srgbClr val="1D5A9C"/>
                        </a:solidFill>
                        <a:latin typeface="Nunito"/>
                        <a:ea typeface="Nunito"/>
                        <a:cs typeface="Nunito"/>
                        <a:sym typeface="Nunito"/>
                      </a:rPr>
                      <a:t>Agent-1</a:t>
                    </a:r>
                    <a:endParaRPr sz="1648"/>
                  </a:p>
                </p:txBody>
              </p:sp>
            </p:grpSp>
          </p:grpSp>
          <p:grpSp>
            <p:nvGrpSpPr>
              <p:cNvPr id="471" name="Google Shape;471;p21"/>
              <p:cNvGrpSpPr/>
              <p:nvPr/>
            </p:nvGrpSpPr>
            <p:grpSpPr>
              <a:xfrm>
                <a:off x="7018863" y="3531300"/>
                <a:ext cx="812700" cy="302400"/>
                <a:chOff x="5911288" y="4228725"/>
                <a:chExt cx="812700" cy="302400"/>
              </a:xfrm>
            </p:grpSpPr>
            <p:sp>
              <p:nvSpPr>
                <p:cNvPr id="472" name="Google Shape;472;p21"/>
                <p:cNvSpPr/>
                <p:nvPr/>
              </p:nvSpPr>
              <p:spPr>
                <a:xfrm>
                  <a:off x="5911288" y="4228725"/>
                  <a:ext cx="812700" cy="302400"/>
                </a:xfrm>
                <a:prstGeom prst="roundRect">
                  <a:avLst>
                    <a:gd fmla="val 16667" name="adj"/>
                  </a:avLst>
                </a:prstGeom>
                <a:noFill/>
                <a:ln cap="flat" cmpd="sng" w="11225">
                  <a:solidFill>
                    <a:srgbClr val="0062A5"/>
                  </a:solidFill>
                  <a:prstDash val="dash"/>
                  <a:round/>
                  <a:headEnd len="sm" w="sm" type="none"/>
                  <a:tailEnd len="sm" w="sm" type="none"/>
                </a:ln>
              </p:spPr>
              <p:txBody>
                <a:bodyPr anchorCtr="0" anchor="ctr" bIns="107625" lIns="107625" spcFirstLastPara="1" rIns="107625" wrap="square" tIns="107625">
                  <a:noAutofit/>
                </a:bodyPr>
                <a:lstStyle/>
                <a:p>
                  <a:pPr indent="0" lvl="0" marL="0" rtl="0" algn="ctr">
                    <a:spcBef>
                      <a:spcPts val="0"/>
                    </a:spcBef>
                    <a:spcAft>
                      <a:spcPts val="0"/>
                    </a:spcAft>
                    <a:buNone/>
                  </a:pPr>
                  <a:r>
                    <a:t/>
                  </a:r>
                  <a:endParaRPr sz="1648"/>
                </a:p>
              </p:txBody>
            </p:sp>
            <p:grpSp>
              <p:nvGrpSpPr>
                <p:cNvPr id="473" name="Google Shape;473;p21"/>
                <p:cNvGrpSpPr/>
                <p:nvPr/>
              </p:nvGrpSpPr>
              <p:grpSpPr>
                <a:xfrm>
                  <a:off x="5941495" y="4260500"/>
                  <a:ext cx="752280" cy="241200"/>
                  <a:chOff x="5941495" y="4260500"/>
                  <a:chExt cx="752280" cy="241200"/>
                </a:xfrm>
              </p:grpSpPr>
              <p:pic>
                <p:nvPicPr>
                  <p:cNvPr id="474" name="Google Shape;474;p21" title="ai-agent.png"/>
                  <p:cNvPicPr preferRelativeResize="0"/>
                  <p:nvPr/>
                </p:nvPicPr>
                <p:blipFill>
                  <a:blip r:embed="rId14">
                    <a:alphaModFix/>
                  </a:blip>
                  <a:stretch>
                    <a:fillRect/>
                  </a:stretch>
                </p:blipFill>
                <p:spPr>
                  <a:xfrm>
                    <a:off x="5941495" y="4260547"/>
                    <a:ext cx="250675" cy="241100"/>
                  </a:xfrm>
                  <a:prstGeom prst="rect">
                    <a:avLst/>
                  </a:prstGeom>
                  <a:noFill/>
                  <a:ln>
                    <a:noFill/>
                  </a:ln>
                </p:spPr>
              </p:pic>
              <p:sp>
                <p:nvSpPr>
                  <p:cNvPr id="475" name="Google Shape;475;p21"/>
                  <p:cNvSpPr txBox="1"/>
                  <p:nvPr/>
                </p:nvSpPr>
                <p:spPr>
                  <a:xfrm>
                    <a:off x="6192175" y="4260500"/>
                    <a:ext cx="501600" cy="241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941">
                        <a:solidFill>
                          <a:srgbClr val="1D5A9C"/>
                        </a:solidFill>
                        <a:latin typeface="Nunito"/>
                        <a:ea typeface="Nunito"/>
                        <a:cs typeface="Nunito"/>
                        <a:sym typeface="Nunito"/>
                      </a:rPr>
                      <a:t>Agent-2</a:t>
                    </a:r>
                    <a:endParaRPr sz="1648"/>
                  </a:p>
                </p:txBody>
              </p:sp>
            </p:grpSp>
          </p:grpSp>
          <p:grpSp>
            <p:nvGrpSpPr>
              <p:cNvPr id="476" name="Google Shape;476;p21"/>
              <p:cNvGrpSpPr/>
              <p:nvPr/>
            </p:nvGrpSpPr>
            <p:grpSpPr>
              <a:xfrm>
                <a:off x="7018863" y="3924838"/>
                <a:ext cx="812700" cy="302400"/>
                <a:chOff x="5911288" y="4228725"/>
                <a:chExt cx="812700" cy="302400"/>
              </a:xfrm>
            </p:grpSpPr>
            <p:sp>
              <p:nvSpPr>
                <p:cNvPr id="477" name="Google Shape;477;p21"/>
                <p:cNvSpPr/>
                <p:nvPr/>
              </p:nvSpPr>
              <p:spPr>
                <a:xfrm>
                  <a:off x="5911288" y="4228725"/>
                  <a:ext cx="812700" cy="302400"/>
                </a:xfrm>
                <a:prstGeom prst="roundRect">
                  <a:avLst>
                    <a:gd fmla="val 16667" name="adj"/>
                  </a:avLst>
                </a:prstGeom>
                <a:noFill/>
                <a:ln cap="flat" cmpd="sng" w="11225">
                  <a:solidFill>
                    <a:srgbClr val="0062A5"/>
                  </a:solidFill>
                  <a:prstDash val="dash"/>
                  <a:round/>
                  <a:headEnd len="sm" w="sm" type="none"/>
                  <a:tailEnd len="sm" w="sm" type="none"/>
                </a:ln>
              </p:spPr>
              <p:txBody>
                <a:bodyPr anchorCtr="0" anchor="ctr" bIns="107625" lIns="107625" spcFirstLastPara="1" rIns="107625" wrap="square" tIns="107625">
                  <a:noAutofit/>
                </a:bodyPr>
                <a:lstStyle/>
                <a:p>
                  <a:pPr indent="0" lvl="0" marL="0" rtl="0" algn="ctr">
                    <a:spcBef>
                      <a:spcPts val="0"/>
                    </a:spcBef>
                    <a:spcAft>
                      <a:spcPts val="0"/>
                    </a:spcAft>
                    <a:buNone/>
                  </a:pPr>
                  <a:r>
                    <a:t/>
                  </a:r>
                  <a:endParaRPr sz="1648"/>
                </a:p>
              </p:txBody>
            </p:sp>
            <p:grpSp>
              <p:nvGrpSpPr>
                <p:cNvPr id="478" name="Google Shape;478;p21"/>
                <p:cNvGrpSpPr/>
                <p:nvPr/>
              </p:nvGrpSpPr>
              <p:grpSpPr>
                <a:xfrm>
                  <a:off x="5941495" y="4260500"/>
                  <a:ext cx="752280" cy="241200"/>
                  <a:chOff x="5941495" y="4260500"/>
                  <a:chExt cx="752280" cy="241200"/>
                </a:xfrm>
              </p:grpSpPr>
              <p:pic>
                <p:nvPicPr>
                  <p:cNvPr id="479" name="Google Shape;479;p21" title="ai-agent.png"/>
                  <p:cNvPicPr preferRelativeResize="0"/>
                  <p:nvPr/>
                </p:nvPicPr>
                <p:blipFill>
                  <a:blip r:embed="rId14">
                    <a:alphaModFix/>
                  </a:blip>
                  <a:stretch>
                    <a:fillRect/>
                  </a:stretch>
                </p:blipFill>
                <p:spPr>
                  <a:xfrm>
                    <a:off x="5941495" y="4260547"/>
                    <a:ext cx="250675" cy="241100"/>
                  </a:xfrm>
                  <a:prstGeom prst="rect">
                    <a:avLst/>
                  </a:prstGeom>
                  <a:noFill/>
                  <a:ln>
                    <a:noFill/>
                  </a:ln>
                </p:spPr>
              </p:pic>
              <p:sp>
                <p:nvSpPr>
                  <p:cNvPr id="480" name="Google Shape;480;p21"/>
                  <p:cNvSpPr txBox="1"/>
                  <p:nvPr/>
                </p:nvSpPr>
                <p:spPr>
                  <a:xfrm>
                    <a:off x="6192175" y="4260500"/>
                    <a:ext cx="501600" cy="241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941">
                        <a:solidFill>
                          <a:srgbClr val="1D5A9C"/>
                        </a:solidFill>
                        <a:latin typeface="Nunito"/>
                        <a:ea typeface="Nunito"/>
                        <a:cs typeface="Nunito"/>
                        <a:sym typeface="Nunito"/>
                      </a:rPr>
                      <a:t>Agent-3</a:t>
                    </a:r>
                    <a:endParaRPr sz="1648"/>
                  </a:p>
                </p:txBody>
              </p:sp>
            </p:grpSp>
          </p:grpSp>
        </p:grpSp>
      </p:grpSp>
      <p:sp>
        <p:nvSpPr>
          <p:cNvPr id="481" name="Google Shape;481;p21"/>
          <p:cNvSpPr txBox="1"/>
          <p:nvPr>
            <p:ph idx="12" type="sldNum"/>
          </p:nvPr>
        </p:nvSpPr>
        <p:spPr>
          <a:xfrm>
            <a:off x="8472458" y="4663217"/>
            <a:ext cx="548700" cy="393600"/>
          </a:xfrm>
          <a:prstGeom prst="rect">
            <a:avLst/>
          </a:prstGeom>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en" sz="1200">
                <a:latin typeface="Jost"/>
                <a:ea typeface="Jost"/>
                <a:cs typeface="Jost"/>
                <a:sym typeface="Jost"/>
              </a:rPr>
              <a:t>‹#›</a:t>
            </a:fld>
            <a:endParaRPr sz="1200">
              <a:latin typeface="Jost"/>
              <a:ea typeface="Jost"/>
              <a:cs typeface="Jost"/>
              <a:sym typeface="Jost"/>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5" name="Shape 485"/>
        <p:cNvGrpSpPr/>
        <p:nvPr/>
      </p:nvGrpSpPr>
      <p:grpSpPr>
        <a:xfrm>
          <a:off x="0" y="0"/>
          <a:ext cx="0" cy="0"/>
          <a:chOff x="0" y="0"/>
          <a:chExt cx="0" cy="0"/>
        </a:xfrm>
      </p:grpSpPr>
      <p:sp>
        <p:nvSpPr>
          <p:cNvPr id="486" name="Google Shape;486;p22"/>
          <p:cNvSpPr/>
          <p:nvPr/>
        </p:nvSpPr>
        <p:spPr>
          <a:xfrm>
            <a:off x="89438" y="756769"/>
            <a:ext cx="2947200" cy="654300"/>
          </a:xfrm>
          <a:prstGeom prst="rect">
            <a:avLst/>
          </a:prstGeom>
          <a:noFill/>
          <a:ln cap="flat" cmpd="sng" w="14300">
            <a:solidFill>
              <a:srgbClr val="1D5A9C"/>
            </a:solidFill>
            <a:prstDash val="dash"/>
            <a:round/>
            <a:headEnd len="sm" w="sm" type="none"/>
            <a:tailEnd len="sm" w="sm" type="none"/>
          </a:ln>
        </p:spPr>
        <p:txBody>
          <a:bodyPr anchorCtr="0" anchor="ctr" bIns="45725" lIns="45725" spcFirstLastPara="1" rIns="45725" wrap="square" tIns="45725">
            <a:noAutofit/>
          </a:bodyPr>
          <a:lstStyle/>
          <a:p>
            <a:pPr indent="0" lvl="0" marL="0" marR="0" rtl="0" algn="ctr">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grpSp>
        <p:nvGrpSpPr>
          <p:cNvPr id="487" name="Google Shape;487;p22"/>
          <p:cNvGrpSpPr/>
          <p:nvPr/>
        </p:nvGrpSpPr>
        <p:grpSpPr>
          <a:xfrm>
            <a:off x="849123" y="1097713"/>
            <a:ext cx="757283" cy="239598"/>
            <a:chOff x="248903" y="1731297"/>
            <a:chExt cx="855300" cy="512400"/>
          </a:xfrm>
        </p:grpSpPr>
        <p:sp>
          <p:nvSpPr>
            <p:cNvPr id="488" name="Google Shape;488;p22"/>
            <p:cNvSpPr/>
            <p:nvPr/>
          </p:nvSpPr>
          <p:spPr>
            <a:xfrm>
              <a:off x="248903" y="1731297"/>
              <a:ext cx="855300" cy="512400"/>
            </a:xfrm>
            <a:prstGeom prst="rect">
              <a:avLst/>
            </a:prstGeom>
            <a:noFill/>
            <a:ln cap="flat" cmpd="sng" w="7150">
              <a:solidFill>
                <a:srgbClr val="0B539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800"/>
                <a:buFont typeface="Arial"/>
                <a:buNone/>
              </a:pPr>
              <a:r>
                <a:rPr b="1" i="0" lang="en" sz="800" u="none" cap="none" strike="noStrike">
                  <a:solidFill>
                    <a:schemeClr val="dk1"/>
                  </a:solidFill>
                  <a:latin typeface="Nunito"/>
                  <a:ea typeface="Nunito"/>
                  <a:cs typeface="Nunito"/>
                  <a:sym typeface="Nunito"/>
                </a:rPr>
                <a:t>Web UI</a:t>
              </a:r>
              <a:r>
                <a:rPr b="1" i="0" lang="en" sz="800" u="none" cap="none" strike="noStrike">
                  <a:solidFill>
                    <a:srgbClr val="000000"/>
                  </a:solidFill>
                  <a:latin typeface="Roboto"/>
                  <a:ea typeface="Roboto"/>
                  <a:cs typeface="Roboto"/>
                  <a:sym typeface="Roboto"/>
                </a:rPr>
                <a:t>        </a:t>
              </a:r>
              <a:endParaRPr b="1" i="0" sz="800" u="none" cap="none" strike="noStrike">
                <a:solidFill>
                  <a:srgbClr val="000000"/>
                </a:solidFill>
                <a:latin typeface="Roboto"/>
                <a:ea typeface="Roboto"/>
                <a:cs typeface="Roboto"/>
                <a:sym typeface="Roboto"/>
              </a:endParaRPr>
            </a:p>
          </p:txBody>
        </p:sp>
        <p:pic>
          <p:nvPicPr>
            <p:cNvPr id="489" name="Google Shape;489;p22"/>
            <p:cNvPicPr preferRelativeResize="0"/>
            <p:nvPr/>
          </p:nvPicPr>
          <p:blipFill rotWithShape="1">
            <a:blip r:embed="rId3">
              <a:alphaModFix/>
            </a:blip>
            <a:srcRect b="0" l="0" r="0" t="0"/>
            <a:stretch/>
          </p:blipFill>
          <p:spPr>
            <a:xfrm flipH="1" rot="10800000">
              <a:off x="315148" y="1738638"/>
              <a:ext cx="270729" cy="373137"/>
            </a:xfrm>
            <a:prstGeom prst="rect">
              <a:avLst/>
            </a:prstGeom>
            <a:noFill/>
            <a:ln>
              <a:noFill/>
            </a:ln>
          </p:spPr>
        </p:pic>
      </p:grpSp>
      <p:pic>
        <p:nvPicPr>
          <p:cNvPr id="490" name="Google Shape;490;p22"/>
          <p:cNvPicPr preferRelativeResize="0"/>
          <p:nvPr/>
        </p:nvPicPr>
        <p:blipFill rotWithShape="1">
          <a:blip r:embed="rId4">
            <a:alphaModFix/>
          </a:blip>
          <a:srcRect b="0" l="0" r="0" t="0"/>
          <a:stretch/>
        </p:blipFill>
        <p:spPr>
          <a:xfrm>
            <a:off x="180421" y="1040575"/>
            <a:ext cx="406227" cy="295747"/>
          </a:xfrm>
          <a:prstGeom prst="rect">
            <a:avLst/>
          </a:prstGeom>
          <a:noFill/>
          <a:ln>
            <a:noFill/>
          </a:ln>
        </p:spPr>
      </p:pic>
      <p:pic>
        <p:nvPicPr>
          <p:cNvPr id="491" name="Google Shape;491;p22"/>
          <p:cNvPicPr preferRelativeResize="0"/>
          <p:nvPr/>
        </p:nvPicPr>
        <p:blipFill rotWithShape="1">
          <a:blip r:embed="rId5">
            <a:alphaModFix/>
          </a:blip>
          <a:srcRect b="0" l="0" r="0" t="0"/>
          <a:stretch/>
        </p:blipFill>
        <p:spPr>
          <a:xfrm>
            <a:off x="7796575" y="4583049"/>
            <a:ext cx="258600" cy="216250"/>
          </a:xfrm>
          <a:prstGeom prst="rect">
            <a:avLst/>
          </a:prstGeom>
          <a:noFill/>
          <a:ln>
            <a:noFill/>
          </a:ln>
        </p:spPr>
      </p:pic>
      <p:sp>
        <p:nvSpPr>
          <p:cNvPr id="492" name="Google Shape;492;p22"/>
          <p:cNvSpPr txBox="1"/>
          <p:nvPr/>
        </p:nvSpPr>
        <p:spPr>
          <a:xfrm>
            <a:off x="1793568" y="1105369"/>
            <a:ext cx="1060200" cy="224400"/>
          </a:xfrm>
          <a:prstGeom prst="rect">
            <a:avLst/>
          </a:prstGeom>
          <a:noFill/>
          <a:ln cap="flat" cmpd="sng" w="7150">
            <a:solidFill>
              <a:srgbClr val="0B5394"/>
            </a:solidFill>
            <a:prstDash val="dashDot"/>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700"/>
              <a:buFont typeface="Arial"/>
              <a:buNone/>
            </a:pPr>
            <a:r>
              <a:rPr b="0" i="1" lang="en" sz="700" u="none" cap="none" strike="noStrike">
                <a:solidFill>
                  <a:schemeClr val="dk1"/>
                </a:solidFill>
                <a:latin typeface="Nunito"/>
                <a:ea typeface="Nunito"/>
                <a:cs typeface="Nunito"/>
                <a:sym typeface="Nunito"/>
              </a:rPr>
              <a:t>SSO / OAuth 2.0 / RBAC Authentication</a:t>
            </a:r>
            <a:endParaRPr b="0" i="1" sz="700" u="none" cap="none" strike="noStrike">
              <a:solidFill>
                <a:schemeClr val="dk1"/>
              </a:solidFill>
              <a:latin typeface="Nunito"/>
              <a:ea typeface="Nunito"/>
              <a:cs typeface="Nunito"/>
              <a:sym typeface="Nunito"/>
            </a:endParaRPr>
          </a:p>
        </p:txBody>
      </p:sp>
      <p:grpSp>
        <p:nvGrpSpPr>
          <p:cNvPr id="493" name="Google Shape;493;p22"/>
          <p:cNvGrpSpPr/>
          <p:nvPr/>
        </p:nvGrpSpPr>
        <p:grpSpPr>
          <a:xfrm>
            <a:off x="690127" y="802732"/>
            <a:ext cx="1480803" cy="228602"/>
            <a:chOff x="1373375" y="-218850"/>
            <a:chExt cx="1728900" cy="312000"/>
          </a:xfrm>
        </p:grpSpPr>
        <p:sp>
          <p:nvSpPr>
            <p:cNvPr id="494" name="Google Shape;494;p22"/>
            <p:cNvSpPr/>
            <p:nvPr/>
          </p:nvSpPr>
          <p:spPr>
            <a:xfrm>
              <a:off x="1373375" y="-218850"/>
              <a:ext cx="1728900" cy="312000"/>
            </a:xfrm>
            <a:prstGeom prst="roundRect">
              <a:avLst>
                <a:gd fmla="val 16667" name="adj"/>
              </a:avLst>
            </a:prstGeom>
            <a:solidFill>
              <a:schemeClr val="lt1"/>
            </a:solidFill>
            <a:ln cap="flat" cmpd="sng" w="143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900"/>
                <a:buFont typeface="Arial"/>
                <a:buNone/>
              </a:pPr>
              <a:r>
                <a:rPr b="1" i="0" lang="en" sz="900" u="none" cap="none" strike="noStrike">
                  <a:solidFill>
                    <a:srgbClr val="1D5A9C"/>
                  </a:solidFill>
                  <a:latin typeface="Nunito"/>
                  <a:ea typeface="Nunito"/>
                  <a:cs typeface="Nunito"/>
                  <a:sym typeface="Nunito"/>
                </a:rPr>
                <a:t>User Interface Layer</a:t>
              </a:r>
              <a:endParaRPr b="1" i="0" sz="900" u="none" cap="none" strike="noStrike">
                <a:solidFill>
                  <a:srgbClr val="1D5A9C"/>
                </a:solidFill>
                <a:latin typeface="Nunito"/>
                <a:ea typeface="Nunito"/>
                <a:cs typeface="Nunito"/>
                <a:sym typeface="Nunito"/>
              </a:endParaRPr>
            </a:p>
          </p:txBody>
        </p:sp>
        <p:pic>
          <p:nvPicPr>
            <p:cNvPr id="495" name="Google Shape;495;p22"/>
            <p:cNvPicPr preferRelativeResize="0"/>
            <p:nvPr/>
          </p:nvPicPr>
          <p:blipFill rotWithShape="1">
            <a:blip r:embed="rId6">
              <a:alphaModFix/>
            </a:blip>
            <a:srcRect b="0" l="0" r="0" t="0"/>
            <a:stretch/>
          </p:blipFill>
          <p:spPr>
            <a:xfrm>
              <a:off x="1399263" y="-203699"/>
              <a:ext cx="281261" cy="275283"/>
            </a:xfrm>
            <a:prstGeom prst="rect">
              <a:avLst/>
            </a:prstGeom>
            <a:noFill/>
            <a:ln>
              <a:noFill/>
            </a:ln>
          </p:spPr>
        </p:pic>
      </p:grpSp>
      <p:pic>
        <p:nvPicPr>
          <p:cNvPr id="496" name="Google Shape;496;p22"/>
          <p:cNvPicPr preferRelativeResize="0"/>
          <p:nvPr/>
        </p:nvPicPr>
        <p:blipFill rotWithShape="1">
          <a:blip r:embed="rId7">
            <a:alphaModFix/>
          </a:blip>
          <a:srcRect b="0" l="0" r="0" t="0"/>
          <a:stretch/>
        </p:blipFill>
        <p:spPr>
          <a:xfrm>
            <a:off x="237563" y="833858"/>
            <a:ext cx="204783" cy="149090"/>
          </a:xfrm>
          <a:prstGeom prst="rect">
            <a:avLst/>
          </a:prstGeom>
          <a:noFill/>
          <a:ln>
            <a:noFill/>
          </a:ln>
        </p:spPr>
      </p:pic>
      <p:sp>
        <p:nvSpPr>
          <p:cNvPr id="497" name="Google Shape;497;p22"/>
          <p:cNvSpPr/>
          <p:nvPr/>
        </p:nvSpPr>
        <p:spPr>
          <a:xfrm>
            <a:off x="6712181" y="2274703"/>
            <a:ext cx="1812000" cy="721800"/>
          </a:xfrm>
          <a:prstGeom prst="rect">
            <a:avLst/>
          </a:prstGeom>
          <a:noFill/>
          <a:ln cap="flat" cmpd="sng" w="7150">
            <a:solidFill>
              <a:srgbClr val="0B5394"/>
            </a:solidFill>
            <a:prstDash val="dashDot"/>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b="0" i="1" lang="en" sz="800" u="none" cap="none" strike="noStrike">
                <a:solidFill>
                  <a:schemeClr val="dk1"/>
                </a:solidFill>
                <a:latin typeface="Nunito"/>
                <a:ea typeface="Nunito"/>
                <a:cs typeface="Nunito"/>
                <a:sym typeface="Nunito"/>
              </a:rPr>
              <a:t>• Plans multi-step actions                         </a:t>
            </a:r>
            <a:endParaRPr b="0" i="1" sz="800" u="none" cap="none" strike="noStrike">
              <a:solidFill>
                <a:schemeClr val="dk1"/>
              </a:solidFill>
              <a:latin typeface="Nunito"/>
              <a:ea typeface="Nunito"/>
              <a:cs typeface="Nunito"/>
              <a:sym typeface="Nunito"/>
            </a:endParaRPr>
          </a:p>
          <a:p>
            <a:pPr indent="0" lvl="0" marL="0" marR="0" rtl="0" algn="l">
              <a:lnSpc>
                <a:spcPct val="100000"/>
              </a:lnSpc>
              <a:spcBef>
                <a:spcPts val="0"/>
              </a:spcBef>
              <a:spcAft>
                <a:spcPts val="0"/>
              </a:spcAft>
              <a:buClr>
                <a:srgbClr val="000000"/>
              </a:buClr>
              <a:buSzPts val="1100"/>
              <a:buFont typeface="Arial"/>
              <a:buNone/>
            </a:pPr>
            <a:r>
              <a:rPr b="0" i="1" lang="en" sz="800" u="none" cap="none" strike="noStrike">
                <a:solidFill>
                  <a:schemeClr val="dk1"/>
                </a:solidFill>
                <a:latin typeface="Nunito"/>
                <a:ea typeface="Nunito"/>
                <a:cs typeface="Nunito"/>
                <a:sym typeface="Nunito"/>
              </a:rPr>
              <a:t>• Manages  communication, coordination, and task allocation among agents</a:t>
            </a:r>
            <a:endParaRPr i="1" sz="800">
              <a:solidFill>
                <a:schemeClr val="dk1"/>
              </a:solidFill>
              <a:latin typeface="Nunito"/>
              <a:ea typeface="Nunito"/>
              <a:cs typeface="Nunito"/>
              <a:sym typeface="Nunito"/>
            </a:endParaRPr>
          </a:p>
          <a:p>
            <a:pPr indent="0" lvl="0" marL="0" marR="0" rtl="0" algn="l">
              <a:lnSpc>
                <a:spcPct val="100000"/>
              </a:lnSpc>
              <a:spcBef>
                <a:spcPts val="0"/>
              </a:spcBef>
              <a:spcAft>
                <a:spcPts val="0"/>
              </a:spcAft>
              <a:buClr>
                <a:srgbClr val="000000"/>
              </a:buClr>
              <a:buSzPts val="1100"/>
              <a:buFont typeface="Arial"/>
              <a:buNone/>
            </a:pPr>
            <a:r>
              <a:rPr i="1" lang="en" sz="800">
                <a:solidFill>
                  <a:schemeClr val="dk1"/>
                </a:solidFill>
                <a:latin typeface="Nunito"/>
                <a:ea typeface="Nunito"/>
                <a:cs typeface="Nunito"/>
                <a:sym typeface="Nunito"/>
              </a:rPr>
              <a:t>• Prompt routed by orchestrator</a:t>
            </a:r>
            <a:endParaRPr b="1" i="0" sz="800" u="none" cap="none" strike="noStrike">
              <a:solidFill>
                <a:schemeClr val="dk1"/>
              </a:solidFill>
              <a:latin typeface="Nunito"/>
              <a:ea typeface="Nunito"/>
              <a:cs typeface="Nunito"/>
              <a:sym typeface="Nunito"/>
            </a:endParaRPr>
          </a:p>
        </p:txBody>
      </p:sp>
      <p:cxnSp>
        <p:nvCxnSpPr>
          <p:cNvPr id="498" name="Google Shape;498;p22"/>
          <p:cNvCxnSpPr>
            <a:stCxn id="488" idx="3"/>
            <a:endCxn id="492" idx="1"/>
          </p:cNvCxnSpPr>
          <p:nvPr/>
        </p:nvCxnSpPr>
        <p:spPr>
          <a:xfrm>
            <a:off x="1606405" y="1217512"/>
            <a:ext cx="187200" cy="0"/>
          </a:xfrm>
          <a:prstGeom prst="straightConnector1">
            <a:avLst/>
          </a:prstGeom>
          <a:noFill/>
          <a:ln cap="flat" cmpd="sng" w="7150">
            <a:solidFill>
              <a:srgbClr val="1D5A9C"/>
            </a:solidFill>
            <a:prstDash val="dash"/>
            <a:round/>
            <a:headEnd len="sm" w="sm" type="none"/>
            <a:tailEnd len="med" w="med" type="stealth"/>
          </a:ln>
        </p:spPr>
      </p:cxnSp>
      <p:cxnSp>
        <p:nvCxnSpPr>
          <p:cNvPr id="499" name="Google Shape;499;p22"/>
          <p:cNvCxnSpPr>
            <a:endCxn id="488" idx="1"/>
          </p:cNvCxnSpPr>
          <p:nvPr/>
        </p:nvCxnSpPr>
        <p:spPr>
          <a:xfrm>
            <a:off x="586623" y="1217512"/>
            <a:ext cx="262500" cy="0"/>
          </a:xfrm>
          <a:prstGeom prst="straightConnector1">
            <a:avLst/>
          </a:prstGeom>
          <a:noFill/>
          <a:ln cap="flat" cmpd="sng" w="7150">
            <a:solidFill>
              <a:srgbClr val="1D5A9C"/>
            </a:solidFill>
            <a:prstDash val="dash"/>
            <a:round/>
            <a:headEnd len="sm" w="sm" type="none"/>
            <a:tailEnd len="med" w="med" type="stealth"/>
          </a:ln>
        </p:spPr>
      </p:cxnSp>
      <p:sp>
        <p:nvSpPr>
          <p:cNvPr id="500" name="Google Shape;500;p22"/>
          <p:cNvSpPr txBox="1"/>
          <p:nvPr/>
        </p:nvSpPr>
        <p:spPr>
          <a:xfrm>
            <a:off x="6879235" y="1486235"/>
            <a:ext cx="1477800" cy="431100"/>
          </a:xfrm>
          <a:prstGeom prst="rect">
            <a:avLst/>
          </a:prstGeom>
          <a:noFill/>
          <a:ln cap="flat" cmpd="sng" w="7150">
            <a:solidFill>
              <a:srgbClr val="0B5394"/>
            </a:solidFill>
            <a:prstDash val="solid"/>
            <a:round/>
            <a:headEnd len="sm" w="sm" type="none"/>
            <a:tailEnd len="sm" w="sm" type="none"/>
          </a:ln>
        </p:spPr>
        <p:txBody>
          <a:bodyPr anchorCtr="0" anchor="ctr" bIns="91425" lIns="91425" spcFirstLastPara="1" rIns="91425" wrap="square" tIns="91425">
            <a:spAutoFit/>
          </a:bodyPr>
          <a:lstStyle/>
          <a:p>
            <a:pPr indent="0" lvl="0" marL="0" marR="0" rtl="0" algn="r">
              <a:lnSpc>
                <a:spcPct val="100000"/>
              </a:lnSpc>
              <a:spcBef>
                <a:spcPts val="0"/>
              </a:spcBef>
              <a:spcAft>
                <a:spcPts val="0"/>
              </a:spcAft>
              <a:buClr>
                <a:srgbClr val="000000"/>
              </a:buClr>
              <a:buSzPts val="800"/>
              <a:buFont typeface="Arial"/>
              <a:buNone/>
            </a:pPr>
            <a:r>
              <a:rPr b="1" i="0" lang="en" sz="800" u="none" cap="none" strike="noStrike">
                <a:solidFill>
                  <a:srgbClr val="1D5A9C"/>
                </a:solidFill>
                <a:latin typeface="Nunito"/>
                <a:ea typeface="Nunito"/>
                <a:cs typeface="Nunito"/>
                <a:sym typeface="Nunito"/>
              </a:rPr>
              <a:t>Agent Orchestrator </a:t>
            </a:r>
            <a:endParaRPr b="1" i="0" sz="800" u="none" cap="none" strike="noStrike">
              <a:solidFill>
                <a:srgbClr val="1D5A9C"/>
              </a:solidFill>
              <a:latin typeface="Nunito"/>
              <a:ea typeface="Nunito"/>
              <a:cs typeface="Nunito"/>
              <a:sym typeface="Nunito"/>
            </a:endParaRPr>
          </a:p>
          <a:p>
            <a:pPr indent="0" lvl="0" marL="0" marR="0" rtl="0" algn="r">
              <a:lnSpc>
                <a:spcPct val="100000"/>
              </a:lnSpc>
              <a:spcBef>
                <a:spcPts val="0"/>
              </a:spcBef>
              <a:spcAft>
                <a:spcPts val="0"/>
              </a:spcAft>
              <a:buClr>
                <a:srgbClr val="000000"/>
              </a:buClr>
              <a:buSzPts val="800"/>
              <a:buFont typeface="Arial"/>
              <a:buNone/>
            </a:pPr>
            <a:r>
              <a:rPr b="1" i="0" lang="en" sz="800" u="none" cap="none" strike="noStrike">
                <a:solidFill>
                  <a:srgbClr val="1D5A9C"/>
                </a:solidFill>
                <a:latin typeface="Nunito"/>
                <a:ea typeface="Nunito"/>
                <a:cs typeface="Nunito"/>
                <a:sym typeface="Nunito"/>
              </a:rPr>
              <a:t>(Agentic AI) </a:t>
            </a:r>
            <a:endParaRPr b="0" i="0" sz="1400" u="none" cap="none" strike="noStrike">
              <a:solidFill>
                <a:srgbClr val="1D5A9C"/>
              </a:solidFill>
              <a:latin typeface="Arial"/>
              <a:ea typeface="Arial"/>
              <a:cs typeface="Arial"/>
              <a:sym typeface="Arial"/>
            </a:endParaRPr>
          </a:p>
        </p:txBody>
      </p:sp>
      <p:cxnSp>
        <p:nvCxnSpPr>
          <p:cNvPr id="501" name="Google Shape;501;p22"/>
          <p:cNvCxnSpPr>
            <a:stCxn id="502" idx="3"/>
            <a:endCxn id="503" idx="1"/>
          </p:cNvCxnSpPr>
          <p:nvPr/>
        </p:nvCxnSpPr>
        <p:spPr>
          <a:xfrm>
            <a:off x="5121655" y="1083764"/>
            <a:ext cx="560700" cy="0"/>
          </a:xfrm>
          <a:prstGeom prst="straightConnector1">
            <a:avLst/>
          </a:prstGeom>
          <a:noFill/>
          <a:ln cap="flat" cmpd="sng" w="14300">
            <a:solidFill>
              <a:srgbClr val="1D5A9C"/>
            </a:solidFill>
            <a:prstDash val="solid"/>
            <a:round/>
            <a:headEnd len="sm" w="sm" type="none"/>
            <a:tailEnd len="med" w="med" type="stealth"/>
          </a:ln>
        </p:spPr>
      </p:cxnSp>
      <p:sp>
        <p:nvSpPr>
          <p:cNvPr id="504" name="Google Shape;504;p22"/>
          <p:cNvSpPr/>
          <p:nvPr/>
        </p:nvSpPr>
        <p:spPr>
          <a:xfrm>
            <a:off x="7562906" y="3519487"/>
            <a:ext cx="1205400" cy="1033200"/>
          </a:xfrm>
          <a:prstGeom prst="ellipse">
            <a:avLst/>
          </a:prstGeom>
          <a:solidFill>
            <a:srgbClr val="FFFFFF"/>
          </a:solidFill>
          <a:ln cap="flat" cmpd="sng" w="21425">
            <a:solidFill>
              <a:srgbClr val="1D5A9C"/>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800" u="none" cap="none" strike="noStrike">
              <a:solidFill>
                <a:srgbClr val="000000"/>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100"/>
              <a:buFont typeface="Arial"/>
              <a:buNone/>
            </a:pPr>
            <a:r>
              <a:t/>
            </a:r>
            <a:endParaRPr b="0" i="0" sz="800" u="none" cap="none" strike="noStrike">
              <a:solidFill>
                <a:srgbClr val="000000"/>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100"/>
              <a:buFont typeface="Arial"/>
              <a:buNone/>
            </a:pPr>
            <a:r>
              <a:t/>
            </a:r>
            <a:endParaRPr b="1" i="0" sz="9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100"/>
              <a:buFont typeface="Arial"/>
              <a:buNone/>
            </a:pPr>
            <a:r>
              <a:t/>
            </a:r>
            <a:endParaRPr b="1" i="0" sz="900" u="none" cap="none" strike="noStrike">
              <a:solidFill>
                <a:srgbClr val="000000"/>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100"/>
              <a:buFont typeface="Arial"/>
              <a:buNone/>
            </a:pPr>
            <a:r>
              <a:rPr b="1" i="0" lang="en" sz="900" u="none" cap="none" strike="noStrike">
                <a:solidFill>
                  <a:schemeClr val="dk1"/>
                </a:solidFill>
                <a:latin typeface="Nunito"/>
                <a:ea typeface="Nunito"/>
                <a:cs typeface="Nunito"/>
                <a:sym typeface="Nunito"/>
              </a:rPr>
              <a:t>LLM / Agentic AI</a:t>
            </a:r>
            <a:r>
              <a:rPr b="1" i="0" lang="en" sz="900" u="none" cap="none" strike="noStrike">
                <a:solidFill>
                  <a:srgbClr val="000000"/>
                </a:solidFill>
                <a:latin typeface="Roboto"/>
                <a:ea typeface="Roboto"/>
                <a:cs typeface="Roboto"/>
                <a:sym typeface="Roboto"/>
              </a:rPr>
              <a:t> </a:t>
            </a:r>
            <a:endParaRPr b="1" i="0" sz="600" u="none" cap="none" strike="noStrike">
              <a:solidFill>
                <a:srgbClr val="000000"/>
              </a:solidFill>
              <a:latin typeface="Roboto"/>
              <a:ea typeface="Roboto"/>
              <a:cs typeface="Roboto"/>
              <a:sym typeface="Roboto"/>
            </a:endParaRPr>
          </a:p>
        </p:txBody>
      </p:sp>
      <p:grpSp>
        <p:nvGrpSpPr>
          <p:cNvPr id="505" name="Google Shape;505;p22"/>
          <p:cNvGrpSpPr/>
          <p:nvPr/>
        </p:nvGrpSpPr>
        <p:grpSpPr>
          <a:xfrm>
            <a:off x="3482702" y="806676"/>
            <a:ext cx="1638953" cy="554175"/>
            <a:chOff x="5377393" y="1320100"/>
            <a:chExt cx="2025900" cy="738900"/>
          </a:xfrm>
        </p:grpSpPr>
        <p:sp>
          <p:nvSpPr>
            <p:cNvPr id="502" name="Google Shape;502;p22"/>
            <p:cNvSpPr txBox="1"/>
            <p:nvPr/>
          </p:nvSpPr>
          <p:spPr>
            <a:xfrm>
              <a:off x="5377393" y="1320100"/>
              <a:ext cx="2025900" cy="738900"/>
            </a:xfrm>
            <a:prstGeom prst="rect">
              <a:avLst/>
            </a:prstGeom>
            <a:noFill/>
            <a:ln cap="flat" cmpd="sng" w="7150">
              <a:solidFill>
                <a:srgbClr val="0B5394"/>
              </a:solidFill>
              <a:prstDash val="solid"/>
              <a:round/>
              <a:headEnd len="sm" w="sm" type="none"/>
              <a:tailEnd len="sm" w="sm" type="none"/>
            </a:ln>
          </p:spPr>
          <p:txBody>
            <a:bodyPr anchorCtr="0" anchor="ctr" bIns="91425" lIns="91425" spcFirstLastPara="1" rIns="91425" wrap="square" tIns="91425">
              <a:spAutoFit/>
            </a:bodyPr>
            <a:lstStyle/>
            <a:p>
              <a:pPr indent="0" lvl="0" marL="0" marR="0" rtl="0" algn="r">
                <a:lnSpc>
                  <a:spcPct val="100000"/>
                </a:lnSpc>
                <a:spcBef>
                  <a:spcPts val="0"/>
                </a:spcBef>
                <a:spcAft>
                  <a:spcPts val="0"/>
                </a:spcAft>
                <a:buClr>
                  <a:srgbClr val="000000"/>
                </a:buClr>
                <a:buSzPts val="800"/>
                <a:buFont typeface="Arial"/>
                <a:buNone/>
              </a:pPr>
              <a:r>
                <a:rPr b="1" lang="en" sz="800">
                  <a:solidFill>
                    <a:srgbClr val="1D5A9C"/>
                  </a:solidFill>
                  <a:latin typeface="Nunito"/>
                  <a:ea typeface="Nunito"/>
                  <a:cs typeface="Nunito"/>
                  <a:sym typeface="Nunito"/>
                </a:rPr>
                <a:t>JSON </a:t>
              </a:r>
              <a:endParaRPr b="1" sz="800">
                <a:solidFill>
                  <a:srgbClr val="1D5A9C"/>
                </a:solidFill>
                <a:latin typeface="Nunito"/>
                <a:ea typeface="Nunito"/>
                <a:cs typeface="Nunito"/>
                <a:sym typeface="Nunito"/>
              </a:endParaRPr>
            </a:p>
            <a:p>
              <a:pPr indent="0" lvl="0" marL="0" marR="0" rtl="0" algn="r">
                <a:lnSpc>
                  <a:spcPct val="100000"/>
                </a:lnSpc>
                <a:spcBef>
                  <a:spcPts val="0"/>
                </a:spcBef>
                <a:spcAft>
                  <a:spcPts val="0"/>
                </a:spcAft>
                <a:buClr>
                  <a:srgbClr val="000000"/>
                </a:buClr>
                <a:buSzPts val="800"/>
                <a:buFont typeface="Arial"/>
                <a:buNone/>
              </a:pPr>
              <a:r>
                <a:rPr b="1" lang="en" sz="800">
                  <a:solidFill>
                    <a:srgbClr val="1D5A9C"/>
                  </a:solidFill>
                  <a:latin typeface="Nunito"/>
                  <a:ea typeface="Nunito"/>
                  <a:cs typeface="Nunito"/>
                  <a:sym typeface="Nunito"/>
                </a:rPr>
                <a:t>Web Tokens</a:t>
              </a:r>
              <a:endParaRPr b="1" sz="800">
                <a:solidFill>
                  <a:srgbClr val="1D5A9C"/>
                </a:solidFill>
                <a:latin typeface="Nunito"/>
                <a:ea typeface="Nunito"/>
                <a:cs typeface="Nunito"/>
                <a:sym typeface="Nunito"/>
              </a:endParaRPr>
            </a:p>
            <a:p>
              <a:pPr indent="0" lvl="0" marL="0" marR="0" rtl="0" algn="r">
                <a:lnSpc>
                  <a:spcPct val="100000"/>
                </a:lnSpc>
                <a:spcBef>
                  <a:spcPts val="0"/>
                </a:spcBef>
                <a:spcAft>
                  <a:spcPts val="0"/>
                </a:spcAft>
                <a:buClr>
                  <a:srgbClr val="000000"/>
                </a:buClr>
                <a:buSzPts val="800"/>
                <a:buFont typeface="Arial"/>
                <a:buNone/>
              </a:pPr>
              <a:r>
                <a:rPr b="1" lang="en" sz="800">
                  <a:solidFill>
                    <a:srgbClr val="1D5A9C"/>
                  </a:solidFill>
                  <a:latin typeface="Nunito"/>
                  <a:ea typeface="Nunito"/>
                  <a:cs typeface="Nunito"/>
                  <a:sym typeface="Nunito"/>
                </a:rPr>
                <a:t>Validated</a:t>
              </a:r>
              <a:endParaRPr b="1" sz="800">
                <a:solidFill>
                  <a:srgbClr val="1D5A9C"/>
                </a:solidFill>
                <a:latin typeface="Nunito"/>
                <a:ea typeface="Nunito"/>
                <a:cs typeface="Nunito"/>
                <a:sym typeface="Nunito"/>
              </a:endParaRPr>
            </a:p>
          </p:txBody>
        </p:sp>
        <p:pic>
          <p:nvPicPr>
            <p:cNvPr id="506" name="Google Shape;506;p22"/>
            <p:cNvPicPr preferRelativeResize="0"/>
            <p:nvPr/>
          </p:nvPicPr>
          <p:blipFill rotWithShape="1">
            <a:blip r:embed="rId8">
              <a:alphaModFix/>
            </a:blip>
            <a:srcRect b="0" l="41110" r="0" t="0"/>
            <a:stretch/>
          </p:blipFill>
          <p:spPr>
            <a:xfrm>
              <a:off x="5533233" y="1446800"/>
              <a:ext cx="938165" cy="500800"/>
            </a:xfrm>
            <a:prstGeom prst="rect">
              <a:avLst/>
            </a:prstGeom>
            <a:noFill/>
            <a:ln>
              <a:noFill/>
            </a:ln>
          </p:spPr>
        </p:pic>
      </p:grpSp>
      <p:cxnSp>
        <p:nvCxnSpPr>
          <p:cNvPr id="507" name="Google Shape;507;p22"/>
          <p:cNvCxnSpPr>
            <a:stCxn id="500" idx="2"/>
            <a:endCxn id="497" idx="0"/>
          </p:cNvCxnSpPr>
          <p:nvPr/>
        </p:nvCxnSpPr>
        <p:spPr>
          <a:xfrm>
            <a:off x="7618135" y="1917335"/>
            <a:ext cx="0" cy="357300"/>
          </a:xfrm>
          <a:prstGeom prst="straightConnector1">
            <a:avLst/>
          </a:prstGeom>
          <a:noFill/>
          <a:ln cap="flat" cmpd="sng" w="7150">
            <a:solidFill>
              <a:srgbClr val="0B5394"/>
            </a:solidFill>
            <a:prstDash val="dash"/>
            <a:round/>
            <a:headEnd len="sm" w="sm" type="triangle"/>
            <a:tailEnd len="med" w="med" type="triangle"/>
          </a:ln>
        </p:spPr>
      </p:cxnSp>
      <p:cxnSp>
        <p:nvCxnSpPr>
          <p:cNvPr id="508" name="Google Shape;508;p22"/>
          <p:cNvCxnSpPr>
            <a:stCxn id="504" idx="6"/>
            <a:endCxn id="500" idx="3"/>
          </p:cNvCxnSpPr>
          <p:nvPr/>
        </p:nvCxnSpPr>
        <p:spPr>
          <a:xfrm rot="10800000">
            <a:off x="8357006" y="1701787"/>
            <a:ext cx="411300" cy="2334300"/>
          </a:xfrm>
          <a:prstGeom prst="bentConnector3">
            <a:avLst>
              <a:gd fmla="val -57896" name="adj1"/>
            </a:avLst>
          </a:prstGeom>
          <a:noFill/>
          <a:ln cap="flat" cmpd="sng" w="14300">
            <a:solidFill>
              <a:srgbClr val="1D5A9C"/>
            </a:solidFill>
            <a:prstDash val="solid"/>
            <a:round/>
            <a:headEnd len="med" w="med" type="stealth"/>
            <a:tailEnd len="med" w="med" type="stealth"/>
          </a:ln>
        </p:spPr>
      </p:cxnSp>
      <p:grpSp>
        <p:nvGrpSpPr>
          <p:cNvPr id="509" name="Google Shape;509;p22"/>
          <p:cNvGrpSpPr/>
          <p:nvPr/>
        </p:nvGrpSpPr>
        <p:grpSpPr>
          <a:xfrm>
            <a:off x="1894652" y="2913765"/>
            <a:ext cx="5668253" cy="1122322"/>
            <a:chOff x="179100" y="3331050"/>
            <a:chExt cx="5976649" cy="1496429"/>
          </a:xfrm>
        </p:grpSpPr>
        <p:sp>
          <p:nvSpPr>
            <p:cNvPr id="510" name="Google Shape;510;p22"/>
            <p:cNvSpPr/>
            <p:nvPr/>
          </p:nvSpPr>
          <p:spPr>
            <a:xfrm>
              <a:off x="179100" y="3331050"/>
              <a:ext cx="4644000" cy="955200"/>
            </a:xfrm>
            <a:prstGeom prst="rect">
              <a:avLst/>
            </a:prstGeom>
            <a:noFill/>
            <a:ln cap="flat" cmpd="sng" w="14300">
              <a:solidFill>
                <a:srgbClr val="1D5A9C"/>
              </a:solidFill>
              <a:prstDash val="dash"/>
              <a:round/>
              <a:headEnd len="sm" w="sm" type="none"/>
              <a:tailEnd len="sm" w="sm" type="none"/>
            </a:ln>
          </p:spPr>
          <p:txBody>
            <a:bodyPr anchorCtr="0" anchor="ctr" bIns="45725" lIns="45725" spcFirstLastPara="1" rIns="45725" wrap="square" tIns="45725">
              <a:noAutofit/>
            </a:bodyPr>
            <a:lstStyle/>
            <a:p>
              <a:pPr indent="0" lvl="0" marL="0" marR="0" rtl="0" algn="ctr">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511" name="Google Shape;511;p22"/>
            <p:cNvSpPr/>
            <p:nvPr/>
          </p:nvSpPr>
          <p:spPr>
            <a:xfrm>
              <a:off x="248030" y="3543196"/>
              <a:ext cx="1135200" cy="524700"/>
            </a:xfrm>
            <a:prstGeom prst="rect">
              <a:avLst/>
            </a:prstGeom>
            <a:noFill/>
            <a:ln cap="flat" cmpd="sng" w="7150">
              <a:solidFill>
                <a:srgbClr val="0B5394"/>
              </a:solidFill>
              <a:prstDash val="solid"/>
              <a:round/>
              <a:headEnd len="sm" w="sm" type="none"/>
              <a:tailEnd len="sm" w="sm" type="none"/>
            </a:ln>
          </p:spPr>
          <p:txBody>
            <a:bodyPr anchorCtr="0" anchor="ctr" bIns="91425" lIns="91425" spcFirstLastPara="1" rIns="91425" wrap="square" tIns="91425">
              <a:noAutofit/>
            </a:bodyPr>
            <a:lstStyle/>
            <a:p>
              <a:pPr indent="0" lvl="1" marL="342900" marR="0" rtl="0" algn="ctr">
                <a:lnSpc>
                  <a:spcPct val="100000"/>
                </a:lnSpc>
                <a:spcBef>
                  <a:spcPts val="0"/>
                </a:spcBef>
                <a:spcAft>
                  <a:spcPts val="0"/>
                </a:spcAft>
                <a:buClr>
                  <a:srgbClr val="000000"/>
                </a:buClr>
                <a:buSzPts val="800"/>
                <a:buFont typeface="Arial"/>
                <a:buNone/>
              </a:pPr>
              <a:r>
                <a:rPr b="1" i="0" lang="en" sz="800" u="none" cap="none" strike="noStrike">
                  <a:solidFill>
                    <a:srgbClr val="0062A5"/>
                  </a:solidFill>
                  <a:latin typeface="Nunito"/>
                  <a:ea typeface="Nunito"/>
                  <a:cs typeface="Nunito"/>
                  <a:sym typeface="Nunito"/>
                </a:rPr>
                <a:t>Specialized Agents</a:t>
              </a:r>
              <a:endParaRPr b="1" i="0" sz="800" u="none" cap="none" strike="noStrike">
                <a:solidFill>
                  <a:srgbClr val="0062A5"/>
                </a:solidFill>
                <a:latin typeface="Nunito"/>
                <a:ea typeface="Nunito"/>
                <a:cs typeface="Nunito"/>
                <a:sym typeface="Nunito"/>
              </a:endParaRPr>
            </a:p>
          </p:txBody>
        </p:sp>
        <p:cxnSp>
          <p:nvCxnSpPr>
            <p:cNvPr id="512" name="Google Shape;512;p22"/>
            <p:cNvCxnSpPr>
              <a:stCxn id="504" idx="2"/>
              <a:endCxn id="510" idx="3"/>
            </p:cNvCxnSpPr>
            <p:nvPr/>
          </p:nvCxnSpPr>
          <p:spPr>
            <a:xfrm rot="10800000">
              <a:off x="4823149" y="3808679"/>
              <a:ext cx="1332600" cy="1018800"/>
            </a:xfrm>
            <a:prstGeom prst="bentConnector3">
              <a:avLst>
                <a:gd fmla="val 49999" name="adj1"/>
              </a:avLst>
            </a:prstGeom>
            <a:noFill/>
            <a:ln cap="flat" cmpd="sng" w="14300">
              <a:solidFill>
                <a:srgbClr val="1D5A9C"/>
              </a:solidFill>
              <a:prstDash val="solid"/>
              <a:round/>
              <a:headEnd len="med" w="med" type="stealth"/>
              <a:tailEnd len="med" w="med" type="stealth"/>
            </a:ln>
          </p:spPr>
        </p:cxnSp>
        <p:sp>
          <p:nvSpPr>
            <p:cNvPr id="513" name="Google Shape;513;p22"/>
            <p:cNvSpPr/>
            <p:nvPr/>
          </p:nvSpPr>
          <p:spPr>
            <a:xfrm>
              <a:off x="1718871" y="3431772"/>
              <a:ext cx="707100" cy="331500"/>
            </a:xfrm>
            <a:prstGeom prst="ellipse">
              <a:avLst/>
            </a:prstGeom>
            <a:noFill/>
            <a:ln cap="flat" cmpd="sng" w="7150">
              <a:solidFill>
                <a:srgbClr val="0B5394"/>
              </a:solidFill>
              <a:prstDash val="solid"/>
              <a:round/>
              <a:headEnd len="sm" w="sm" type="none"/>
              <a:tailEnd len="sm" w="sm" type="none"/>
            </a:ln>
          </p:spPr>
          <p:txBody>
            <a:bodyPr anchorCtr="0" anchor="ctr" bIns="91425" lIns="91425" spcFirstLastPara="1" rIns="91425" wrap="square" tIns="91425">
              <a:noAutofit/>
            </a:bodyPr>
            <a:lstStyle/>
            <a:p>
              <a:pPr indent="0" lvl="1" marL="0" marR="0" rtl="0" algn="ctr">
                <a:lnSpc>
                  <a:spcPct val="100000"/>
                </a:lnSpc>
                <a:spcBef>
                  <a:spcPts val="0"/>
                </a:spcBef>
                <a:spcAft>
                  <a:spcPts val="0"/>
                </a:spcAft>
                <a:buClr>
                  <a:schemeClr val="dk1"/>
                </a:buClr>
                <a:buSzPts val="700"/>
                <a:buFont typeface="Arial"/>
                <a:buNone/>
              </a:pPr>
              <a:r>
                <a:rPr b="1" i="0" lang="en" sz="700" u="none" cap="none" strike="noStrike">
                  <a:solidFill>
                    <a:schemeClr val="dk1"/>
                  </a:solidFill>
                  <a:latin typeface="Nunito"/>
                  <a:ea typeface="Nunito"/>
                  <a:cs typeface="Nunito"/>
                  <a:sym typeface="Nunito"/>
                </a:rPr>
                <a:t>SOP</a:t>
              </a:r>
              <a:endParaRPr b="1" i="0" sz="700" u="none" cap="none" strike="noStrike">
                <a:solidFill>
                  <a:schemeClr val="dk1"/>
                </a:solidFill>
                <a:latin typeface="Nunito"/>
                <a:ea typeface="Nunito"/>
                <a:cs typeface="Nunito"/>
                <a:sym typeface="Nunito"/>
              </a:endParaRPr>
            </a:p>
          </p:txBody>
        </p:sp>
        <p:sp>
          <p:nvSpPr>
            <p:cNvPr id="514" name="Google Shape;514;p22"/>
            <p:cNvSpPr/>
            <p:nvPr/>
          </p:nvSpPr>
          <p:spPr>
            <a:xfrm>
              <a:off x="2436254" y="3427356"/>
              <a:ext cx="632400" cy="351600"/>
            </a:xfrm>
            <a:prstGeom prst="ellipse">
              <a:avLst/>
            </a:prstGeom>
            <a:noFill/>
            <a:ln cap="flat" cmpd="sng" w="7150">
              <a:solidFill>
                <a:srgbClr val="0B5394"/>
              </a:solidFill>
              <a:prstDash val="solid"/>
              <a:round/>
              <a:headEnd len="sm" w="sm" type="none"/>
              <a:tailEnd len="sm" w="sm" type="none"/>
            </a:ln>
          </p:spPr>
          <p:txBody>
            <a:bodyPr anchorCtr="0" anchor="ctr" bIns="91425" lIns="91425" spcFirstLastPara="1" rIns="91425" wrap="square" tIns="91425">
              <a:noAutofit/>
            </a:bodyPr>
            <a:lstStyle/>
            <a:p>
              <a:pPr indent="0" lvl="1" marL="0" marR="0" rtl="0" algn="ctr">
                <a:lnSpc>
                  <a:spcPct val="100000"/>
                </a:lnSpc>
                <a:spcBef>
                  <a:spcPts val="0"/>
                </a:spcBef>
                <a:spcAft>
                  <a:spcPts val="0"/>
                </a:spcAft>
                <a:buClr>
                  <a:schemeClr val="dk1"/>
                </a:buClr>
                <a:buSzPts val="700"/>
                <a:buFont typeface="Arial"/>
                <a:buNone/>
              </a:pPr>
              <a:r>
                <a:rPr b="1" i="0" lang="en" sz="700" u="none" cap="none" strike="noStrike">
                  <a:solidFill>
                    <a:schemeClr val="dk1"/>
                  </a:solidFill>
                  <a:latin typeface="Nunito"/>
                  <a:ea typeface="Nunito"/>
                  <a:cs typeface="Nunito"/>
                  <a:sym typeface="Nunito"/>
                </a:rPr>
                <a:t>QA</a:t>
              </a:r>
              <a:endParaRPr b="1" i="0" sz="700" u="none" cap="none" strike="noStrike">
                <a:solidFill>
                  <a:schemeClr val="dk1"/>
                </a:solidFill>
                <a:latin typeface="Nunito"/>
                <a:ea typeface="Nunito"/>
                <a:cs typeface="Nunito"/>
                <a:sym typeface="Nunito"/>
              </a:endParaRPr>
            </a:p>
          </p:txBody>
        </p:sp>
        <p:sp>
          <p:nvSpPr>
            <p:cNvPr id="515" name="Google Shape;515;p22"/>
            <p:cNvSpPr/>
            <p:nvPr/>
          </p:nvSpPr>
          <p:spPr>
            <a:xfrm>
              <a:off x="3096687" y="3427356"/>
              <a:ext cx="698100" cy="351600"/>
            </a:xfrm>
            <a:prstGeom prst="ellipse">
              <a:avLst/>
            </a:prstGeom>
            <a:noFill/>
            <a:ln cap="flat" cmpd="sng" w="7150">
              <a:solidFill>
                <a:srgbClr val="0B5394"/>
              </a:solidFill>
              <a:prstDash val="solid"/>
              <a:round/>
              <a:headEnd len="sm" w="sm" type="none"/>
              <a:tailEnd len="sm" w="sm" type="none"/>
            </a:ln>
          </p:spPr>
          <p:txBody>
            <a:bodyPr anchorCtr="0" anchor="ctr" bIns="91425" lIns="91425" spcFirstLastPara="1" rIns="91425" wrap="square" tIns="91425">
              <a:noAutofit/>
            </a:bodyPr>
            <a:lstStyle/>
            <a:p>
              <a:pPr indent="0" lvl="1" marL="0" marR="0" rtl="0" algn="ctr">
                <a:lnSpc>
                  <a:spcPct val="100000"/>
                </a:lnSpc>
                <a:spcBef>
                  <a:spcPts val="0"/>
                </a:spcBef>
                <a:spcAft>
                  <a:spcPts val="0"/>
                </a:spcAft>
                <a:buClr>
                  <a:schemeClr val="dk1"/>
                </a:buClr>
                <a:buSzPts val="700"/>
                <a:buFont typeface="Arial"/>
                <a:buNone/>
              </a:pPr>
              <a:r>
                <a:rPr b="1" i="0" lang="en" sz="700" u="none" cap="none" strike="noStrike">
                  <a:solidFill>
                    <a:schemeClr val="dk1"/>
                  </a:solidFill>
                  <a:latin typeface="Nunito"/>
                  <a:ea typeface="Nunito"/>
                  <a:cs typeface="Nunito"/>
                  <a:sym typeface="Nunito"/>
                </a:rPr>
                <a:t>ERP</a:t>
              </a:r>
              <a:endParaRPr b="1" i="0" sz="700" u="none" cap="none" strike="noStrike">
                <a:solidFill>
                  <a:schemeClr val="dk1"/>
                </a:solidFill>
                <a:latin typeface="Nunito"/>
                <a:ea typeface="Nunito"/>
                <a:cs typeface="Nunito"/>
                <a:sym typeface="Nunito"/>
              </a:endParaRPr>
            </a:p>
          </p:txBody>
        </p:sp>
        <p:sp>
          <p:nvSpPr>
            <p:cNvPr id="516" name="Google Shape;516;p22"/>
            <p:cNvSpPr/>
            <p:nvPr/>
          </p:nvSpPr>
          <p:spPr>
            <a:xfrm>
              <a:off x="3822720" y="3420356"/>
              <a:ext cx="669300" cy="351600"/>
            </a:xfrm>
            <a:prstGeom prst="ellipse">
              <a:avLst/>
            </a:prstGeom>
            <a:noFill/>
            <a:ln cap="flat" cmpd="sng" w="7150">
              <a:solidFill>
                <a:srgbClr val="0B5394"/>
              </a:solidFill>
              <a:prstDash val="solid"/>
              <a:round/>
              <a:headEnd len="sm" w="sm" type="none"/>
              <a:tailEnd len="sm" w="sm" type="none"/>
            </a:ln>
          </p:spPr>
          <p:txBody>
            <a:bodyPr anchorCtr="0" anchor="ctr" bIns="91425" lIns="91425" spcFirstLastPara="1" rIns="91425" wrap="square" tIns="91425">
              <a:noAutofit/>
            </a:bodyPr>
            <a:lstStyle/>
            <a:p>
              <a:pPr indent="0" lvl="1" marL="0" marR="0" rtl="0" algn="ctr">
                <a:lnSpc>
                  <a:spcPct val="100000"/>
                </a:lnSpc>
                <a:spcBef>
                  <a:spcPts val="0"/>
                </a:spcBef>
                <a:spcAft>
                  <a:spcPts val="0"/>
                </a:spcAft>
                <a:buClr>
                  <a:schemeClr val="dk1"/>
                </a:buClr>
                <a:buSzPts val="700"/>
                <a:buFont typeface="Arial"/>
                <a:buNone/>
              </a:pPr>
              <a:r>
                <a:rPr b="1" i="0" lang="en" sz="700" u="none" cap="none" strike="noStrike">
                  <a:solidFill>
                    <a:schemeClr val="dk1"/>
                  </a:solidFill>
                  <a:latin typeface="Nunito"/>
                  <a:ea typeface="Nunito"/>
                  <a:cs typeface="Nunito"/>
                  <a:sym typeface="Nunito"/>
                </a:rPr>
                <a:t>HR</a:t>
              </a:r>
              <a:endParaRPr b="1" i="0" sz="700" u="none" cap="none" strike="noStrike">
                <a:solidFill>
                  <a:schemeClr val="dk1"/>
                </a:solidFill>
                <a:latin typeface="Nunito"/>
                <a:ea typeface="Nunito"/>
                <a:cs typeface="Nunito"/>
                <a:sym typeface="Nunito"/>
              </a:endParaRPr>
            </a:p>
          </p:txBody>
        </p:sp>
        <p:sp>
          <p:nvSpPr>
            <p:cNvPr id="517" name="Google Shape;517;p22"/>
            <p:cNvSpPr/>
            <p:nvPr/>
          </p:nvSpPr>
          <p:spPr>
            <a:xfrm>
              <a:off x="2353415" y="3813101"/>
              <a:ext cx="880200" cy="351600"/>
            </a:xfrm>
            <a:prstGeom prst="ellipse">
              <a:avLst/>
            </a:prstGeom>
            <a:noFill/>
            <a:ln cap="flat" cmpd="sng" w="7150">
              <a:solidFill>
                <a:srgbClr val="0B5394"/>
              </a:solidFill>
              <a:prstDash val="solid"/>
              <a:round/>
              <a:headEnd len="sm" w="sm" type="none"/>
              <a:tailEnd len="sm" w="sm" type="none"/>
            </a:ln>
          </p:spPr>
          <p:txBody>
            <a:bodyPr anchorCtr="0" anchor="ctr" bIns="91425" lIns="91425" spcFirstLastPara="1" rIns="91425" wrap="square" tIns="91425">
              <a:noAutofit/>
            </a:bodyPr>
            <a:lstStyle/>
            <a:p>
              <a:pPr indent="0" lvl="1" marL="0" marR="0" rtl="0" algn="ctr">
                <a:lnSpc>
                  <a:spcPct val="100000"/>
                </a:lnSpc>
                <a:spcBef>
                  <a:spcPts val="0"/>
                </a:spcBef>
                <a:spcAft>
                  <a:spcPts val="0"/>
                </a:spcAft>
                <a:buClr>
                  <a:schemeClr val="dk1"/>
                </a:buClr>
                <a:buSzPts val="700"/>
                <a:buFont typeface="Arial"/>
                <a:buNone/>
              </a:pPr>
              <a:r>
                <a:rPr b="1" i="0" lang="en" sz="700" u="none" cap="none" strike="noStrike">
                  <a:solidFill>
                    <a:schemeClr val="dk1"/>
                  </a:solidFill>
                  <a:latin typeface="Nunito"/>
                  <a:ea typeface="Nunito"/>
                  <a:cs typeface="Nunito"/>
                  <a:sym typeface="Nunito"/>
                </a:rPr>
                <a:t>Finance</a:t>
              </a:r>
              <a:endParaRPr b="1" i="0" sz="700" u="none" cap="none" strike="noStrike">
                <a:solidFill>
                  <a:schemeClr val="dk1"/>
                </a:solidFill>
                <a:latin typeface="Nunito"/>
                <a:ea typeface="Nunito"/>
                <a:cs typeface="Nunito"/>
                <a:sym typeface="Nunito"/>
              </a:endParaRPr>
            </a:p>
          </p:txBody>
        </p:sp>
        <p:sp>
          <p:nvSpPr>
            <p:cNvPr id="518" name="Google Shape;518;p22"/>
            <p:cNvSpPr/>
            <p:nvPr/>
          </p:nvSpPr>
          <p:spPr>
            <a:xfrm>
              <a:off x="1712512" y="3823151"/>
              <a:ext cx="615000" cy="331500"/>
            </a:xfrm>
            <a:prstGeom prst="ellipse">
              <a:avLst/>
            </a:prstGeom>
            <a:noFill/>
            <a:ln cap="flat" cmpd="sng" w="7150">
              <a:solidFill>
                <a:srgbClr val="0B5394"/>
              </a:solidFill>
              <a:prstDash val="solid"/>
              <a:round/>
              <a:headEnd len="sm" w="sm" type="none"/>
              <a:tailEnd len="sm" w="sm" type="none"/>
            </a:ln>
          </p:spPr>
          <p:txBody>
            <a:bodyPr anchorCtr="0" anchor="ctr" bIns="91425" lIns="91425" spcFirstLastPara="1" rIns="91425" wrap="square" tIns="91425">
              <a:noAutofit/>
            </a:bodyPr>
            <a:lstStyle/>
            <a:p>
              <a:pPr indent="0" lvl="1" marL="0" marR="0" rtl="0" algn="ctr">
                <a:lnSpc>
                  <a:spcPct val="100000"/>
                </a:lnSpc>
                <a:spcBef>
                  <a:spcPts val="0"/>
                </a:spcBef>
                <a:spcAft>
                  <a:spcPts val="0"/>
                </a:spcAft>
                <a:buClr>
                  <a:schemeClr val="dk1"/>
                </a:buClr>
                <a:buSzPts val="700"/>
                <a:buFont typeface="Arial"/>
                <a:buNone/>
              </a:pPr>
              <a:r>
                <a:rPr b="1" i="0" lang="en" sz="700" u="none" cap="none" strike="noStrike">
                  <a:solidFill>
                    <a:schemeClr val="dk1"/>
                  </a:solidFill>
                  <a:latin typeface="Nunito"/>
                  <a:ea typeface="Nunito"/>
                  <a:cs typeface="Nunito"/>
                  <a:sym typeface="Nunito"/>
                </a:rPr>
                <a:t>CRM</a:t>
              </a:r>
              <a:endParaRPr b="1" i="0" sz="700" u="none" cap="none" strike="noStrike">
                <a:solidFill>
                  <a:schemeClr val="dk1"/>
                </a:solidFill>
                <a:latin typeface="Nunito"/>
                <a:ea typeface="Nunito"/>
                <a:cs typeface="Nunito"/>
                <a:sym typeface="Nunito"/>
              </a:endParaRPr>
            </a:p>
          </p:txBody>
        </p:sp>
        <p:sp>
          <p:nvSpPr>
            <p:cNvPr id="519" name="Google Shape;519;p22"/>
            <p:cNvSpPr/>
            <p:nvPr/>
          </p:nvSpPr>
          <p:spPr>
            <a:xfrm>
              <a:off x="3259507" y="3839076"/>
              <a:ext cx="606900" cy="304800"/>
            </a:xfrm>
            <a:prstGeom prst="ellipse">
              <a:avLst/>
            </a:prstGeom>
            <a:noFill/>
            <a:ln cap="flat" cmpd="sng" w="7150">
              <a:solidFill>
                <a:srgbClr val="0B5394"/>
              </a:solidFill>
              <a:prstDash val="solid"/>
              <a:round/>
              <a:headEnd len="sm" w="sm" type="none"/>
              <a:tailEnd len="sm" w="sm" type="none"/>
            </a:ln>
          </p:spPr>
          <p:txBody>
            <a:bodyPr anchorCtr="0" anchor="ctr" bIns="91425" lIns="91425" spcFirstLastPara="1" rIns="91425" wrap="square" tIns="91425">
              <a:noAutofit/>
            </a:bodyPr>
            <a:lstStyle/>
            <a:p>
              <a:pPr indent="0" lvl="1" marL="0" marR="0" rtl="0" algn="ctr">
                <a:lnSpc>
                  <a:spcPct val="100000"/>
                </a:lnSpc>
                <a:spcBef>
                  <a:spcPts val="0"/>
                </a:spcBef>
                <a:spcAft>
                  <a:spcPts val="0"/>
                </a:spcAft>
                <a:buClr>
                  <a:schemeClr val="dk1"/>
                </a:buClr>
                <a:buSzPts val="700"/>
                <a:buFont typeface="Arial"/>
                <a:buNone/>
              </a:pPr>
              <a:r>
                <a:rPr b="1" i="0" lang="en" sz="700" u="none" cap="none" strike="noStrike">
                  <a:solidFill>
                    <a:schemeClr val="dk1"/>
                  </a:solidFill>
                  <a:latin typeface="Nunito"/>
                  <a:ea typeface="Nunito"/>
                  <a:cs typeface="Nunito"/>
                  <a:sym typeface="Nunito"/>
                </a:rPr>
                <a:t>R&amp;D</a:t>
              </a:r>
              <a:endParaRPr b="1" i="0" sz="700" u="none" cap="none" strike="noStrike">
                <a:solidFill>
                  <a:schemeClr val="dk1"/>
                </a:solidFill>
                <a:latin typeface="Nunito"/>
                <a:ea typeface="Nunito"/>
                <a:cs typeface="Nunito"/>
                <a:sym typeface="Nunito"/>
              </a:endParaRPr>
            </a:p>
          </p:txBody>
        </p:sp>
      </p:grpSp>
      <p:pic>
        <p:nvPicPr>
          <p:cNvPr id="520" name="Google Shape;520;p22"/>
          <p:cNvPicPr preferRelativeResize="0"/>
          <p:nvPr/>
        </p:nvPicPr>
        <p:blipFill rotWithShape="1">
          <a:blip r:embed="rId9">
            <a:alphaModFix/>
          </a:blip>
          <a:srcRect b="0" l="0" r="0" t="0"/>
          <a:stretch/>
        </p:blipFill>
        <p:spPr>
          <a:xfrm>
            <a:off x="8611998" y="4447511"/>
            <a:ext cx="237106" cy="175024"/>
          </a:xfrm>
          <a:prstGeom prst="rect">
            <a:avLst/>
          </a:prstGeom>
          <a:noFill/>
          <a:ln>
            <a:noFill/>
          </a:ln>
        </p:spPr>
      </p:pic>
      <p:pic>
        <p:nvPicPr>
          <p:cNvPr id="521" name="Google Shape;521;p22"/>
          <p:cNvPicPr preferRelativeResize="0"/>
          <p:nvPr/>
        </p:nvPicPr>
        <p:blipFill rotWithShape="1">
          <a:blip r:embed="rId10">
            <a:alphaModFix/>
          </a:blip>
          <a:srcRect b="0" l="0" r="0" t="0"/>
          <a:stretch/>
        </p:blipFill>
        <p:spPr>
          <a:xfrm>
            <a:off x="7272206" y="4199605"/>
            <a:ext cx="237106" cy="152106"/>
          </a:xfrm>
          <a:prstGeom prst="rect">
            <a:avLst/>
          </a:prstGeom>
          <a:noFill/>
          <a:ln>
            <a:noFill/>
          </a:ln>
        </p:spPr>
      </p:pic>
      <p:grpSp>
        <p:nvGrpSpPr>
          <p:cNvPr id="522" name="Google Shape;522;p22"/>
          <p:cNvGrpSpPr/>
          <p:nvPr/>
        </p:nvGrpSpPr>
        <p:grpSpPr>
          <a:xfrm>
            <a:off x="4135350" y="4058743"/>
            <a:ext cx="1232224" cy="281700"/>
            <a:chOff x="4347547" y="3880675"/>
            <a:chExt cx="1781700" cy="375600"/>
          </a:xfrm>
        </p:grpSpPr>
        <p:sp>
          <p:nvSpPr>
            <p:cNvPr id="523" name="Google Shape;523;p22"/>
            <p:cNvSpPr/>
            <p:nvPr/>
          </p:nvSpPr>
          <p:spPr>
            <a:xfrm>
              <a:off x="4347547" y="3880675"/>
              <a:ext cx="1781700" cy="375600"/>
            </a:xfrm>
            <a:prstGeom prst="rect">
              <a:avLst/>
            </a:prstGeom>
            <a:solidFill>
              <a:srgbClr val="FFFFFF"/>
            </a:solidFill>
            <a:ln cap="flat" cmpd="sng" w="7150">
              <a:solidFill>
                <a:srgbClr val="1D5A9C"/>
              </a:solidFill>
              <a:prstDash val="solid"/>
              <a:round/>
              <a:headEnd len="sm" w="sm" type="none"/>
              <a:tailEnd len="sm" w="sm" type="none"/>
            </a:ln>
          </p:spPr>
          <p:txBody>
            <a:bodyPr anchorCtr="0" anchor="ctr" bIns="51425" lIns="51425" spcFirstLastPara="1" rIns="51425" wrap="square" tIns="51425">
              <a:noAutofit/>
            </a:bodyPr>
            <a:lstStyle/>
            <a:p>
              <a:pPr indent="0" lvl="0" marL="0" marR="0" rtl="0" algn="r">
                <a:lnSpc>
                  <a:spcPct val="100000"/>
                </a:lnSpc>
                <a:spcBef>
                  <a:spcPts val="0"/>
                </a:spcBef>
                <a:spcAft>
                  <a:spcPts val="0"/>
                </a:spcAft>
                <a:buClr>
                  <a:srgbClr val="000000"/>
                </a:buClr>
                <a:buSzPts val="500"/>
                <a:buFont typeface="Arial"/>
                <a:buNone/>
              </a:pPr>
              <a:r>
                <a:rPr b="1" lang="en" sz="800">
                  <a:latin typeface="Nunito"/>
                  <a:ea typeface="Nunito"/>
                  <a:cs typeface="Nunito"/>
                  <a:sym typeface="Nunito"/>
                </a:rPr>
                <a:t>        </a:t>
              </a:r>
              <a:r>
                <a:rPr b="1" lang="en" sz="800">
                  <a:solidFill>
                    <a:srgbClr val="1D5A9C"/>
                  </a:solidFill>
                  <a:latin typeface="Nunito"/>
                  <a:ea typeface="Nunito"/>
                  <a:cs typeface="Nunito"/>
                  <a:sym typeface="Nunito"/>
                </a:rPr>
                <a:t>Prompt &amp; Safety    Engineering</a:t>
              </a:r>
              <a:endParaRPr b="1" sz="800">
                <a:solidFill>
                  <a:srgbClr val="1D5A9C"/>
                </a:solidFill>
                <a:latin typeface="Nunito"/>
                <a:ea typeface="Nunito"/>
                <a:cs typeface="Nunito"/>
                <a:sym typeface="Nunito"/>
              </a:endParaRPr>
            </a:p>
          </p:txBody>
        </p:sp>
        <p:pic>
          <p:nvPicPr>
            <p:cNvPr id="524" name="Google Shape;524;p22"/>
            <p:cNvPicPr preferRelativeResize="0"/>
            <p:nvPr/>
          </p:nvPicPr>
          <p:blipFill rotWithShape="1">
            <a:blip r:embed="rId11">
              <a:alphaModFix/>
            </a:blip>
            <a:srcRect b="0" l="0" r="0" t="0"/>
            <a:stretch/>
          </p:blipFill>
          <p:spPr>
            <a:xfrm>
              <a:off x="4484822" y="3930745"/>
              <a:ext cx="299900" cy="275452"/>
            </a:xfrm>
            <a:prstGeom prst="rect">
              <a:avLst/>
            </a:prstGeom>
            <a:noFill/>
            <a:ln>
              <a:noFill/>
            </a:ln>
          </p:spPr>
        </p:pic>
      </p:grpSp>
      <p:cxnSp>
        <p:nvCxnSpPr>
          <p:cNvPr id="525" name="Google Shape;525;p22"/>
          <p:cNvCxnSpPr>
            <a:stCxn id="523" idx="0"/>
          </p:cNvCxnSpPr>
          <p:nvPr/>
        </p:nvCxnSpPr>
        <p:spPr>
          <a:xfrm rot="-5400000">
            <a:off x="4532162" y="3838843"/>
            <a:ext cx="439200" cy="600"/>
          </a:xfrm>
          <a:prstGeom prst="bentConnector3">
            <a:avLst>
              <a:gd fmla="val 50000" name="adj1"/>
            </a:avLst>
          </a:prstGeom>
          <a:noFill/>
          <a:ln cap="flat" cmpd="sng" w="14300">
            <a:solidFill>
              <a:srgbClr val="1D5A9C"/>
            </a:solidFill>
            <a:prstDash val="solid"/>
            <a:round/>
            <a:headEnd len="med" w="med" type="stealth"/>
            <a:tailEnd len="med" w="med" type="stealth"/>
          </a:ln>
        </p:spPr>
      </p:cxnSp>
      <p:sp>
        <p:nvSpPr>
          <p:cNvPr id="526" name="Google Shape;526;p22"/>
          <p:cNvSpPr/>
          <p:nvPr/>
        </p:nvSpPr>
        <p:spPr>
          <a:xfrm>
            <a:off x="3218709" y="1725788"/>
            <a:ext cx="2169300" cy="975300"/>
          </a:xfrm>
          <a:prstGeom prst="rect">
            <a:avLst/>
          </a:prstGeom>
          <a:noFill/>
          <a:ln cap="flat" cmpd="sng" w="7150">
            <a:solidFill>
              <a:srgbClr val="0B5394"/>
            </a:solidFill>
            <a:prstDash val="dash"/>
            <a:round/>
            <a:headEnd len="sm" w="sm" type="none"/>
            <a:tailEnd len="sm" w="sm" type="none"/>
          </a:ln>
        </p:spPr>
        <p:txBody>
          <a:bodyPr anchorCtr="0" anchor="ctr" bIns="91425" lIns="91425" spcFirstLastPara="1" rIns="91425" wrap="square" tIns="91425">
            <a:noAutofit/>
          </a:bodyPr>
          <a:lstStyle/>
          <a:p>
            <a:pPr indent="0" lvl="0" marL="0" rtl="0" algn="l">
              <a:lnSpc>
                <a:spcPct val="100000"/>
              </a:lnSpc>
              <a:spcBef>
                <a:spcPts val="1100"/>
              </a:spcBef>
              <a:spcAft>
                <a:spcPts val="300"/>
              </a:spcAft>
              <a:buClr>
                <a:schemeClr val="dk1"/>
              </a:buClr>
              <a:buSzPts val="800"/>
              <a:buFont typeface="Arial"/>
              <a:buNone/>
            </a:pPr>
            <a:r>
              <a:rPr b="1" i="1" lang="en" sz="800">
                <a:solidFill>
                  <a:schemeClr val="dk1"/>
                </a:solidFill>
                <a:latin typeface="Nunito"/>
                <a:ea typeface="Nunito"/>
                <a:cs typeface="Nunito"/>
                <a:sym typeface="Nunito"/>
              </a:rPr>
              <a:t>Policy-Driven Prompt Routing Logic→</a:t>
            </a:r>
            <a:r>
              <a:rPr i="1" lang="en" sz="800">
                <a:solidFill>
                  <a:schemeClr val="dk1"/>
                </a:solidFill>
                <a:latin typeface="Nunito"/>
                <a:ea typeface="Nunito"/>
                <a:cs typeface="Nunito"/>
                <a:sym typeface="Nunito"/>
              </a:rPr>
              <a:t>  Role and department from JWT determine query permissions</a:t>
            </a:r>
            <a:br>
              <a:rPr i="1" lang="en" sz="800">
                <a:solidFill>
                  <a:schemeClr val="dk1"/>
                </a:solidFill>
                <a:latin typeface="Nunito"/>
                <a:ea typeface="Nunito"/>
                <a:cs typeface="Nunito"/>
                <a:sym typeface="Nunito"/>
              </a:rPr>
            </a:br>
            <a:r>
              <a:rPr i="1" lang="en" sz="800">
                <a:solidFill>
                  <a:schemeClr val="dk1"/>
                </a:solidFill>
                <a:latin typeface="Nunito"/>
                <a:ea typeface="Nunito"/>
                <a:cs typeface="Nunito"/>
                <a:sym typeface="Nunito"/>
              </a:rPr>
              <a:t>• Department GPTs use isolated Pinecone namespaces</a:t>
            </a:r>
            <a:br>
              <a:rPr i="1" lang="en" sz="800">
                <a:solidFill>
                  <a:schemeClr val="dk1"/>
                </a:solidFill>
                <a:latin typeface="Nunito"/>
                <a:ea typeface="Nunito"/>
                <a:cs typeface="Nunito"/>
                <a:sym typeface="Nunito"/>
              </a:rPr>
            </a:br>
            <a:r>
              <a:rPr i="1" lang="en" sz="800">
                <a:solidFill>
                  <a:schemeClr val="dk1"/>
                </a:solidFill>
                <a:latin typeface="Nunito"/>
                <a:ea typeface="Nunito"/>
                <a:cs typeface="Nunito"/>
                <a:sym typeface="Nunito"/>
              </a:rPr>
              <a:t>• Trusted external fallback if no internal answe</a:t>
            </a:r>
            <a:r>
              <a:rPr lang="en" sz="800">
                <a:solidFill>
                  <a:schemeClr val="dk1"/>
                </a:solidFill>
              </a:rPr>
              <a:t>r</a:t>
            </a:r>
            <a:endParaRPr i="1" sz="800">
              <a:solidFill>
                <a:schemeClr val="dk1"/>
              </a:solidFill>
              <a:latin typeface="Nunito"/>
              <a:ea typeface="Nunito"/>
              <a:cs typeface="Nunito"/>
              <a:sym typeface="Nunito"/>
            </a:endParaRPr>
          </a:p>
        </p:txBody>
      </p:sp>
      <p:sp>
        <p:nvSpPr>
          <p:cNvPr id="527" name="Google Shape;527;p22"/>
          <p:cNvSpPr/>
          <p:nvPr/>
        </p:nvSpPr>
        <p:spPr>
          <a:xfrm>
            <a:off x="1307194" y="4067902"/>
            <a:ext cx="654000" cy="263400"/>
          </a:xfrm>
          <a:prstGeom prst="rect">
            <a:avLst/>
          </a:prstGeom>
          <a:noFill/>
          <a:ln cap="flat" cmpd="sng" w="7150">
            <a:solidFill>
              <a:srgbClr val="0B5394"/>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600"/>
              <a:buFont typeface="Arial"/>
              <a:buNone/>
            </a:pPr>
            <a:r>
              <a:rPr b="1" lang="en" sz="800">
                <a:solidFill>
                  <a:srgbClr val="1D5A9C"/>
                </a:solidFill>
                <a:latin typeface="Nunito"/>
                <a:ea typeface="Nunito"/>
                <a:cs typeface="Nunito"/>
                <a:sym typeface="Nunito"/>
              </a:rPr>
              <a:t>Answer</a:t>
            </a:r>
            <a:endParaRPr b="1" sz="800">
              <a:solidFill>
                <a:srgbClr val="1D5A9C"/>
              </a:solidFill>
              <a:latin typeface="Nunito"/>
              <a:ea typeface="Nunito"/>
              <a:cs typeface="Nunito"/>
              <a:sym typeface="Nunito"/>
            </a:endParaRPr>
          </a:p>
        </p:txBody>
      </p:sp>
      <p:sp>
        <p:nvSpPr>
          <p:cNvPr id="528" name="Google Shape;528;p22"/>
          <p:cNvSpPr txBox="1"/>
          <p:nvPr/>
        </p:nvSpPr>
        <p:spPr>
          <a:xfrm>
            <a:off x="246234" y="2884075"/>
            <a:ext cx="1323300" cy="833700"/>
          </a:xfrm>
          <a:prstGeom prst="rect">
            <a:avLst/>
          </a:prstGeom>
          <a:noFill/>
          <a:ln cap="flat" cmpd="sng" w="7150">
            <a:solidFill>
              <a:srgbClr val="0B5394"/>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700"/>
              <a:buFont typeface="Arial"/>
              <a:buNone/>
            </a:pPr>
            <a:r>
              <a:rPr b="0" i="1" lang="en" sz="800" u="none" cap="none" strike="noStrike">
                <a:solidFill>
                  <a:schemeClr val="dk1"/>
                </a:solidFill>
                <a:latin typeface="Nunito"/>
                <a:ea typeface="Nunito"/>
                <a:cs typeface="Nunito"/>
                <a:sym typeface="Nunito"/>
              </a:rPr>
              <a:t>• Capture thumbs/down + comments                   </a:t>
            </a:r>
            <a:endParaRPr b="0" i="1" sz="800" u="none" cap="none" strike="noStrike">
              <a:solidFill>
                <a:schemeClr val="dk1"/>
              </a:solidFill>
              <a:latin typeface="Nunito"/>
              <a:ea typeface="Nunito"/>
              <a:cs typeface="Nunito"/>
              <a:sym typeface="Nunito"/>
            </a:endParaRPr>
          </a:p>
          <a:p>
            <a:pPr indent="0" lvl="0" marL="0" marR="0" rtl="0" algn="l">
              <a:lnSpc>
                <a:spcPct val="100000"/>
              </a:lnSpc>
              <a:spcBef>
                <a:spcPts val="0"/>
              </a:spcBef>
              <a:spcAft>
                <a:spcPts val="0"/>
              </a:spcAft>
              <a:buClr>
                <a:srgbClr val="000000"/>
              </a:buClr>
              <a:buSzPts val="700"/>
              <a:buFont typeface="Arial"/>
              <a:buNone/>
            </a:pPr>
            <a:r>
              <a:rPr b="0" i="1" lang="en" sz="800" u="none" cap="none" strike="noStrike">
                <a:solidFill>
                  <a:schemeClr val="dk1"/>
                </a:solidFill>
                <a:latin typeface="Nunito"/>
                <a:ea typeface="Nunito"/>
                <a:cs typeface="Nunito"/>
                <a:sym typeface="Nunito"/>
              </a:rPr>
              <a:t>• Logs to feedback DB                   </a:t>
            </a:r>
            <a:endParaRPr b="0" i="1" sz="800" u="none" cap="none" strike="noStrike">
              <a:solidFill>
                <a:schemeClr val="dk1"/>
              </a:solidFill>
              <a:latin typeface="Nunito"/>
              <a:ea typeface="Nunito"/>
              <a:cs typeface="Nunito"/>
              <a:sym typeface="Nunito"/>
            </a:endParaRPr>
          </a:p>
          <a:p>
            <a:pPr indent="0" lvl="0" marL="0" marR="0" rtl="0" algn="l">
              <a:lnSpc>
                <a:spcPct val="100000"/>
              </a:lnSpc>
              <a:spcBef>
                <a:spcPts val="0"/>
              </a:spcBef>
              <a:spcAft>
                <a:spcPts val="0"/>
              </a:spcAft>
              <a:buClr>
                <a:srgbClr val="000000"/>
              </a:buClr>
              <a:buSzPts val="700"/>
              <a:buFont typeface="Arial"/>
              <a:buNone/>
            </a:pPr>
            <a:r>
              <a:rPr b="0" i="1" lang="en" sz="800" u="none" cap="none" strike="noStrike">
                <a:solidFill>
                  <a:schemeClr val="dk1"/>
                </a:solidFill>
                <a:latin typeface="Nunito"/>
                <a:ea typeface="Nunito"/>
                <a:cs typeface="Nunito"/>
                <a:sym typeface="Nunito"/>
              </a:rPr>
              <a:t>• Used for prompt tuning / model  improvement </a:t>
            </a:r>
            <a:endParaRPr b="0" i="1" sz="800" u="none" cap="none" strike="noStrike">
              <a:solidFill>
                <a:schemeClr val="dk1"/>
              </a:solidFill>
              <a:latin typeface="Nunito"/>
              <a:ea typeface="Nunito"/>
              <a:cs typeface="Nunito"/>
              <a:sym typeface="Nunito"/>
            </a:endParaRPr>
          </a:p>
        </p:txBody>
      </p:sp>
      <p:grpSp>
        <p:nvGrpSpPr>
          <p:cNvPr id="529" name="Google Shape;529;p22"/>
          <p:cNvGrpSpPr/>
          <p:nvPr/>
        </p:nvGrpSpPr>
        <p:grpSpPr>
          <a:xfrm>
            <a:off x="2465709" y="4058743"/>
            <a:ext cx="1232224" cy="281700"/>
            <a:chOff x="4347547" y="3595375"/>
            <a:chExt cx="1781700" cy="375600"/>
          </a:xfrm>
        </p:grpSpPr>
        <p:sp>
          <p:nvSpPr>
            <p:cNvPr id="530" name="Google Shape;530;p22"/>
            <p:cNvSpPr/>
            <p:nvPr/>
          </p:nvSpPr>
          <p:spPr>
            <a:xfrm>
              <a:off x="4347547" y="3595375"/>
              <a:ext cx="1781700" cy="375600"/>
            </a:xfrm>
            <a:prstGeom prst="rect">
              <a:avLst/>
            </a:prstGeom>
            <a:solidFill>
              <a:srgbClr val="FFFFFF"/>
            </a:solidFill>
            <a:ln cap="flat" cmpd="sng" w="7150">
              <a:solidFill>
                <a:srgbClr val="1D5A9C"/>
              </a:solidFill>
              <a:prstDash val="solid"/>
              <a:round/>
              <a:headEnd len="sm" w="sm" type="none"/>
              <a:tailEnd len="sm" w="sm" type="none"/>
            </a:ln>
          </p:spPr>
          <p:txBody>
            <a:bodyPr anchorCtr="0" anchor="ctr" bIns="51425" lIns="51425" spcFirstLastPara="1" rIns="51425" wrap="square" tIns="51425">
              <a:noAutofit/>
            </a:bodyPr>
            <a:lstStyle/>
            <a:p>
              <a:pPr indent="0" lvl="0" marL="0" marR="0" rtl="0" algn="r">
                <a:lnSpc>
                  <a:spcPct val="100000"/>
                </a:lnSpc>
                <a:spcBef>
                  <a:spcPts val="0"/>
                </a:spcBef>
                <a:spcAft>
                  <a:spcPts val="0"/>
                </a:spcAft>
                <a:buClr>
                  <a:srgbClr val="000000"/>
                </a:buClr>
                <a:buSzPts val="500"/>
                <a:buFont typeface="Arial"/>
                <a:buNone/>
              </a:pPr>
              <a:r>
                <a:rPr b="1" lang="en" sz="800">
                  <a:latin typeface="Nunito"/>
                  <a:ea typeface="Nunito"/>
                  <a:cs typeface="Nunito"/>
                  <a:sym typeface="Nunito"/>
                </a:rPr>
                <a:t>      </a:t>
              </a:r>
              <a:r>
                <a:rPr b="1" lang="en" sz="800">
                  <a:solidFill>
                    <a:srgbClr val="1D5A9C"/>
                  </a:solidFill>
                  <a:latin typeface="Nunito"/>
                  <a:ea typeface="Nunito"/>
                  <a:cs typeface="Nunito"/>
                  <a:sym typeface="Nunito"/>
                </a:rPr>
                <a:t>  Post Processing</a:t>
              </a:r>
              <a:endParaRPr b="1" i="0" sz="800" u="none" cap="none" strike="noStrike">
                <a:solidFill>
                  <a:srgbClr val="000000"/>
                </a:solidFill>
                <a:latin typeface="Nunito"/>
                <a:ea typeface="Nunito"/>
                <a:cs typeface="Nunito"/>
                <a:sym typeface="Nunito"/>
              </a:endParaRPr>
            </a:p>
          </p:txBody>
        </p:sp>
        <p:pic>
          <p:nvPicPr>
            <p:cNvPr id="531" name="Google Shape;531;p22"/>
            <p:cNvPicPr preferRelativeResize="0"/>
            <p:nvPr/>
          </p:nvPicPr>
          <p:blipFill rotWithShape="1">
            <a:blip r:embed="rId11">
              <a:alphaModFix/>
            </a:blip>
            <a:srcRect b="0" l="0" r="0" t="0"/>
            <a:stretch/>
          </p:blipFill>
          <p:spPr>
            <a:xfrm>
              <a:off x="4484822" y="3645445"/>
              <a:ext cx="299900" cy="275452"/>
            </a:xfrm>
            <a:prstGeom prst="rect">
              <a:avLst/>
            </a:prstGeom>
            <a:noFill/>
            <a:ln>
              <a:noFill/>
            </a:ln>
          </p:spPr>
        </p:pic>
      </p:grpSp>
      <p:cxnSp>
        <p:nvCxnSpPr>
          <p:cNvPr id="532" name="Google Shape;532;p22"/>
          <p:cNvCxnSpPr>
            <a:stCxn id="527" idx="1"/>
            <a:endCxn id="528" idx="2"/>
          </p:cNvCxnSpPr>
          <p:nvPr/>
        </p:nvCxnSpPr>
        <p:spPr>
          <a:xfrm rot="10800000">
            <a:off x="907894" y="3717802"/>
            <a:ext cx="399300" cy="481800"/>
          </a:xfrm>
          <a:prstGeom prst="bentConnector2">
            <a:avLst/>
          </a:prstGeom>
          <a:noFill/>
          <a:ln cap="flat" cmpd="sng" w="14300">
            <a:solidFill>
              <a:srgbClr val="1D5A9C"/>
            </a:solidFill>
            <a:prstDash val="solid"/>
            <a:round/>
            <a:headEnd len="med" w="med" type="stealth"/>
            <a:tailEnd len="med" w="med" type="stealth"/>
          </a:ln>
        </p:spPr>
      </p:cxnSp>
      <p:cxnSp>
        <p:nvCxnSpPr>
          <p:cNvPr id="533" name="Google Shape;533;p22"/>
          <p:cNvCxnSpPr>
            <a:endCxn id="534" idx="0"/>
          </p:cNvCxnSpPr>
          <p:nvPr/>
        </p:nvCxnSpPr>
        <p:spPr>
          <a:xfrm flipH="1" rot="-5400000">
            <a:off x="634131" y="1686925"/>
            <a:ext cx="546900" cy="600"/>
          </a:xfrm>
          <a:prstGeom prst="bentConnector3">
            <a:avLst>
              <a:gd fmla="val 50000" name="adj1"/>
            </a:avLst>
          </a:prstGeom>
          <a:noFill/>
          <a:ln cap="flat" cmpd="sng" w="14300">
            <a:solidFill>
              <a:srgbClr val="1D5A9C"/>
            </a:solidFill>
            <a:prstDash val="solid"/>
            <a:round/>
            <a:headEnd len="med" w="med" type="stealth"/>
            <a:tailEnd len="med" w="med" type="stealth"/>
          </a:ln>
        </p:spPr>
      </p:cxnSp>
      <p:cxnSp>
        <p:nvCxnSpPr>
          <p:cNvPr id="535" name="Google Shape;535;p22"/>
          <p:cNvCxnSpPr>
            <a:stCxn id="530" idx="3"/>
            <a:endCxn id="523" idx="1"/>
          </p:cNvCxnSpPr>
          <p:nvPr/>
        </p:nvCxnSpPr>
        <p:spPr>
          <a:xfrm>
            <a:off x="3697933" y="4199593"/>
            <a:ext cx="437400" cy="600"/>
          </a:xfrm>
          <a:prstGeom prst="bentConnector3">
            <a:avLst>
              <a:gd fmla="val 50002" name="adj1"/>
            </a:avLst>
          </a:prstGeom>
          <a:noFill/>
          <a:ln cap="flat" cmpd="sng" w="14300">
            <a:solidFill>
              <a:srgbClr val="1D5A9C"/>
            </a:solidFill>
            <a:prstDash val="solid"/>
            <a:round/>
            <a:headEnd len="med" w="med" type="stealth"/>
            <a:tailEnd len="med" w="med" type="stealth"/>
          </a:ln>
        </p:spPr>
      </p:cxnSp>
      <p:sp>
        <p:nvSpPr>
          <p:cNvPr id="536" name="Google Shape;536;p22"/>
          <p:cNvSpPr/>
          <p:nvPr/>
        </p:nvSpPr>
        <p:spPr>
          <a:xfrm>
            <a:off x="5404238" y="3290878"/>
            <a:ext cx="759000" cy="228600"/>
          </a:xfrm>
          <a:prstGeom prst="ellipse">
            <a:avLst/>
          </a:prstGeom>
          <a:noFill/>
          <a:ln cap="flat" cmpd="sng" w="7150">
            <a:solidFill>
              <a:srgbClr val="0B5394"/>
            </a:solidFill>
            <a:prstDash val="solid"/>
            <a:round/>
            <a:headEnd len="sm" w="sm" type="none"/>
            <a:tailEnd len="sm" w="sm" type="none"/>
          </a:ln>
        </p:spPr>
        <p:txBody>
          <a:bodyPr anchorCtr="0" anchor="ctr" bIns="91425" lIns="91425" spcFirstLastPara="1" rIns="91425" wrap="square" tIns="91425">
            <a:noAutofit/>
          </a:bodyPr>
          <a:lstStyle/>
          <a:p>
            <a:pPr indent="0" lvl="1" marL="0" marR="0" rtl="0" algn="ctr">
              <a:lnSpc>
                <a:spcPct val="100000"/>
              </a:lnSpc>
              <a:spcBef>
                <a:spcPts val="0"/>
              </a:spcBef>
              <a:spcAft>
                <a:spcPts val="0"/>
              </a:spcAft>
              <a:buClr>
                <a:schemeClr val="dk1"/>
              </a:buClr>
              <a:buSzPts val="700"/>
              <a:buFont typeface="Arial"/>
              <a:buNone/>
            </a:pPr>
            <a:r>
              <a:rPr b="1" lang="en" sz="700">
                <a:solidFill>
                  <a:schemeClr val="dk1"/>
                </a:solidFill>
                <a:latin typeface="Nunito"/>
                <a:ea typeface="Nunito"/>
                <a:cs typeface="Nunito"/>
                <a:sym typeface="Nunito"/>
              </a:rPr>
              <a:t>LLM Search</a:t>
            </a:r>
            <a:endParaRPr b="1" i="0" sz="700" u="none" cap="none" strike="noStrike">
              <a:solidFill>
                <a:schemeClr val="dk1"/>
              </a:solidFill>
              <a:latin typeface="Nunito"/>
              <a:ea typeface="Nunito"/>
              <a:cs typeface="Nunito"/>
              <a:sym typeface="Nunito"/>
            </a:endParaRPr>
          </a:p>
        </p:txBody>
      </p:sp>
      <p:cxnSp>
        <p:nvCxnSpPr>
          <p:cNvPr id="537" name="Google Shape;537;p22"/>
          <p:cNvCxnSpPr>
            <a:stCxn id="534" idx="2"/>
            <a:endCxn id="528" idx="0"/>
          </p:cNvCxnSpPr>
          <p:nvPr/>
        </p:nvCxnSpPr>
        <p:spPr>
          <a:xfrm flipH="1" rot="-5400000">
            <a:off x="665931" y="2641525"/>
            <a:ext cx="484500" cy="600"/>
          </a:xfrm>
          <a:prstGeom prst="bentConnector3">
            <a:avLst>
              <a:gd fmla="val 50000" name="adj1"/>
            </a:avLst>
          </a:prstGeom>
          <a:noFill/>
          <a:ln cap="flat" cmpd="sng" w="7150">
            <a:solidFill>
              <a:srgbClr val="0B5394"/>
            </a:solidFill>
            <a:prstDash val="dash"/>
            <a:round/>
            <a:headEnd len="sm" w="sm" type="triangle"/>
            <a:tailEnd len="med" w="med" type="triangle"/>
          </a:ln>
        </p:spPr>
      </p:cxnSp>
      <p:cxnSp>
        <p:nvCxnSpPr>
          <p:cNvPr id="538" name="Google Shape;538;p22"/>
          <p:cNvCxnSpPr>
            <a:stCxn id="527" idx="3"/>
            <a:endCxn id="530" idx="1"/>
          </p:cNvCxnSpPr>
          <p:nvPr/>
        </p:nvCxnSpPr>
        <p:spPr>
          <a:xfrm>
            <a:off x="1961194" y="4199602"/>
            <a:ext cx="504600" cy="600"/>
          </a:xfrm>
          <a:prstGeom prst="bentConnector3">
            <a:avLst>
              <a:gd fmla="val 49992" name="adj1"/>
            </a:avLst>
          </a:prstGeom>
          <a:noFill/>
          <a:ln cap="flat" cmpd="sng" w="14300">
            <a:solidFill>
              <a:srgbClr val="1D5A9C"/>
            </a:solidFill>
            <a:prstDash val="solid"/>
            <a:round/>
            <a:headEnd len="med" w="med" type="stealth"/>
            <a:tailEnd len="med" w="med" type="stealth"/>
          </a:ln>
        </p:spPr>
      </p:cxnSp>
      <p:sp>
        <p:nvSpPr>
          <p:cNvPr id="539" name="Google Shape;539;p22"/>
          <p:cNvSpPr txBox="1"/>
          <p:nvPr/>
        </p:nvSpPr>
        <p:spPr>
          <a:xfrm>
            <a:off x="5682490" y="905944"/>
            <a:ext cx="825600" cy="307800"/>
          </a:xfrm>
          <a:prstGeom prst="rect">
            <a:avLst/>
          </a:prstGeom>
          <a:noFill/>
          <a:ln cap="flat" cmpd="sng" w="7150">
            <a:solidFill>
              <a:srgbClr val="0B5394"/>
            </a:solidFill>
            <a:prstDash val="solid"/>
            <a:round/>
            <a:headEnd len="sm" w="sm" type="none"/>
            <a:tailEnd len="sm" w="sm" type="none"/>
          </a:ln>
        </p:spPr>
        <p:txBody>
          <a:bodyPr anchorCtr="0" anchor="ctr" bIns="91425" lIns="91425" spcFirstLastPara="1" rIns="91425" wrap="square" tIns="91425">
            <a:spAutoFit/>
          </a:bodyPr>
          <a:lstStyle/>
          <a:p>
            <a:pPr indent="0" lvl="0" marL="0" marR="0" rtl="0" algn="l">
              <a:lnSpc>
                <a:spcPct val="100000"/>
              </a:lnSpc>
              <a:spcBef>
                <a:spcPts val="0"/>
              </a:spcBef>
              <a:spcAft>
                <a:spcPts val="0"/>
              </a:spcAft>
              <a:buClr>
                <a:srgbClr val="000000"/>
              </a:buClr>
              <a:buSzPts val="800"/>
              <a:buFont typeface="Arial"/>
              <a:buNone/>
            </a:pPr>
            <a:r>
              <a:rPr b="1" lang="en" sz="800">
                <a:solidFill>
                  <a:srgbClr val="1D5A9C"/>
                </a:solidFill>
                <a:latin typeface="Nunito"/>
                <a:ea typeface="Nunito"/>
                <a:cs typeface="Nunito"/>
                <a:sym typeface="Nunito"/>
              </a:rPr>
              <a:t>Chat Screen</a:t>
            </a:r>
            <a:endParaRPr b="1" sz="800">
              <a:solidFill>
                <a:srgbClr val="1D5A9C"/>
              </a:solidFill>
              <a:latin typeface="Nunito"/>
              <a:ea typeface="Nunito"/>
              <a:cs typeface="Nunito"/>
              <a:sym typeface="Nunito"/>
            </a:endParaRPr>
          </a:p>
        </p:txBody>
      </p:sp>
      <p:sp>
        <p:nvSpPr>
          <p:cNvPr id="540" name="Google Shape;540;p22"/>
          <p:cNvSpPr txBox="1"/>
          <p:nvPr/>
        </p:nvSpPr>
        <p:spPr>
          <a:xfrm>
            <a:off x="6956512" y="905944"/>
            <a:ext cx="1323300" cy="307800"/>
          </a:xfrm>
          <a:prstGeom prst="rect">
            <a:avLst/>
          </a:prstGeom>
          <a:noFill/>
          <a:ln cap="flat" cmpd="sng" w="7150">
            <a:solidFill>
              <a:srgbClr val="0B5394"/>
            </a:solidFill>
            <a:prstDash val="solid"/>
            <a:round/>
            <a:headEnd len="sm" w="sm" type="none"/>
            <a:tailEnd len="sm" w="sm" type="none"/>
          </a:ln>
        </p:spPr>
        <p:txBody>
          <a:bodyPr anchorCtr="0" anchor="ctr" bIns="91425" lIns="91425" spcFirstLastPara="1" rIns="91425" wrap="square" tIns="91425">
            <a:spAutoFit/>
          </a:bodyPr>
          <a:lstStyle/>
          <a:p>
            <a:pPr indent="0" lvl="0" marL="0" marR="0" rtl="0" algn="l">
              <a:lnSpc>
                <a:spcPct val="100000"/>
              </a:lnSpc>
              <a:spcBef>
                <a:spcPts val="0"/>
              </a:spcBef>
              <a:spcAft>
                <a:spcPts val="0"/>
              </a:spcAft>
              <a:buClr>
                <a:srgbClr val="000000"/>
              </a:buClr>
              <a:buSzPts val="800"/>
              <a:buFont typeface="Arial"/>
              <a:buNone/>
            </a:pPr>
            <a:r>
              <a:rPr b="1" lang="en" sz="800">
                <a:solidFill>
                  <a:srgbClr val="1D5A9C"/>
                </a:solidFill>
                <a:latin typeface="Nunito"/>
                <a:ea typeface="Nunito"/>
                <a:cs typeface="Nunito"/>
                <a:sym typeface="Nunito"/>
              </a:rPr>
              <a:t>User Types Prompt</a:t>
            </a:r>
            <a:endParaRPr b="1" sz="800">
              <a:solidFill>
                <a:srgbClr val="1D5A9C"/>
              </a:solidFill>
              <a:latin typeface="Nunito"/>
              <a:ea typeface="Nunito"/>
              <a:cs typeface="Nunito"/>
              <a:sym typeface="Nunito"/>
            </a:endParaRPr>
          </a:p>
        </p:txBody>
      </p:sp>
      <p:cxnSp>
        <p:nvCxnSpPr>
          <p:cNvPr id="541" name="Google Shape;541;p22"/>
          <p:cNvCxnSpPr>
            <a:stCxn id="539" idx="3"/>
            <a:endCxn id="540" idx="1"/>
          </p:cNvCxnSpPr>
          <p:nvPr/>
        </p:nvCxnSpPr>
        <p:spPr>
          <a:xfrm>
            <a:off x="6508090" y="1059844"/>
            <a:ext cx="448500" cy="0"/>
          </a:xfrm>
          <a:prstGeom prst="straightConnector1">
            <a:avLst/>
          </a:prstGeom>
          <a:noFill/>
          <a:ln cap="flat" cmpd="sng" w="14300">
            <a:solidFill>
              <a:srgbClr val="1D5A9C"/>
            </a:solidFill>
            <a:prstDash val="solid"/>
            <a:round/>
            <a:headEnd len="sm" w="sm" type="none"/>
            <a:tailEnd len="med" w="med" type="stealth"/>
          </a:ln>
        </p:spPr>
      </p:cxnSp>
      <p:cxnSp>
        <p:nvCxnSpPr>
          <p:cNvPr id="542" name="Google Shape;542;p22"/>
          <p:cNvCxnSpPr>
            <a:stCxn id="540" idx="2"/>
            <a:endCxn id="500" idx="0"/>
          </p:cNvCxnSpPr>
          <p:nvPr/>
        </p:nvCxnSpPr>
        <p:spPr>
          <a:xfrm>
            <a:off x="7618162" y="1213744"/>
            <a:ext cx="0" cy="272400"/>
          </a:xfrm>
          <a:prstGeom prst="straightConnector1">
            <a:avLst/>
          </a:prstGeom>
          <a:noFill/>
          <a:ln cap="flat" cmpd="sng" w="14300">
            <a:solidFill>
              <a:srgbClr val="1D5A9C"/>
            </a:solidFill>
            <a:prstDash val="solid"/>
            <a:round/>
            <a:headEnd len="sm" w="sm" type="none"/>
            <a:tailEnd len="med" w="med" type="stealth"/>
          </a:ln>
        </p:spPr>
      </p:cxnSp>
      <p:pic>
        <p:nvPicPr>
          <p:cNvPr id="543" name="Google Shape;543;p22"/>
          <p:cNvPicPr preferRelativeResize="0"/>
          <p:nvPr/>
        </p:nvPicPr>
        <p:blipFill rotWithShape="1">
          <a:blip r:embed="rId12">
            <a:alphaModFix/>
          </a:blip>
          <a:srcRect b="0" l="0" r="0" t="0"/>
          <a:stretch/>
        </p:blipFill>
        <p:spPr>
          <a:xfrm>
            <a:off x="6887903" y="1508403"/>
            <a:ext cx="384291" cy="394436"/>
          </a:xfrm>
          <a:prstGeom prst="rect">
            <a:avLst/>
          </a:prstGeom>
          <a:noFill/>
          <a:ln>
            <a:noFill/>
          </a:ln>
        </p:spPr>
      </p:pic>
      <p:cxnSp>
        <p:nvCxnSpPr>
          <p:cNvPr id="544" name="Google Shape;544;p22"/>
          <p:cNvCxnSpPr>
            <a:stCxn id="502" idx="2"/>
            <a:endCxn id="526" idx="0"/>
          </p:cNvCxnSpPr>
          <p:nvPr/>
        </p:nvCxnSpPr>
        <p:spPr>
          <a:xfrm>
            <a:off x="4302179" y="1360851"/>
            <a:ext cx="1200" cy="364800"/>
          </a:xfrm>
          <a:prstGeom prst="straightConnector1">
            <a:avLst/>
          </a:prstGeom>
          <a:noFill/>
          <a:ln cap="flat" cmpd="sng" w="7150">
            <a:solidFill>
              <a:srgbClr val="0B5394"/>
            </a:solidFill>
            <a:prstDash val="dash"/>
            <a:round/>
            <a:headEnd len="sm" w="sm" type="triangle"/>
            <a:tailEnd len="med" w="med" type="triangle"/>
          </a:ln>
        </p:spPr>
      </p:cxnSp>
      <p:sp>
        <p:nvSpPr>
          <p:cNvPr id="545" name="Google Shape;545;p22"/>
          <p:cNvSpPr txBox="1"/>
          <p:nvPr/>
        </p:nvSpPr>
        <p:spPr>
          <a:xfrm>
            <a:off x="8028138" y="613450"/>
            <a:ext cx="1307100" cy="44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000">
                <a:solidFill>
                  <a:srgbClr val="FF0000"/>
                </a:solidFill>
              </a:rPr>
              <a:t>**Confidential**</a:t>
            </a:r>
            <a:endParaRPr b="1" sz="1000">
              <a:solidFill>
                <a:srgbClr val="FF0000"/>
              </a:solidFill>
            </a:endParaRPr>
          </a:p>
        </p:txBody>
      </p:sp>
      <p:sp>
        <p:nvSpPr>
          <p:cNvPr id="546" name="Google Shape;546;p22"/>
          <p:cNvSpPr/>
          <p:nvPr/>
        </p:nvSpPr>
        <p:spPr>
          <a:xfrm>
            <a:off x="185700" y="91350"/>
            <a:ext cx="8740200" cy="486600"/>
          </a:xfrm>
          <a:prstGeom prst="roundRect">
            <a:avLst>
              <a:gd fmla="val 16667" name="adj"/>
            </a:avLst>
          </a:prstGeom>
          <a:solidFill>
            <a:srgbClr val="0062A5"/>
          </a:solidFill>
          <a:ln cap="flat" cmpd="sng" w="9525">
            <a:solidFill>
              <a:srgbClr val="0062A5"/>
            </a:solidFill>
            <a:prstDash val="solid"/>
            <a:round/>
            <a:headEnd len="sm" w="sm" type="none"/>
            <a:tailEnd len="sm" w="sm" type="none"/>
          </a:ln>
        </p:spPr>
        <p:txBody>
          <a:bodyPr anchorCtr="0" anchor="ctr" bIns="0" lIns="91425" spcFirstLastPara="1" rIns="91425" wrap="square" tIns="0">
            <a:noAutofit/>
          </a:bodyPr>
          <a:lstStyle/>
          <a:p>
            <a:pPr indent="0" lvl="0" marL="0" rtl="0" algn="just">
              <a:lnSpc>
                <a:spcPct val="120000"/>
              </a:lnSpc>
              <a:spcBef>
                <a:spcPts val="0"/>
              </a:spcBef>
              <a:spcAft>
                <a:spcPts val="0"/>
              </a:spcAft>
              <a:buNone/>
            </a:pPr>
            <a:r>
              <a:rPr b="1" lang="en" sz="1800">
                <a:solidFill>
                  <a:srgbClr val="FFFFFF"/>
                </a:solidFill>
                <a:latin typeface="Jost"/>
                <a:ea typeface="Jost"/>
                <a:cs typeface="Jost"/>
                <a:sym typeface="Jost"/>
              </a:rPr>
              <a:t>PIE End-to-End Agent Orchestration Flow</a:t>
            </a:r>
            <a:endParaRPr b="1" sz="1800">
              <a:solidFill>
                <a:srgbClr val="FFFFFF"/>
              </a:solidFill>
              <a:latin typeface="Jost"/>
              <a:ea typeface="Jost"/>
              <a:cs typeface="Jost"/>
              <a:sym typeface="Jost"/>
            </a:endParaRPr>
          </a:p>
        </p:txBody>
      </p:sp>
      <p:sp>
        <p:nvSpPr>
          <p:cNvPr id="547" name="Google Shape;547;p22"/>
          <p:cNvSpPr txBox="1"/>
          <p:nvPr>
            <p:ph idx="12" type="sldNum"/>
          </p:nvPr>
        </p:nvSpPr>
        <p:spPr>
          <a:xfrm>
            <a:off x="8472458" y="4663217"/>
            <a:ext cx="548700" cy="393600"/>
          </a:xfrm>
          <a:prstGeom prst="rect">
            <a:avLst/>
          </a:prstGeom>
        </p:spPr>
        <p:txBody>
          <a:bodyPr anchorCtr="0" anchor="t" bIns="91425" lIns="91425" spcFirstLastPara="1" rIns="91425" wrap="square" tIns="91425">
            <a:normAutofit/>
          </a:bodyPr>
          <a:lstStyle/>
          <a:p>
            <a:pPr indent="0" lvl="0" marL="0" rtl="0" algn="r">
              <a:spcBef>
                <a:spcPts val="0"/>
              </a:spcBef>
              <a:spcAft>
                <a:spcPts val="0"/>
              </a:spcAft>
              <a:buNone/>
            </a:pPr>
            <a:fld id="{00000000-1234-1234-1234-123412341234}" type="slidenum">
              <a:rPr lang="en" sz="1200">
                <a:latin typeface="Jost"/>
                <a:ea typeface="Jost"/>
                <a:cs typeface="Jost"/>
                <a:sym typeface="Jost"/>
              </a:rPr>
              <a:t>‹#›</a:t>
            </a:fld>
            <a:endParaRPr sz="1200">
              <a:latin typeface="Jost"/>
              <a:ea typeface="Jost"/>
              <a:cs typeface="Jost"/>
              <a:sym typeface="Jost"/>
            </a:endParaRPr>
          </a:p>
        </p:txBody>
      </p:sp>
      <p:pic>
        <p:nvPicPr>
          <p:cNvPr id="548" name="Google Shape;548;p22" title="ai-agent.png"/>
          <p:cNvPicPr preferRelativeResize="0"/>
          <p:nvPr/>
        </p:nvPicPr>
        <p:blipFill>
          <a:blip r:embed="rId13">
            <a:alphaModFix/>
          </a:blip>
          <a:stretch>
            <a:fillRect/>
          </a:stretch>
        </p:blipFill>
        <p:spPr>
          <a:xfrm>
            <a:off x="2017935" y="3109309"/>
            <a:ext cx="331976" cy="319300"/>
          </a:xfrm>
          <a:prstGeom prst="rect">
            <a:avLst/>
          </a:prstGeom>
          <a:noFill/>
          <a:ln>
            <a:noFill/>
          </a:ln>
        </p:spPr>
      </p:pic>
      <p:grpSp>
        <p:nvGrpSpPr>
          <p:cNvPr id="549" name="Google Shape;549;p22"/>
          <p:cNvGrpSpPr/>
          <p:nvPr/>
        </p:nvGrpSpPr>
        <p:grpSpPr>
          <a:xfrm>
            <a:off x="168978" y="1960675"/>
            <a:ext cx="1477807" cy="438900"/>
            <a:chOff x="250928" y="2189275"/>
            <a:chExt cx="1477807" cy="438900"/>
          </a:xfrm>
        </p:grpSpPr>
        <p:grpSp>
          <p:nvGrpSpPr>
            <p:cNvPr id="550" name="Google Shape;550;p22"/>
            <p:cNvGrpSpPr/>
            <p:nvPr/>
          </p:nvGrpSpPr>
          <p:grpSpPr>
            <a:xfrm>
              <a:off x="250928" y="2189275"/>
              <a:ext cx="1477807" cy="438900"/>
              <a:chOff x="506625" y="2169350"/>
              <a:chExt cx="1307100" cy="438900"/>
            </a:xfrm>
          </p:grpSpPr>
          <p:sp>
            <p:nvSpPr>
              <p:cNvPr id="534" name="Google Shape;534;p22"/>
              <p:cNvSpPr/>
              <p:nvPr/>
            </p:nvSpPr>
            <p:spPr>
              <a:xfrm>
                <a:off x="506625" y="2169350"/>
                <a:ext cx="1307100" cy="438900"/>
              </a:xfrm>
              <a:prstGeom prst="rect">
                <a:avLst/>
              </a:prstGeom>
              <a:noFill/>
              <a:ln cap="flat" cmpd="sng" w="7150">
                <a:solidFill>
                  <a:srgbClr val="0B5394"/>
                </a:solidFill>
                <a:prstDash val="solid"/>
                <a:round/>
                <a:headEnd len="sm" w="sm" type="none"/>
                <a:tailEnd len="sm" w="sm" type="none"/>
              </a:ln>
            </p:spPr>
            <p:txBody>
              <a:bodyPr anchorCtr="0" anchor="ctr" bIns="91425" lIns="91425" spcFirstLastPara="1" rIns="91425" wrap="square" tIns="91425">
                <a:noAutofit/>
              </a:bodyPr>
              <a:lstStyle/>
              <a:p>
                <a:pPr indent="0" lvl="1" marL="342900" marR="0" rtl="0" algn="r">
                  <a:lnSpc>
                    <a:spcPct val="100000"/>
                  </a:lnSpc>
                  <a:spcBef>
                    <a:spcPts val="0"/>
                  </a:spcBef>
                  <a:spcAft>
                    <a:spcPts val="0"/>
                  </a:spcAft>
                  <a:buClr>
                    <a:srgbClr val="000000"/>
                  </a:buClr>
                  <a:buSzPts val="800"/>
                  <a:buFont typeface="Arial"/>
                  <a:buNone/>
                </a:pPr>
                <a:r>
                  <a:t/>
                </a:r>
                <a:endParaRPr b="1" i="0" sz="700" u="none" cap="none" strike="noStrike">
                  <a:solidFill>
                    <a:schemeClr val="dk1"/>
                  </a:solidFill>
                  <a:latin typeface="Nunito"/>
                  <a:ea typeface="Nunito"/>
                  <a:cs typeface="Nunito"/>
                  <a:sym typeface="Nunito"/>
                </a:endParaRPr>
              </a:p>
            </p:txBody>
          </p:sp>
          <p:pic>
            <p:nvPicPr>
              <p:cNvPr id="551" name="Google Shape;551;p22"/>
              <p:cNvPicPr preferRelativeResize="0"/>
              <p:nvPr/>
            </p:nvPicPr>
            <p:blipFill rotWithShape="1">
              <a:blip r:embed="rId14">
                <a:alphaModFix/>
              </a:blip>
              <a:srcRect b="0" l="0" r="0" t="0"/>
              <a:stretch/>
            </p:blipFill>
            <p:spPr>
              <a:xfrm>
                <a:off x="561209" y="2257613"/>
                <a:ext cx="262350" cy="262350"/>
              </a:xfrm>
              <a:prstGeom prst="rect">
                <a:avLst/>
              </a:prstGeom>
              <a:noFill/>
              <a:ln>
                <a:noFill/>
              </a:ln>
            </p:spPr>
          </p:pic>
        </p:grpSp>
        <p:sp>
          <p:nvSpPr>
            <p:cNvPr id="552" name="Google Shape;552;p22"/>
            <p:cNvSpPr txBox="1"/>
            <p:nvPr/>
          </p:nvSpPr>
          <p:spPr>
            <a:xfrm>
              <a:off x="647100" y="2223475"/>
              <a:ext cx="1037100" cy="370500"/>
            </a:xfrm>
            <a:prstGeom prst="rect">
              <a:avLst/>
            </a:prstGeom>
            <a:no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700">
                  <a:solidFill>
                    <a:srgbClr val="1D5A9C"/>
                  </a:solidFill>
                  <a:latin typeface="Nunito"/>
                  <a:ea typeface="Nunito"/>
                  <a:cs typeface="Nunito"/>
                  <a:sym typeface="Nunito"/>
                </a:rPr>
                <a:t>Feedback Loop Layer </a:t>
              </a:r>
              <a:br>
                <a:rPr b="1" lang="en" sz="700">
                  <a:solidFill>
                    <a:srgbClr val="1D5A9C"/>
                  </a:solidFill>
                  <a:latin typeface="Nunito"/>
                  <a:ea typeface="Nunito"/>
                  <a:cs typeface="Nunito"/>
                  <a:sym typeface="Nunito"/>
                </a:rPr>
              </a:br>
              <a:r>
                <a:rPr b="1" lang="en" sz="700">
                  <a:solidFill>
                    <a:srgbClr val="1D5A9C"/>
                  </a:solidFill>
                  <a:latin typeface="Nunito"/>
                  <a:ea typeface="Nunito"/>
                  <a:cs typeface="Nunito"/>
                  <a:sym typeface="Nunito"/>
                </a:rPr>
                <a:t>Learning &amp; Adaptation Engine</a:t>
              </a:r>
              <a:endParaRPr b="1" sz="600">
                <a:solidFill>
                  <a:schemeClr val="dk1"/>
                </a:solidFill>
                <a:latin typeface="Nunito"/>
                <a:ea typeface="Nunito"/>
                <a:cs typeface="Nunito"/>
                <a:sym typeface="Nunito"/>
              </a:endParaRPr>
            </a:p>
          </p:txBody>
        </p:sp>
      </p:grpSp>
      <p:pic>
        <p:nvPicPr>
          <p:cNvPr id="553" name="Google Shape;553;p22" title="pie-logo.png"/>
          <p:cNvPicPr preferRelativeResize="0"/>
          <p:nvPr/>
        </p:nvPicPr>
        <p:blipFill>
          <a:blip r:embed="rId15">
            <a:alphaModFix/>
          </a:blip>
          <a:stretch>
            <a:fillRect/>
          </a:stretch>
        </p:blipFill>
        <p:spPr>
          <a:xfrm>
            <a:off x="8001125" y="3619550"/>
            <a:ext cx="328950" cy="493000"/>
          </a:xfrm>
          <a:prstGeom prst="rect">
            <a:avLst/>
          </a:prstGeom>
          <a:noFill/>
          <a:ln>
            <a:noFill/>
          </a:ln>
        </p:spPr>
      </p:pic>
      <p:cxnSp>
        <p:nvCxnSpPr>
          <p:cNvPr id="554" name="Google Shape;554;p22"/>
          <p:cNvCxnSpPr>
            <a:stCxn id="486" idx="3"/>
            <a:endCxn id="502" idx="1"/>
          </p:cNvCxnSpPr>
          <p:nvPr/>
        </p:nvCxnSpPr>
        <p:spPr>
          <a:xfrm flipH="1" rot="10800000">
            <a:off x="3036638" y="1083619"/>
            <a:ext cx="446100" cy="300"/>
          </a:xfrm>
          <a:prstGeom prst="straightConnector1">
            <a:avLst/>
          </a:prstGeom>
          <a:noFill/>
          <a:ln cap="flat" cmpd="sng" w="9525">
            <a:solidFill>
              <a:srgbClr val="0062A5"/>
            </a:solidFill>
            <a:prstDash val="solid"/>
            <a:round/>
            <a:headEnd len="med" w="med" type="stealth"/>
            <a:tailEnd len="med" w="med" type="stealth"/>
          </a:ln>
        </p:spPr>
      </p:cxn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8" name="Shape 558"/>
        <p:cNvGrpSpPr/>
        <p:nvPr/>
      </p:nvGrpSpPr>
      <p:grpSpPr>
        <a:xfrm>
          <a:off x="0" y="0"/>
          <a:ext cx="0" cy="0"/>
          <a:chOff x="0" y="0"/>
          <a:chExt cx="0" cy="0"/>
        </a:xfrm>
      </p:grpSpPr>
      <p:graphicFrame>
        <p:nvGraphicFramePr>
          <p:cNvPr id="559" name="Google Shape;559;p23"/>
          <p:cNvGraphicFramePr/>
          <p:nvPr/>
        </p:nvGraphicFramePr>
        <p:xfrm>
          <a:off x="2743975" y="1660925"/>
          <a:ext cx="3000000" cy="3000000"/>
        </p:xfrm>
        <a:graphic>
          <a:graphicData uri="http://schemas.openxmlformats.org/drawingml/2006/table">
            <a:tbl>
              <a:tblPr>
                <a:noFill/>
                <a:tableStyleId>{EBAE19FA-C50C-4420-BFA2-6BB7B6C60364}</a:tableStyleId>
              </a:tblPr>
              <a:tblGrid>
                <a:gridCol w="1369925"/>
                <a:gridCol w="2542900"/>
                <a:gridCol w="2197025"/>
              </a:tblGrid>
              <a:tr h="445025">
                <a:tc>
                  <a:txBody>
                    <a:bodyPr/>
                    <a:lstStyle/>
                    <a:p>
                      <a:pPr indent="0" lvl="0" marL="0" rtl="0" algn="ctr">
                        <a:spcBef>
                          <a:spcPts val="0"/>
                        </a:spcBef>
                        <a:spcAft>
                          <a:spcPts val="0"/>
                        </a:spcAft>
                        <a:buNone/>
                      </a:pPr>
                      <a:r>
                        <a:rPr b="1" lang="en" sz="900">
                          <a:latin typeface="Nunito"/>
                          <a:ea typeface="Nunito"/>
                          <a:cs typeface="Nunito"/>
                          <a:sym typeface="Nunito"/>
                        </a:rPr>
                        <a:t>Agent</a:t>
                      </a:r>
                      <a:endParaRPr b="1" sz="900">
                        <a:latin typeface="Nunito"/>
                        <a:ea typeface="Nunito"/>
                        <a:cs typeface="Nunito"/>
                        <a:sym typeface="Nunito"/>
                      </a:endParaRPr>
                    </a:p>
                  </a:txBody>
                  <a:tcPr marT="68575" marB="68575" marR="68575" marL="68575"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900">
                          <a:latin typeface="Nunito"/>
                          <a:ea typeface="Nunito"/>
                          <a:cs typeface="Nunito"/>
                          <a:sym typeface="Nunito"/>
                        </a:rPr>
                        <a:t>Search Method</a:t>
                      </a:r>
                      <a:endParaRPr b="1" sz="900">
                        <a:latin typeface="Nunito"/>
                        <a:ea typeface="Nunito"/>
                        <a:cs typeface="Nunito"/>
                        <a:sym typeface="Nunito"/>
                      </a:endParaRPr>
                    </a:p>
                  </a:txBody>
                  <a:tcPr marT="68575" marB="68575" marR="68575" marL="68575"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900">
                          <a:latin typeface="Nunito"/>
                          <a:ea typeface="Nunito"/>
                          <a:cs typeface="Nunito"/>
                          <a:sym typeface="Nunito"/>
                        </a:rPr>
                        <a:t>Remarks</a:t>
                      </a:r>
                      <a:endParaRPr b="1" sz="900">
                        <a:latin typeface="Nunito"/>
                        <a:ea typeface="Nunito"/>
                        <a:cs typeface="Nunito"/>
                        <a:sym typeface="Nunito"/>
                      </a:endParaRPr>
                    </a:p>
                  </a:txBody>
                  <a:tcPr marT="68575" marB="68575" marR="68575" marL="68575" anchor="ctr">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solidFill>
                      <a:schemeClr val="lt2"/>
                    </a:solidFill>
                  </a:tcPr>
                </a:tc>
              </a:tr>
              <a:tr h="496375">
                <a:tc>
                  <a:txBody>
                    <a:bodyPr/>
                    <a:lstStyle/>
                    <a:p>
                      <a:pPr indent="0" lvl="0" marL="0" rtl="0" algn="l">
                        <a:spcBef>
                          <a:spcPts val="0"/>
                        </a:spcBef>
                        <a:spcAft>
                          <a:spcPts val="0"/>
                        </a:spcAft>
                        <a:buNone/>
                      </a:pPr>
                      <a:r>
                        <a:rPr b="1" lang="en" sz="800">
                          <a:solidFill>
                            <a:srgbClr val="1D5A9C"/>
                          </a:solidFill>
                          <a:latin typeface="Nunito"/>
                          <a:ea typeface="Nunito"/>
                          <a:cs typeface="Nunito"/>
                          <a:sym typeface="Nunito"/>
                        </a:rPr>
                        <a:t>Pharma-Research</a:t>
                      </a:r>
                      <a:endParaRPr sz="800">
                        <a:latin typeface="Nunito"/>
                        <a:ea typeface="Nunito"/>
                        <a:cs typeface="Nunito"/>
                        <a:sym typeface="Nunito"/>
                      </a:endParaRPr>
                    </a:p>
                  </a:txBody>
                  <a:tcPr marT="68575" marB="68575" marR="68575" marL="68575">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b="1" i="1" lang="en" sz="800">
                          <a:solidFill>
                            <a:schemeClr val="dk1"/>
                          </a:solidFill>
                          <a:latin typeface="Nunito"/>
                          <a:ea typeface="Nunito"/>
                          <a:cs typeface="Nunito"/>
                          <a:sym typeface="Nunito"/>
                        </a:rPr>
                        <a:t>Complete Internal DB Search  + fallback → external web search</a:t>
                      </a:r>
                      <a:endParaRPr b="1" i="1" sz="800">
                        <a:latin typeface="Nunito"/>
                        <a:ea typeface="Nunito"/>
                        <a:cs typeface="Nunito"/>
                        <a:sym typeface="Nunito"/>
                      </a:endParaRPr>
                    </a:p>
                  </a:txBody>
                  <a:tcPr marT="68575" marB="68575" marR="68575" marL="68575">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l">
                        <a:spcBef>
                          <a:spcPts val="0"/>
                        </a:spcBef>
                        <a:spcAft>
                          <a:spcPts val="0"/>
                        </a:spcAft>
                        <a:buClr>
                          <a:schemeClr val="dk1"/>
                        </a:buClr>
                        <a:buSzPts val="800"/>
                        <a:buFont typeface="Arial"/>
                        <a:buNone/>
                      </a:pPr>
                      <a:r>
                        <a:rPr i="1" lang="en" sz="800">
                          <a:solidFill>
                            <a:schemeClr val="dk1"/>
                          </a:solidFill>
                          <a:latin typeface="Nunito"/>
                          <a:ea typeface="Nunito"/>
                          <a:cs typeface="Nunito"/>
                          <a:sym typeface="Nunito"/>
                        </a:rPr>
                        <a:t>Internal Diabetes Research data (AWS S3) +  External websites </a:t>
                      </a:r>
                      <a:endParaRPr sz="800">
                        <a:solidFill>
                          <a:schemeClr val="dk1"/>
                        </a:solidFill>
                        <a:latin typeface="Nunito"/>
                        <a:ea typeface="Nunito"/>
                        <a:cs typeface="Nunito"/>
                        <a:sym typeface="Nunito"/>
                      </a:endParaRPr>
                    </a:p>
                    <a:p>
                      <a:pPr indent="0" lvl="0" marL="0" rtl="0" algn="l">
                        <a:spcBef>
                          <a:spcPts val="0"/>
                        </a:spcBef>
                        <a:spcAft>
                          <a:spcPts val="0"/>
                        </a:spcAft>
                        <a:buClr>
                          <a:schemeClr val="dk1"/>
                        </a:buClr>
                        <a:buSzPts val="800"/>
                        <a:buFont typeface="Arial"/>
                        <a:buNone/>
                      </a:pPr>
                      <a:r>
                        <a:rPr lang="en" sz="800">
                          <a:solidFill>
                            <a:schemeClr val="dk1"/>
                          </a:solidFill>
                          <a:latin typeface="Nunito"/>
                          <a:ea typeface="Nunito"/>
                          <a:cs typeface="Nunito"/>
                          <a:sym typeface="Nunito"/>
                        </a:rPr>
                        <a:t>Model used : </a:t>
                      </a:r>
                      <a:r>
                        <a:rPr i="1" lang="en" sz="800">
                          <a:solidFill>
                            <a:schemeClr val="dk1"/>
                          </a:solidFill>
                          <a:latin typeface="Nunito"/>
                          <a:ea typeface="Nunito"/>
                          <a:cs typeface="Nunito"/>
                          <a:sym typeface="Nunito"/>
                        </a:rPr>
                        <a:t>GPT-4o-nano, </a:t>
                      </a:r>
                      <a:r>
                        <a:rPr lang="en" sz="800">
                          <a:solidFill>
                            <a:schemeClr val="dk1"/>
                          </a:solidFill>
                          <a:latin typeface="Nunito"/>
                          <a:ea typeface="Nunito"/>
                          <a:cs typeface="Nunito"/>
                          <a:sym typeface="Nunito"/>
                        </a:rPr>
                        <a:t> Google API </a:t>
                      </a:r>
                      <a:endParaRPr sz="800">
                        <a:solidFill>
                          <a:schemeClr val="dk1"/>
                        </a:solidFill>
                        <a:latin typeface="Nunito"/>
                        <a:ea typeface="Nunito"/>
                        <a:cs typeface="Nunito"/>
                        <a:sym typeface="Nunito"/>
                      </a:endParaRPr>
                    </a:p>
                  </a:txBody>
                  <a:tcPr marT="68575" marB="68575" marR="68575" marL="68575">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r>
              <a:tr h="606300">
                <a:tc>
                  <a:txBody>
                    <a:bodyPr/>
                    <a:lstStyle/>
                    <a:p>
                      <a:pPr indent="0" lvl="0" marL="0" rtl="0" algn="l">
                        <a:spcBef>
                          <a:spcPts val="0"/>
                        </a:spcBef>
                        <a:spcAft>
                          <a:spcPts val="0"/>
                        </a:spcAft>
                        <a:buNone/>
                      </a:pPr>
                      <a:r>
                        <a:rPr b="1" lang="en" sz="800">
                          <a:solidFill>
                            <a:srgbClr val="1D5A9C"/>
                          </a:solidFill>
                          <a:latin typeface="Nunito"/>
                          <a:ea typeface="Nunito"/>
                          <a:cs typeface="Nunito"/>
                          <a:sym typeface="Nunito"/>
                        </a:rPr>
                        <a:t>RA Deficiency </a:t>
                      </a:r>
                      <a:endParaRPr b="1" sz="800">
                        <a:solidFill>
                          <a:srgbClr val="1D5A9C"/>
                        </a:solidFill>
                        <a:latin typeface="Nunito"/>
                        <a:ea typeface="Nunito"/>
                        <a:cs typeface="Nunito"/>
                        <a:sym typeface="Nunito"/>
                      </a:endParaRPr>
                    </a:p>
                    <a:p>
                      <a:pPr indent="0" lvl="0" marL="0" rtl="0" algn="l">
                        <a:spcBef>
                          <a:spcPts val="0"/>
                        </a:spcBef>
                        <a:spcAft>
                          <a:spcPts val="0"/>
                        </a:spcAft>
                        <a:buNone/>
                      </a:pPr>
                      <a:r>
                        <a:t/>
                      </a:r>
                      <a:endParaRPr b="1" sz="800">
                        <a:solidFill>
                          <a:srgbClr val="1D5A9C"/>
                        </a:solidFill>
                        <a:latin typeface="Nunito"/>
                        <a:ea typeface="Nunito"/>
                        <a:cs typeface="Nunito"/>
                        <a:sym typeface="Nunito"/>
                      </a:endParaRPr>
                    </a:p>
                  </a:txBody>
                  <a:tcPr marT="68575" marB="68575" marR="68575" marL="68575">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b="1" i="1" lang="en" sz="800">
                          <a:latin typeface="Nunito"/>
                          <a:ea typeface="Nunito"/>
                          <a:cs typeface="Nunito"/>
                          <a:sym typeface="Nunito"/>
                        </a:rPr>
                        <a:t>Complete Internal DB Search  + fallback → external web search</a:t>
                      </a:r>
                      <a:endParaRPr b="1" i="1" sz="800">
                        <a:latin typeface="Nunito"/>
                        <a:ea typeface="Nunito"/>
                        <a:cs typeface="Nunito"/>
                        <a:sym typeface="Nunito"/>
                      </a:endParaRPr>
                    </a:p>
                  </a:txBody>
                  <a:tcPr marT="68575" marB="68575" marR="68575" marL="68575">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l">
                        <a:spcBef>
                          <a:spcPts val="0"/>
                        </a:spcBef>
                        <a:spcAft>
                          <a:spcPts val="0"/>
                        </a:spcAft>
                        <a:buClr>
                          <a:schemeClr val="dk1"/>
                        </a:buClr>
                        <a:buSzPts val="800"/>
                        <a:buFont typeface="Arial"/>
                        <a:buNone/>
                      </a:pPr>
                      <a:r>
                        <a:rPr i="1" lang="en" sz="800">
                          <a:solidFill>
                            <a:schemeClr val="dk1"/>
                          </a:solidFill>
                          <a:latin typeface="Nunito"/>
                          <a:ea typeface="Nunito"/>
                          <a:cs typeface="Nunito"/>
                          <a:sym typeface="Nunito"/>
                        </a:rPr>
                        <a:t>Internal ANDA, RA Data (AWS S3)</a:t>
                      </a:r>
                      <a:endParaRPr i="1" sz="800">
                        <a:solidFill>
                          <a:schemeClr val="dk1"/>
                        </a:solidFill>
                        <a:latin typeface="Nunito"/>
                        <a:ea typeface="Nunito"/>
                        <a:cs typeface="Nunito"/>
                        <a:sym typeface="Nunito"/>
                      </a:endParaRPr>
                    </a:p>
                    <a:p>
                      <a:pPr indent="0" lvl="0" marL="0" rtl="0" algn="l">
                        <a:spcBef>
                          <a:spcPts val="0"/>
                        </a:spcBef>
                        <a:spcAft>
                          <a:spcPts val="0"/>
                        </a:spcAft>
                        <a:buClr>
                          <a:schemeClr val="dk1"/>
                        </a:buClr>
                        <a:buSzPts val="800"/>
                        <a:buFont typeface="Arial"/>
                        <a:buNone/>
                      </a:pPr>
                      <a:r>
                        <a:rPr i="1" lang="en" sz="800">
                          <a:solidFill>
                            <a:schemeClr val="dk1"/>
                          </a:solidFill>
                          <a:latin typeface="Nunito"/>
                          <a:ea typeface="Nunito"/>
                          <a:cs typeface="Nunito"/>
                          <a:sym typeface="Nunito"/>
                        </a:rPr>
                        <a:t>Model used: GPT-4o-mini , </a:t>
                      </a:r>
                      <a:r>
                        <a:rPr lang="en" sz="800">
                          <a:solidFill>
                            <a:schemeClr val="dk1"/>
                          </a:solidFill>
                          <a:latin typeface="Nunito"/>
                          <a:ea typeface="Nunito"/>
                          <a:cs typeface="Nunito"/>
                          <a:sym typeface="Nunito"/>
                        </a:rPr>
                        <a:t>Google API.</a:t>
                      </a:r>
                      <a:endParaRPr sz="800">
                        <a:solidFill>
                          <a:schemeClr val="dk1"/>
                        </a:solidFill>
                        <a:latin typeface="Nunito"/>
                        <a:ea typeface="Nunito"/>
                        <a:cs typeface="Nunito"/>
                        <a:sym typeface="Nunito"/>
                      </a:endParaRPr>
                    </a:p>
                    <a:p>
                      <a:pPr indent="0" lvl="0" marL="0" rtl="0" algn="l">
                        <a:spcBef>
                          <a:spcPts val="0"/>
                        </a:spcBef>
                        <a:spcAft>
                          <a:spcPts val="0"/>
                        </a:spcAft>
                        <a:buClr>
                          <a:schemeClr val="dk1"/>
                        </a:buClr>
                        <a:buSzPts val="800"/>
                        <a:buFont typeface="Arial"/>
                        <a:buNone/>
                      </a:pPr>
                      <a:r>
                        <a:rPr b="1" i="1" lang="en" sz="800">
                          <a:solidFill>
                            <a:srgbClr val="1D5A9C"/>
                          </a:solidFill>
                          <a:latin typeface="Nunito"/>
                          <a:ea typeface="Nunito"/>
                          <a:cs typeface="Nunito"/>
                          <a:sym typeface="Nunito"/>
                        </a:rPr>
                        <a:t>External Search can be configured if needed.</a:t>
                      </a:r>
                      <a:endParaRPr b="1" i="1" sz="800">
                        <a:solidFill>
                          <a:srgbClr val="1D5A9C"/>
                        </a:solidFill>
                        <a:latin typeface="Nunito"/>
                        <a:ea typeface="Nunito"/>
                        <a:cs typeface="Nunito"/>
                        <a:sym typeface="Nunito"/>
                      </a:endParaRPr>
                    </a:p>
                  </a:txBody>
                  <a:tcPr marT="68575" marB="68575" marR="68575" marL="68575">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r>
              <a:tr h="515675">
                <a:tc>
                  <a:txBody>
                    <a:bodyPr/>
                    <a:lstStyle/>
                    <a:p>
                      <a:pPr indent="0" lvl="0" marL="0" rtl="0" algn="l">
                        <a:spcBef>
                          <a:spcPts val="0"/>
                        </a:spcBef>
                        <a:spcAft>
                          <a:spcPts val="0"/>
                        </a:spcAft>
                        <a:buClr>
                          <a:schemeClr val="dk1"/>
                        </a:buClr>
                        <a:buSzPts val="800"/>
                        <a:buFont typeface="Arial"/>
                        <a:buNone/>
                      </a:pPr>
                      <a:r>
                        <a:rPr b="1" lang="en" sz="800">
                          <a:solidFill>
                            <a:srgbClr val="1D5A9C"/>
                          </a:solidFill>
                          <a:latin typeface="Nunito"/>
                          <a:ea typeface="Nunito"/>
                          <a:cs typeface="Nunito"/>
                          <a:sym typeface="Nunito"/>
                        </a:rPr>
                        <a:t>General queries</a:t>
                      </a:r>
                      <a:endParaRPr b="1" sz="800">
                        <a:solidFill>
                          <a:srgbClr val="1D5A9C"/>
                        </a:solidFill>
                        <a:latin typeface="Nunito"/>
                        <a:ea typeface="Nunito"/>
                        <a:cs typeface="Nunito"/>
                        <a:sym typeface="Nunito"/>
                      </a:endParaRPr>
                    </a:p>
                    <a:p>
                      <a:pPr indent="0" lvl="0" marL="0" rtl="0" algn="l">
                        <a:spcBef>
                          <a:spcPts val="0"/>
                        </a:spcBef>
                        <a:spcAft>
                          <a:spcPts val="0"/>
                        </a:spcAft>
                        <a:buNone/>
                      </a:pPr>
                      <a:r>
                        <a:t/>
                      </a:r>
                      <a:endParaRPr b="1" sz="800">
                        <a:solidFill>
                          <a:srgbClr val="1D5A9C"/>
                        </a:solidFill>
                        <a:latin typeface="Nunito"/>
                        <a:ea typeface="Nunito"/>
                        <a:cs typeface="Nunito"/>
                        <a:sym typeface="Nunito"/>
                      </a:endParaRPr>
                    </a:p>
                  </a:txBody>
                  <a:tcPr marT="68575" marB="68575" marR="68575" marL="68575">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b="1" i="1" lang="en" sz="800">
                          <a:latin typeface="Nunito"/>
                          <a:ea typeface="Nunito"/>
                          <a:cs typeface="Nunito"/>
                          <a:sym typeface="Nunito"/>
                        </a:rPr>
                        <a:t>Real time LLM web search tool + LLM Knowledge Search</a:t>
                      </a:r>
                      <a:endParaRPr b="1" i="1" sz="800">
                        <a:latin typeface="Nunito"/>
                        <a:ea typeface="Nunito"/>
                        <a:cs typeface="Nunito"/>
                        <a:sym typeface="Nunito"/>
                      </a:endParaRPr>
                    </a:p>
                  </a:txBody>
                  <a:tcPr marT="68575" marB="68575" marR="68575" marL="68575">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i="1" lang="en" sz="800">
                          <a:solidFill>
                            <a:schemeClr val="dk1"/>
                          </a:solidFill>
                          <a:latin typeface="Nunito"/>
                          <a:ea typeface="Nunito"/>
                          <a:cs typeface="Nunito"/>
                          <a:sym typeface="Nunito"/>
                        </a:rPr>
                        <a:t>For general queries independent of Enterprise data </a:t>
                      </a:r>
                      <a:endParaRPr i="1" sz="800">
                        <a:solidFill>
                          <a:schemeClr val="dk1"/>
                        </a:solidFill>
                        <a:latin typeface="Nunito"/>
                        <a:ea typeface="Nunito"/>
                        <a:cs typeface="Nunito"/>
                        <a:sym typeface="Nunito"/>
                      </a:endParaRPr>
                    </a:p>
                    <a:p>
                      <a:pPr indent="0" lvl="0" marL="0" rtl="0" algn="l">
                        <a:spcBef>
                          <a:spcPts val="0"/>
                        </a:spcBef>
                        <a:spcAft>
                          <a:spcPts val="0"/>
                        </a:spcAft>
                        <a:buClr>
                          <a:schemeClr val="dk1"/>
                        </a:buClr>
                        <a:buSzPts val="800"/>
                        <a:buFont typeface="Arial"/>
                        <a:buNone/>
                      </a:pPr>
                      <a:r>
                        <a:rPr lang="en" sz="800">
                          <a:solidFill>
                            <a:schemeClr val="dk1"/>
                          </a:solidFill>
                          <a:latin typeface="Nunito"/>
                          <a:ea typeface="Nunito"/>
                          <a:cs typeface="Nunito"/>
                          <a:sym typeface="Nunito"/>
                        </a:rPr>
                        <a:t>Model used : </a:t>
                      </a:r>
                      <a:r>
                        <a:rPr lang="en" sz="800">
                          <a:solidFill>
                            <a:schemeClr val="dk1"/>
                          </a:solidFill>
                          <a:latin typeface="Nunito"/>
                          <a:ea typeface="Nunito"/>
                          <a:cs typeface="Nunito"/>
                          <a:sym typeface="Nunito"/>
                        </a:rPr>
                        <a:t>Google API, </a:t>
                      </a:r>
                      <a:r>
                        <a:rPr i="1" lang="en" sz="800">
                          <a:solidFill>
                            <a:schemeClr val="dk1"/>
                          </a:solidFill>
                          <a:latin typeface="Nunito"/>
                          <a:ea typeface="Nunito"/>
                          <a:cs typeface="Nunito"/>
                          <a:sym typeface="Nunito"/>
                        </a:rPr>
                        <a:t>GPT-4o-mini , </a:t>
                      </a:r>
                      <a:endParaRPr i="1" sz="800">
                        <a:solidFill>
                          <a:schemeClr val="dk1"/>
                        </a:solidFill>
                        <a:latin typeface="Nunito"/>
                        <a:ea typeface="Nunito"/>
                        <a:cs typeface="Nunito"/>
                        <a:sym typeface="Nunito"/>
                      </a:endParaRPr>
                    </a:p>
                  </a:txBody>
                  <a:tcPr marT="68575" marB="68575" marR="68575" marL="68575">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r>
              <a:tr h="421225">
                <a:tc>
                  <a:txBody>
                    <a:bodyPr/>
                    <a:lstStyle/>
                    <a:p>
                      <a:pPr indent="0" lvl="0" marL="0" rtl="0" algn="l">
                        <a:spcBef>
                          <a:spcPts val="0"/>
                        </a:spcBef>
                        <a:spcAft>
                          <a:spcPts val="0"/>
                        </a:spcAft>
                        <a:buNone/>
                      </a:pPr>
                      <a:r>
                        <a:rPr b="1" lang="en" sz="800">
                          <a:solidFill>
                            <a:srgbClr val="1D5A9C"/>
                          </a:solidFill>
                          <a:latin typeface="Nunito"/>
                          <a:ea typeface="Nunito"/>
                          <a:cs typeface="Nunito"/>
                          <a:sym typeface="Nunito"/>
                        </a:rPr>
                        <a:t>New Agent </a:t>
                      </a:r>
                      <a:endParaRPr b="1" sz="800">
                        <a:solidFill>
                          <a:srgbClr val="1D5A9C"/>
                        </a:solidFill>
                        <a:latin typeface="Nunito"/>
                        <a:ea typeface="Nunito"/>
                        <a:cs typeface="Nunito"/>
                        <a:sym typeface="Nunito"/>
                      </a:endParaRPr>
                    </a:p>
                  </a:txBody>
                  <a:tcPr marT="68575" marB="68575" marR="68575" marL="68575">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b="1" i="1" lang="en" sz="800">
                          <a:latin typeface="Nunito"/>
                          <a:ea typeface="Nunito"/>
                          <a:cs typeface="Nunito"/>
                          <a:sym typeface="Nunito"/>
                        </a:rPr>
                        <a:t>Configure the search flow based on the </a:t>
                      </a:r>
                      <a:r>
                        <a:rPr b="1" i="1" lang="en" sz="800">
                          <a:latin typeface="Nunito"/>
                          <a:ea typeface="Nunito"/>
                          <a:cs typeface="Nunito"/>
                          <a:sym typeface="Nunito"/>
                        </a:rPr>
                        <a:t>use case</a:t>
                      </a:r>
                      <a:endParaRPr b="1" i="1" sz="800">
                        <a:latin typeface="Nunito"/>
                        <a:ea typeface="Nunito"/>
                        <a:cs typeface="Nunito"/>
                        <a:sym typeface="Nunito"/>
                      </a:endParaRPr>
                    </a:p>
                  </a:txBody>
                  <a:tcPr marT="68575" marB="68575" marR="68575" marL="68575">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i="1" lang="en" sz="800">
                          <a:solidFill>
                            <a:schemeClr val="dk1"/>
                          </a:solidFill>
                          <a:latin typeface="Nunito"/>
                          <a:ea typeface="Nunito"/>
                          <a:cs typeface="Nunito"/>
                          <a:sym typeface="Nunito"/>
                        </a:rPr>
                        <a:t>Models: Any Enterprise Models/ Hybrid Models/ Custom Models  can be used</a:t>
                      </a:r>
                      <a:endParaRPr i="1" sz="800">
                        <a:solidFill>
                          <a:schemeClr val="dk1"/>
                        </a:solidFill>
                        <a:latin typeface="Nunito"/>
                        <a:ea typeface="Nunito"/>
                        <a:cs typeface="Nunito"/>
                        <a:sym typeface="Nunito"/>
                      </a:endParaRPr>
                    </a:p>
                  </a:txBody>
                  <a:tcPr marT="68575" marB="68575" marR="68575" marL="68575">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r>
            </a:tbl>
          </a:graphicData>
        </a:graphic>
      </p:graphicFrame>
      <p:sp>
        <p:nvSpPr>
          <p:cNvPr id="560" name="Google Shape;560;p23"/>
          <p:cNvSpPr/>
          <p:nvPr/>
        </p:nvSpPr>
        <p:spPr>
          <a:xfrm>
            <a:off x="205481" y="803775"/>
            <a:ext cx="773400" cy="740400"/>
          </a:xfrm>
          <a:prstGeom prst="rect">
            <a:avLst/>
          </a:prstGeom>
          <a:noFill/>
          <a:ln cap="flat" cmpd="sng" w="14300">
            <a:solidFill>
              <a:srgbClr val="1D5A9C"/>
            </a:solidFill>
            <a:prstDash val="dash"/>
            <a:round/>
            <a:headEnd len="sm" w="sm" type="none"/>
            <a:tailEnd len="sm" w="sm" type="none"/>
          </a:ln>
        </p:spPr>
        <p:txBody>
          <a:bodyPr anchorCtr="0" anchor="ctr" bIns="45725" lIns="45725" spcFirstLastPara="1" rIns="45725" wrap="square" tIns="45725">
            <a:noAutofit/>
          </a:bodyPr>
          <a:lstStyle/>
          <a:p>
            <a:pPr indent="0" lvl="0" marL="0" marR="0" rtl="0" algn="ctr">
              <a:lnSpc>
                <a:spcPct val="100000"/>
              </a:lnSpc>
              <a:spcBef>
                <a:spcPts val="0"/>
              </a:spcBef>
              <a:spcAft>
                <a:spcPts val="0"/>
              </a:spcAft>
              <a:buClr>
                <a:srgbClr val="000000"/>
              </a:buClr>
              <a:buSzPts val="700"/>
              <a:buFont typeface="Arial"/>
              <a:buNone/>
            </a:pPr>
            <a:r>
              <a:rPr lang="en" sz="700"/>
              <a:t>Ṅ</a:t>
            </a:r>
            <a:endParaRPr b="0" i="0" sz="700" u="none" cap="none" strike="noStrike">
              <a:solidFill>
                <a:srgbClr val="000000"/>
              </a:solidFill>
              <a:latin typeface="Arial"/>
              <a:ea typeface="Arial"/>
              <a:cs typeface="Arial"/>
              <a:sym typeface="Arial"/>
            </a:endParaRPr>
          </a:p>
        </p:txBody>
      </p:sp>
      <p:sp>
        <p:nvSpPr>
          <p:cNvPr id="561" name="Google Shape;561;p23"/>
          <p:cNvSpPr/>
          <p:nvPr/>
        </p:nvSpPr>
        <p:spPr>
          <a:xfrm>
            <a:off x="267919" y="1111809"/>
            <a:ext cx="648600" cy="369900"/>
          </a:xfrm>
          <a:prstGeom prst="roundRect">
            <a:avLst>
              <a:gd fmla="val 0" name="adj"/>
            </a:avLst>
          </a:prstGeom>
          <a:solidFill>
            <a:schemeClr val="lt1"/>
          </a:solidFill>
          <a:ln cap="flat" cmpd="sng" w="143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101600" lvl="0" marL="0" marR="0" rtl="0" algn="ctr">
              <a:lnSpc>
                <a:spcPct val="100000"/>
              </a:lnSpc>
              <a:spcBef>
                <a:spcPts val="0"/>
              </a:spcBef>
              <a:spcAft>
                <a:spcPts val="0"/>
              </a:spcAft>
              <a:buClr>
                <a:srgbClr val="000000"/>
              </a:buClr>
              <a:buSzPts val="900"/>
              <a:buFont typeface="Arial"/>
              <a:buNone/>
            </a:pPr>
            <a:r>
              <a:rPr b="1" lang="en" sz="800">
                <a:solidFill>
                  <a:srgbClr val="1D5A9C"/>
                </a:solidFill>
                <a:latin typeface="Nunito"/>
                <a:ea typeface="Nunito"/>
                <a:cs typeface="Nunito"/>
                <a:sym typeface="Nunito"/>
              </a:rPr>
              <a:t>   </a:t>
            </a:r>
            <a:r>
              <a:rPr b="1" i="0" lang="en" sz="800" u="none" cap="none" strike="noStrike">
                <a:solidFill>
                  <a:srgbClr val="1D5A9C"/>
                </a:solidFill>
                <a:latin typeface="Nunito"/>
                <a:ea typeface="Nunito"/>
                <a:cs typeface="Nunito"/>
                <a:sym typeface="Nunito"/>
              </a:rPr>
              <a:t>User</a:t>
            </a:r>
            <a:endParaRPr b="1" sz="800">
              <a:solidFill>
                <a:srgbClr val="1D5A9C"/>
              </a:solidFill>
              <a:latin typeface="Nunito"/>
              <a:ea typeface="Nunito"/>
              <a:cs typeface="Nunito"/>
              <a:sym typeface="Nunito"/>
            </a:endParaRPr>
          </a:p>
          <a:p>
            <a:pPr indent="-101600" lvl="0" marL="0" marR="0" rtl="0" algn="ctr">
              <a:lnSpc>
                <a:spcPct val="100000"/>
              </a:lnSpc>
              <a:spcBef>
                <a:spcPts val="0"/>
              </a:spcBef>
              <a:spcAft>
                <a:spcPts val="0"/>
              </a:spcAft>
              <a:buClr>
                <a:srgbClr val="000000"/>
              </a:buClr>
              <a:buSzPts val="900"/>
              <a:buFont typeface="Arial"/>
              <a:buNone/>
            </a:pPr>
            <a:r>
              <a:rPr b="1" lang="en" sz="800">
                <a:solidFill>
                  <a:srgbClr val="1D5A9C"/>
                </a:solidFill>
                <a:latin typeface="Nunito"/>
                <a:ea typeface="Nunito"/>
                <a:cs typeface="Nunito"/>
                <a:sym typeface="Nunito"/>
              </a:rPr>
              <a:t>   </a:t>
            </a:r>
            <a:r>
              <a:rPr b="1" i="0" lang="en" sz="800" u="none" cap="none" strike="noStrike">
                <a:solidFill>
                  <a:srgbClr val="1D5A9C"/>
                </a:solidFill>
                <a:latin typeface="Nunito"/>
                <a:ea typeface="Nunito"/>
                <a:cs typeface="Nunito"/>
                <a:sym typeface="Nunito"/>
              </a:rPr>
              <a:t>Interface</a:t>
            </a:r>
            <a:endParaRPr b="1" sz="800">
              <a:solidFill>
                <a:srgbClr val="1D5A9C"/>
              </a:solidFill>
              <a:latin typeface="Nunito"/>
              <a:ea typeface="Nunito"/>
              <a:cs typeface="Nunito"/>
              <a:sym typeface="Nunito"/>
            </a:endParaRPr>
          </a:p>
          <a:p>
            <a:pPr indent="-101600" lvl="0" marL="0" marR="0" rtl="0" algn="ctr">
              <a:lnSpc>
                <a:spcPct val="100000"/>
              </a:lnSpc>
              <a:spcBef>
                <a:spcPts val="0"/>
              </a:spcBef>
              <a:spcAft>
                <a:spcPts val="0"/>
              </a:spcAft>
              <a:buClr>
                <a:srgbClr val="000000"/>
              </a:buClr>
              <a:buSzPts val="900"/>
              <a:buFont typeface="Arial"/>
              <a:buNone/>
            </a:pPr>
            <a:r>
              <a:rPr b="1" lang="en" sz="800">
                <a:solidFill>
                  <a:srgbClr val="1D5A9C"/>
                </a:solidFill>
                <a:latin typeface="Nunito"/>
                <a:ea typeface="Nunito"/>
                <a:cs typeface="Nunito"/>
                <a:sym typeface="Nunito"/>
              </a:rPr>
              <a:t>   </a:t>
            </a:r>
            <a:r>
              <a:rPr b="1" i="0" lang="en" sz="800" u="none" cap="none" strike="noStrike">
                <a:solidFill>
                  <a:srgbClr val="1D5A9C"/>
                </a:solidFill>
                <a:latin typeface="Nunito"/>
                <a:ea typeface="Nunito"/>
                <a:cs typeface="Nunito"/>
                <a:sym typeface="Nunito"/>
              </a:rPr>
              <a:t>Layer</a:t>
            </a:r>
            <a:endParaRPr b="1" i="0" sz="800" u="none" cap="none" strike="noStrike">
              <a:solidFill>
                <a:srgbClr val="1D5A9C"/>
              </a:solidFill>
              <a:latin typeface="Nunito"/>
              <a:ea typeface="Nunito"/>
              <a:cs typeface="Nunito"/>
              <a:sym typeface="Nunito"/>
            </a:endParaRPr>
          </a:p>
        </p:txBody>
      </p:sp>
      <p:pic>
        <p:nvPicPr>
          <p:cNvPr id="562" name="Google Shape;562;p23"/>
          <p:cNvPicPr preferRelativeResize="0"/>
          <p:nvPr/>
        </p:nvPicPr>
        <p:blipFill rotWithShape="1">
          <a:blip r:embed="rId3">
            <a:alphaModFix/>
          </a:blip>
          <a:srcRect b="0" l="0" r="0" t="0"/>
          <a:stretch/>
        </p:blipFill>
        <p:spPr>
          <a:xfrm>
            <a:off x="493367" y="872681"/>
            <a:ext cx="190350" cy="176607"/>
          </a:xfrm>
          <a:prstGeom prst="rect">
            <a:avLst/>
          </a:prstGeom>
          <a:noFill/>
          <a:ln>
            <a:noFill/>
          </a:ln>
        </p:spPr>
      </p:pic>
      <p:sp>
        <p:nvSpPr>
          <p:cNvPr id="563" name="Google Shape;563;p23"/>
          <p:cNvSpPr/>
          <p:nvPr/>
        </p:nvSpPr>
        <p:spPr>
          <a:xfrm>
            <a:off x="211188" y="2326588"/>
            <a:ext cx="759000" cy="239700"/>
          </a:xfrm>
          <a:prstGeom prst="rect">
            <a:avLst/>
          </a:prstGeom>
          <a:noFill/>
          <a:ln cap="flat" cmpd="sng" w="7150">
            <a:solidFill>
              <a:srgbClr val="0B5394"/>
            </a:solidFill>
            <a:prstDash val="solid"/>
            <a:round/>
            <a:headEnd len="sm" w="sm" type="none"/>
            <a:tailEnd len="sm" w="sm" type="none"/>
          </a:ln>
        </p:spPr>
        <p:txBody>
          <a:bodyPr anchorCtr="0" anchor="ctr" bIns="91425" lIns="91425" spcFirstLastPara="1" rIns="91425" wrap="square" tIns="91425">
            <a:noAutofit/>
          </a:bodyPr>
          <a:lstStyle/>
          <a:p>
            <a:pPr indent="0" lvl="1" marL="0" marR="0" rtl="0" algn="ctr">
              <a:lnSpc>
                <a:spcPct val="100000"/>
              </a:lnSpc>
              <a:spcBef>
                <a:spcPts val="0"/>
              </a:spcBef>
              <a:spcAft>
                <a:spcPts val="0"/>
              </a:spcAft>
              <a:buClr>
                <a:srgbClr val="000000"/>
              </a:buClr>
              <a:buSzPts val="800"/>
              <a:buFont typeface="Arial"/>
              <a:buNone/>
            </a:pPr>
            <a:r>
              <a:rPr b="1" lang="en" sz="900">
                <a:solidFill>
                  <a:srgbClr val="1D5A9C"/>
                </a:solidFill>
                <a:latin typeface="Nunito"/>
                <a:ea typeface="Nunito"/>
                <a:cs typeface="Nunito"/>
                <a:sym typeface="Nunito"/>
              </a:rPr>
              <a:t>Admin</a:t>
            </a:r>
            <a:endParaRPr b="1" i="0" sz="800" u="none" cap="none" strike="noStrike">
              <a:solidFill>
                <a:schemeClr val="dk1"/>
              </a:solidFill>
              <a:latin typeface="Nunito"/>
              <a:ea typeface="Nunito"/>
              <a:cs typeface="Nunito"/>
              <a:sym typeface="Nunito"/>
            </a:endParaRPr>
          </a:p>
        </p:txBody>
      </p:sp>
      <p:sp>
        <p:nvSpPr>
          <p:cNvPr id="564" name="Google Shape;564;p23"/>
          <p:cNvSpPr/>
          <p:nvPr/>
        </p:nvSpPr>
        <p:spPr>
          <a:xfrm>
            <a:off x="211225" y="2806110"/>
            <a:ext cx="759000" cy="352500"/>
          </a:xfrm>
          <a:prstGeom prst="rect">
            <a:avLst/>
          </a:prstGeom>
          <a:noFill/>
          <a:ln cap="flat" cmpd="sng" w="7150">
            <a:solidFill>
              <a:srgbClr val="0B5394"/>
            </a:solidFill>
            <a:prstDash val="solid"/>
            <a:round/>
            <a:headEnd len="sm" w="sm" type="none"/>
            <a:tailEnd len="sm" w="sm" type="none"/>
          </a:ln>
        </p:spPr>
        <p:txBody>
          <a:bodyPr anchorCtr="0" anchor="ctr" bIns="91425" lIns="91425" spcFirstLastPara="1" rIns="91425" wrap="square" tIns="91425">
            <a:noAutofit/>
          </a:bodyPr>
          <a:lstStyle/>
          <a:p>
            <a:pPr indent="0" lvl="1" marL="0" marR="0" rtl="0" algn="ctr">
              <a:lnSpc>
                <a:spcPct val="100000"/>
              </a:lnSpc>
              <a:spcBef>
                <a:spcPts val="0"/>
              </a:spcBef>
              <a:spcAft>
                <a:spcPts val="0"/>
              </a:spcAft>
              <a:buClr>
                <a:srgbClr val="000000"/>
              </a:buClr>
              <a:buSzPts val="800"/>
              <a:buFont typeface="Arial"/>
              <a:buNone/>
            </a:pPr>
            <a:r>
              <a:rPr b="1" lang="en" sz="900">
                <a:solidFill>
                  <a:srgbClr val="1D5A9C"/>
                </a:solidFill>
                <a:latin typeface="Nunito"/>
                <a:ea typeface="Nunito"/>
                <a:cs typeface="Nunito"/>
                <a:sym typeface="Nunito"/>
              </a:rPr>
              <a:t>Content Manager</a:t>
            </a:r>
            <a:endParaRPr b="1" i="0" sz="800" u="none" cap="none" strike="noStrike">
              <a:solidFill>
                <a:schemeClr val="dk1"/>
              </a:solidFill>
              <a:latin typeface="Nunito"/>
              <a:ea typeface="Nunito"/>
              <a:cs typeface="Nunito"/>
              <a:sym typeface="Nunito"/>
            </a:endParaRPr>
          </a:p>
        </p:txBody>
      </p:sp>
      <p:sp>
        <p:nvSpPr>
          <p:cNvPr id="565" name="Google Shape;565;p23"/>
          <p:cNvSpPr/>
          <p:nvPr/>
        </p:nvSpPr>
        <p:spPr>
          <a:xfrm>
            <a:off x="211178" y="3393744"/>
            <a:ext cx="759000" cy="352500"/>
          </a:xfrm>
          <a:prstGeom prst="rect">
            <a:avLst/>
          </a:prstGeom>
          <a:noFill/>
          <a:ln cap="flat" cmpd="sng" w="7150">
            <a:solidFill>
              <a:srgbClr val="0B5394"/>
            </a:solidFill>
            <a:prstDash val="solid"/>
            <a:round/>
            <a:headEnd len="sm" w="sm" type="none"/>
            <a:tailEnd len="sm" w="sm" type="none"/>
          </a:ln>
        </p:spPr>
        <p:txBody>
          <a:bodyPr anchorCtr="0" anchor="ctr" bIns="91425" lIns="91425" spcFirstLastPara="1" rIns="91425" wrap="square" tIns="91425">
            <a:noAutofit/>
          </a:bodyPr>
          <a:lstStyle/>
          <a:p>
            <a:pPr indent="0" lvl="1" marL="0" marR="0" rtl="0" algn="ctr">
              <a:lnSpc>
                <a:spcPct val="100000"/>
              </a:lnSpc>
              <a:spcBef>
                <a:spcPts val="0"/>
              </a:spcBef>
              <a:spcAft>
                <a:spcPts val="0"/>
              </a:spcAft>
              <a:buClr>
                <a:srgbClr val="000000"/>
              </a:buClr>
              <a:buSzPts val="800"/>
              <a:buFont typeface="Arial"/>
              <a:buNone/>
            </a:pPr>
            <a:r>
              <a:rPr b="1" lang="en" sz="900">
                <a:solidFill>
                  <a:srgbClr val="1D5A9C"/>
                </a:solidFill>
                <a:latin typeface="Nunito"/>
                <a:ea typeface="Nunito"/>
                <a:cs typeface="Nunito"/>
                <a:sym typeface="Nunito"/>
              </a:rPr>
              <a:t>Business User</a:t>
            </a:r>
            <a:endParaRPr b="1" i="0" sz="800" u="none" cap="none" strike="noStrike">
              <a:solidFill>
                <a:schemeClr val="dk1"/>
              </a:solidFill>
              <a:latin typeface="Nunito"/>
              <a:ea typeface="Nunito"/>
              <a:cs typeface="Nunito"/>
              <a:sym typeface="Nunito"/>
            </a:endParaRPr>
          </a:p>
        </p:txBody>
      </p:sp>
      <p:sp>
        <p:nvSpPr>
          <p:cNvPr id="566" name="Google Shape;566;p23"/>
          <p:cNvSpPr txBox="1"/>
          <p:nvPr/>
        </p:nvSpPr>
        <p:spPr>
          <a:xfrm>
            <a:off x="2899800" y="741600"/>
            <a:ext cx="1675500" cy="431100"/>
          </a:xfrm>
          <a:prstGeom prst="rect">
            <a:avLst/>
          </a:prstGeom>
          <a:noFill/>
          <a:ln cap="flat" cmpd="sng" w="7150">
            <a:solidFill>
              <a:srgbClr val="0B5394"/>
            </a:solidFill>
            <a:prstDash val="solid"/>
            <a:round/>
            <a:headEnd len="sm" w="sm" type="none"/>
            <a:tailEnd len="sm" w="sm" type="none"/>
          </a:ln>
        </p:spPr>
        <p:txBody>
          <a:bodyPr anchorCtr="0" anchor="ctr"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1D5A9C"/>
                </a:solidFill>
                <a:latin typeface="Nunito"/>
                <a:ea typeface="Nunito"/>
                <a:cs typeface="Nunito"/>
                <a:sym typeface="Nunito"/>
              </a:rPr>
              <a:t>Agent Orchestrator </a:t>
            </a:r>
            <a:endParaRPr b="1" i="0" sz="800" u="none" cap="none" strike="noStrike">
              <a:solidFill>
                <a:srgbClr val="1D5A9C"/>
              </a:solidFill>
              <a:latin typeface="Nunito"/>
              <a:ea typeface="Nunito"/>
              <a:cs typeface="Nunito"/>
              <a:sym typeface="Nunito"/>
            </a:endParaRPr>
          </a:p>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1D5A9C"/>
                </a:solidFill>
                <a:latin typeface="Nunito"/>
                <a:ea typeface="Nunito"/>
                <a:cs typeface="Nunito"/>
                <a:sym typeface="Nunito"/>
              </a:rPr>
              <a:t>(Agentic AI)</a:t>
            </a:r>
            <a:endParaRPr b="0" i="0" sz="1400" u="none" cap="none" strike="noStrike">
              <a:solidFill>
                <a:srgbClr val="1D5A9C"/>
              </a:solidFill>
              <a:latin typeface="Arial"/>
              <a:ea typeface="Arial"/>
              <a:cs typeface="Arial"/>
              <a:sym typeface="Arial"/>
            </a:endParaRPr>
          </a:p>
        </p:txBody>
      </p:sp>
      <p:pic>
        <p:nvPicPr>
          <p:cNvPr id="567" name="Google Shape;567;p23"/>
          <p:cNvPicPr preferRelativeResize="0"/>
          <p:nvPr/>
        </p:nvPicPr>
        <p:blipFill rotWithShape="1">
          <a:blip r:embed="rId4">
            <a:alphaModFix/>
          </a:blip>
          <a:srcRect b="0" l="0" r="0" t="0"/>
          <a:stretch/>
        </p:blipFill>
        <p:spPr>
          <a:xfrm>
            <a:off x="2945678" y="784156"/>
            <a:ext cx="314775" cy="330452"/>
          </a:xfrm>
          <a:prstGeom prst="rect">
            <a:avLst/>
          </a:prstGeom>
          <a:noFill/>
          <a:ln>
            <a:noFill/>
          </a:ln>
        </p:spPr>
      </p:pic>
      <p:sp>
        <p:nvSpPr>
          <p:cNvPr id="568" name="Google Shape;568;p23"/>
          <p:cNvSpPr/>
          <p:nvPr/>
        </p:nvSpPr>
        <p:spPr>
          <a:xfrm>
            <a:off x="209078" y="4250994"/>
            <a:ext cx="759000" cy="352500"/>
          </a:xfrm>
          <a:prstGeom prst="rect">
            <a:avLst/>
          </a:prstGeom>
          <a:noFill/>
          <a:ln cap="flat" cmpd="sng" w="7150">
            <a:solidFill>
              <a:srgbClr val="1D5A9C"/>
            </a:solidFill>
            <a:prstDash val="solid"/>
            <a:round/>
            <a:headEnd len="sm" w="sm" type="none"/>
            <a:tailEnd len="sm" w="sm" type="none"/>
          </a:ln>
        </p:spPr>
        <p:txBody>
          <a:bodyPr anchorCtr="0" anchor="ctr" bIns="91425" lIns="91425" spcFirstLastPara="1" rIns="91425" wrap="square" tIns="91425">
            <a:noAutofit/>
          </a:bodyPr>
          <a:lstStyle/>
          <a:p>
            <a:pPr indent="0" lvl="1" marL="0" marR="0" rtl="0" algn="ctr">
              <a:lnSpc>
                <a:spcPct val="100000"/>
              </a:lnSpc>
              <a:spcBef>
                <a:spcPts val="0"/>
              </a:spcBef>
              <a:spcAft>
                <a:spcPts val="0"/>
              </a:spcAft>
              <a:buClr>
                <a:srgbClr val="000000"/>
              </a:buClr>
              <a:buSzPts val="800"/>
              <a:buFont typeface="Arial"/>
              <a:buNone/>
            </a:pPr>
            <a:r>
              <a:rPr b="1" lang="en" sz="900">
                <a:solidFill>
                  <a:srgbClr val="1D5A9C"/>
                </a:solidFill>
                <a:latin typeface="Nunito"/>
                <a:ea typeface="Nunito"/>
                <a:cs typeface="Nunito"/>
                <a:sym typeface="Nunito"/>
              </a:rPr>
              <a:t>Nth Role</a:t>
            </a:r>
            <a:endParaRPr b="1" i="0" sz="800" u="none" cap="none" strike="noStrike">
              <a:solidFill>
                <a:schemeClr val="dk1"/>
              </a:solidFill>
              <a:latin typeface="Nunito"/>
              <a:ea typeface="Nunito"/>
              <a:cs typeface="Nunito"/>
              <a:sym typeface="Nunito"/>
            </a:endParaRPr>
          </a:p>
        </p:txBody>
      </p:sp>
      <p:cxnSp>
        <p:nvCxnSpPr>
          <p:cNvPr id="569" name="Google Shape;569;p23"/>
          <p:cNvCxnSpPr/>
          <p:nvPr/>
        </p:nvCxnSpPr>
        <p:spPr>
          <a:xfrm>
            <a:off x="590641" y="3803469"/>
            <a:ext cx="0" cy="504600"/>
          </a:xfrm>
          <a:prstGeom prst="straightConnector1">
            <a:avLst/>
          </a:prstGeom>
          <a:noFill/>
          <a:ln cap="flat" cmpd="sng" w="21425">
            <a:solidFill>
              <a:schemeClr val="dk2"/>
            </a:solidFill>
            <a:prstDash val="dot"/>
            <a:round/>
            <a:headEnd len="med" w="med" type="none"/>
            <a:tailEnd len="med" w="med" type="none"/>
          </a:ln>
        </p:spPr>
      </p:cxnSp>
      <p:sp>
        <p:nvSpPr>
          <p:cNvPr id="570" name="Google Shape;570;p23"/>
          <p:cNvSpPr/>
          <p:nvPr/>
        </p:nvSpPr>
        <p:spPr>
          <a:xfrm>
            <a:off x="117166" y="2234919"/>
            <a:ext cx="950100" cy="2452200"/>
          </a:xfrm>
          <a:prstGeom prst="rect">
            <a:avLst/>
          </a:prstGeom>
          <a:noFill/>
          <a:ln cap="flat" cmpd="sng" w="7150">
            <a:solidFill>
              <a:srgbClr val="1D5A9C"/>
            </a:solidFill>
            <a:prstDash val="dash"/>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t/>
            </a:r>
            <a:endParaRPr sz="1100"/>
          </a:p>
        </p:txBody>
      </p:sp>
      <p:cxnSp>
        <p:nvCxnSpPr>
          <p:cNvPr id="571" name="Google Shape;571;p23"/>
          <p:cNvCxnSpPr>
            <a:stCxn id="560" idx="2"/>
          </p:cNvCxnSpPr>
          <p:nvPr/>
        </p:nvCxnSpPr>
        <p:spPr>
          <a:xfrm>
            <a:off x="592181" y="1544175"/>
            <a:ext cx="0" cy="459600"/>
          </a:xfrm>
          <a:prstGeom prst="straightConnector1">
            <a:avLst/>
          </a:prstGeom>
          <a:noFill/>
          <a:ln cap="flat" cmpd="sng" w="14300">
            <a:solidFill>
              <a:srgbClr val="1D5A9C"/>
            </a:solidFill>
            <a:prstDash val="solid"/>
            <a:round/>
            <a:headEnd len="med" w="med" type="none"/>
            <a:tailEnd len="med" w="med" type="triangle"/>
          </a:ln>
        </p:spPr>
      </p:cxnSp>
      <p:sp>
        <p:nvSpPr>
          <p:cNvPr id="572" name="Google Shape;572;p23"/>
          <p:cNvSpPr txBox="1"/>
          <p:nvPr/>
        </p:nvSpPr>
        <p:spPr>
          <a:xfrm>
            <a:off x="1813400" y="741600"/>
            <a:ext cx="732900" cy="307800"/>
          </a:xfrm>
          <a:prstGeom prst="rect">
            <a:avLst/>
          </a:prstGeom>
          <a:noFill/>
          <a:ln cap="flat" cmpd="sng" w="7150">
            <a:solidFill>
              <a:srgbClr val="0B5394"/>
            </a:solidFill>
            <a:prstDash val="solid"/>
            <a:round/>
            <a:headEnd len="sm" w="sm" type="none"/>
            <a:tailEnd len="sm" w="sm" type="none"/>
          </a:ln>
        </p:spPr>
        <p:txBody>
          <a:bodyPr anchorCtr="0" anchor="ctr" bIns="91425" lIns="91425" spcFirstLastPara="1" rIns="91425" wrap="square" tIns="91425">
            <a:spAutoFit/>
          </a:bodyPr>
          <a:lstStyle/>
          <a:p>
            <a:pPr indent="0" lvl="0" marL="0" marR="0" rtl="0" algn="l">
              <a:lnSpc>
                <a:spcPct val="100000"/>
              </a:lnSpc>
              <a:spcBef>
                <a:spcPts val="0"/>
              </a:spcBef>
              <a:spcAft>
                <a:spcPts val="0"/>
              </a:spcAft>
              <a:buClr>
                <a:srgbClr val="000000"/>
              </a:buClr>
              <a:buSzPts val="800"/>
              <a:buFont typeface="Arial"/>
              <a:buNone/>
            </a:pPr>
            <a:r>
              <a:rPr b="1" lang="en" sz="800">
                <a:solidFill>
                  <a:srgbClr val="1D5A9C"/>
                </a:solidFill>
                <a:latin typeface="Nunito"/>
                <a:ea typeface="Nunito"/>
                <a:cs typeface="Nunito"/>
                <a:sym typeface="Nunito"/>
              </a:rPr>
              <a:t>User Query</a:t>
            </a:r>
            <a:endParaRPr b="0" i="0" sz="1400" u="none" cap="none" strike="noStrike">
              <a:solidFill>
                <a:srgbClr val="1D5A9C"/>
              </a:solidFill>
              <a:latin typeface="Arial"/>
              <a:ea typeface="Arial"/>
              <a:cs typeface="Arial"/>
              <a:sym typeface="Arial"/>
            </a:endParaRPr>
          </a:p>
        </p:txBody>
      </p:sp>
      <p:sp>
        <p:nvSpPr>
          <p:cNvPr id="573" name="Google Shape;573;p23"/>
          <p:cNvSpPr/>
          <p:nvPr/>
        </p:nvSpPr>
        <p:spPr>
          <a:xfrm>
            <a:off x="5018425" y="1363500"/>
            <a:ext cx="950100" cy="239700"/>
          </a:xfrm>
          <a:prstGeom prst="rect">
            <a:avLst/>
          </a:prstGeom>
          <a:noFill/>
          <a:ln>
            <a:noFill/>
          </a:ln>
        </p:spPr>
        <p:txBody>
          <a:bodyPr anchorCtr="0" anchor="ctr" bIns="91425" lIns="91425" spcFirstLastPara="1" rIns="91425" wrap="square" tIns="91425">
            <a:noAutofit/>
          </a:bodyPr>
          <a:lstStyle/>
          <a:p>
            <a:pPr indent="0" lvl="1" marL="0" marR="0" rtl="0" algn="ctr">
              <a:lnSpc>
                <a:spcPct val="100000"/>
              </a:lnSpc>
              <a:spcBef>
                <a:spcPts val="0"/>
              </a:spcBef>
              <a:spcAft>
                <a:spcPts val="0"/>
              </a:spcAft>
              <a:buClr>
                <a:srgbClr val="000000"/>
              </a:buClr>
              <a:buSzPts val="800"/>
              <a:buFont typeface="Arial"/>
              <a:buNone/>
            </a:pPr>
            <a:r>
              <a:rPr b="1" lang="en" sz="1000">
                <a:solidFill>
                  <a:schemeClr val="dk1"/>
                </a:solidFill>
                <a:latin typeface="Nunito"/>
                <a:ea typeface="Nunito"/>
                <a:cs typeface="Nunito"/>
                <a:sym typeface="Nunito"/>
              </a:rPr>
              <a:t>Agents</a:t>
            </a:r>
            <a:endParaRPr b="1" i="0" sz="900" u="none" cap="none" strike="noStrike">
              <a:solidFill>
                <a:schemeClr val="dk1"/>
              </a:solidFill>
              <a:latin typeface="Nunito"/>
              <a:ea typeface="Nunito"/>
              <a:cs typeface="Nunito"/>
              <a:sym typeface="Nunito"/>
            </a:endParaRPr>
          </a:p>
        </p:txBody>
      </p:sp>
      <p:cxnSp>
        <p:nvCxnSpPr>
          <p:cNvPr id="574" name="Google Shape;574;p23"/>
          <p:cNvCxnSpPr>
            <a:stCxn id="572" idx="3"/>
          </p:cNvCxnSpPr>
          <p:nvPr/>
        </p:nvCxnSpPr>
        <p:spPr>
          <a:xfrm flipH="1" rot="10800000">
            <a:off x="2546300" y="890100"/>
            <a:ext cx="355800" cy="5400"/>
          </a:xfrm>
          <a:prstGeom prst="straightConnector1">
            <a:avLst/>
          </a:prstGeom>
          <a:noFill/>
          <a:ln cap="flat" cmpd="sng" w="14300">
            <a:solidFill>
              <a:srgbClr val="1D5A9C"/>
            </a:solidFill>
            <a:prstDash val="solid"/>
            <a:round/>
            <a:headEnd len="med" w="med" type="none"/>
            <a:tailEnd len="med" w="med" type="triangle"/>
          </a:ln>
        </p:spPr>
      </p:cxnSp>
      <p:sp>
        <p:nvSpPr>
          <p:cNvPr id="575" name="Google Shape;575;p23"/>
          <p:cNvSpPr txBox="1"/>
          <p:nvPr/>
        </p:nvSpPr>
        <p:spPr>
          <a:xfrm>
            <a:off x="2893875" y="1140825"/>
            <a:ext cx="1681500" cy="354000"/>
          </a:xfrm>
          <a:prstGeom prst="rect">
            <a:avLst/>
          </a:prstGeom>
          <a:noFill/>
          <a:ln>
            <a:noFill/>
          </a:ln>
        </p:spPr>
        <p:txBody>
          <a:bodyPr anchorCtr="0" anchor="t" bIns="68575" lIns="68575" spcFirstLastPara="1" rIns="68575" wrap="square" tIns="68575">
            <a:spAutoFit/>
          </a:bodyPr>
          <a:lstStyle/>
          <a:p>
            <a:pPr indent="0" lvl="0" marL="0" rtl="0" algn="l">
              <a:spcBef>
                <a:spcPts val="0"/>
              </a:spcBef>
              <a:spcAft>
                <a:spcPts val="0"/>
              </a:spcAft>
              <a:buNone/>
            </a:pPr>
            <a:r>
              <a:rPr i="1" lang="en" sz="700">
                <a:solidFill>
                  <a:schemeClr val="dk2"/>
                </a:solidFill>
                <a:latin typeface="Nunito"/>
                <a:ea typeface="Nunito"/>
                <a:cs typeface="Nunito"/>
                <a:sym typeface="Nunito"/>
              </a:rPr>
              <a:t>Routing the user query to the respective department</a:t>
            </a:r>
            <a:endParaRPr i="1" sz="700">
              <a:solidFill>
                <a:schemeClr val="dk2"/>
              </a:solidFill>
              <a:latin typeface="Nunito"/>
              <a:ea typeface="Nunito"/>
              <a:cs typeface="Nunito"/>
              <a:sym typeface="Nunito"/>
            </a:endParaRPr>
          </a:p>
        </p:txBody>
      </p:sp>
      <p:sp>
        <p:nvSpPr>
          <p:cNvPr id="576" name="Google Shape;576;p23"/>
          <p:cNvSpPr/>
          <p:nvPr/>
        </p:nvSpPr>
        <p:spPr>
          <a:xfrm>
            <a:off x="6904919" y="3311675"/>
            <a:ext cx="950100" cy="4500"/>
          </a:xfrm>
          <a:prstGeom prst="rect">
            <a:avLst/>
          </a:prstGeom>
          <a:noFill/>
          <a:ln>
            <a:noFill/>
          </a:ln>
        </p:spPr>
        <p:txBody>
          <a:bodyPr anchorCtr="0" anchor="ctr" bIns="68575" lIns="68575" spcFirstLastPara="1" rIns="68575" wrap="square" tIns="68575">
            <a:noAutofit/>
          </a:bodyPr>
          <a:lstStyle/>
          <a:p>
            <a:pPr indent="0" lvl="0" marL="0" rtl="0" algn="ctr">
              <a:spcBef>
                <a:spcPts val="0"/>
              </a:spcBef>
              <a:spcAft>
                <a:spcPts val="0"/>
              </a:spcAft>
              <a:buNone/>
            </a:pPr>
            <a:r>
              <a:t/>
            </a:r>
            <a:endParaRPr sz="1100"/>
          </a:p>
        </p:txBody>
      </p:sp>
      <p:cxnSp>
        <p:nvCxnSpPr>
          <p:cNvPr id="577" name="Google Shape;577;p23"/>
          <p:cNvCxnSpPr>
            <a:stCxn id="578" idx="0"/>
            <a:endCxn id="572" idx="1"/>
          </p:cNvCxnSpPr>
          <p:nvPr/>
        </p:nvCxnSpPr>
        <p:spPr>
          <a:xfrm flipH="1" rot="10800000">
            <a:off x="1076681" y="895500"/>
            <a:ext cx="736800" cy="1605600"/>
          </a:xfrm>
          <a:prstGeom prst="bentConnector3">
            <a:avLst>
              <a:gd fmla="val 49994" name="adj1"/>
            </a:avLst>
          </a:prstGeom>
          <a:noFill/>
          <a:ln cap="flat" cmpd="sng" w="14300">
            <a:solidFill>
              <a:srgbClr val="1D5A9C"/>
            </a:solidFill>
            <a:prstDash val="solid"/>
            <a:round/>
            <a:headEnd len="med" w="med" type="none"/>
            <a:tailEnd len="med" w="med" type="triangle"/>
          </a:ln>
        </p:spPr>
      </p:cxnSp>
      <p:cxnSp>
        <p:nvCxnSpPr>
          <p:cNvPr id="579" name="Google Shape;579;p23"/>
          <p:cNvCxnSpPr/>
          <p:nvPr/>
        </p:nvCxnSpPr>
        <p:spPr>
          <a:xfrm>
            <a:off x="1076681" y="3512888"/>
            <a:ext cx="1675500" cy="0"/>
          </a:xfrm>
          <a:prstGeom prst="straightConnector1">
            <a:avLst/>
          </a:prstGeom>
          <a:noFill/>
          <a:ln cap="flat" cmpd="sng" w="14300">
            <a:solidFill>
              <a:srgbClr val="1D5A9C"/>
            </a:solidFill>
            <a:prstDash val="solid"/>
            <a:round/>
            <a:headEnd len="med" w="med" type="none"/>
            <a:tailEnd len="med" w="med" type="triangle"/>
          </a:ln>
        </p:spPr>
      </p:cxnSp>
      <p:cxnSp>
        <p:nvCxnSpPr>
          <p:cNvPr id="580" name="Google Shape;580;p23"/>
          <p:cNvCxnSpPr>
            <a:stCxn id="566" idx="3"/>
            <a:endCxn id="573" idx="0"/>
          </p:cNvCxnSpPr>
          <p:nvPr/>
        </p:nvCxnSpPr>
        <p:spPr>
          <a:xfrm>
            <a:off x="4575300" y="957150"/>
            <a:ext cx="918300" cy="406200"/>
          </a:xfrm>
          <a:prstGeom prst="bentConnector2">
            <a:avLst/>
          </a:prstGeom>
          <a:noFill/>
          <a:ln cap="flat" cmpd="sng" w="14300">
            <a:solidFill>
              <a:srgbClr val="1D5A9C"/>
            </a:solidFill>
            <a:prstDash val="solid"/>
            <a:round/>
            <a:headEnd len="med" w="med" type="none"/>
            <a:tailEnd len="med" w="med" type="triangle"/>
          </a:ln>
        </p:spPr>
      </p:cxnSp>
      <p:sp>
        <p:nvSpPr>
          <p:cNvPr id="578" name="Google Shape;578;p23"/>
          <p:cNvSpPr/>
          <p:nvPr/>
        </p:nvSpPr>
        <p:spPr>
          <a:xfrm rot="5400000">
            <a:off x="805781" y="2496300"/>
            <a:ext cx="532200" cy="9600"/>
          </a:xfrm>
          <a:prstGeom prst="rect">
            <a:avLst/>
          </a:prstGeom>
          <a:noFill/>
          <a:ln>
            <a:noFill/>
          </a:ln>
        </p:spPr>
        <p:txBody>
          <a:bodyPr anchorCtr="0" anchor="ctr" bIns="91425" lIns="91425" spcFirstLastPara="1" rIns="91425" wrap="square" tIns="91425">
            <a:noAutofit/>
          </a:bodyPr>
          <a:lstStyle/>
          <a:p>
            <a:pPr indent="0" lvl="1" marL="0" marR="0" rtl="0" algn="l">
              <a:lnSpc>
                <a:spcPct val="100000"/>
              </a:lnSpc>
              <a:spcBef>
                <a:spcPts val="0"/>
              </a:spcBef>
              <a:spcAft>
                <a:spcPts val="0"/>
              </a:spcAft>
              <a:buClr>
                <a:srgbClr val="000000"/>
              </a:buClr>
              <a:buSzPts val="800"/>
              <a:buFont typeface="Arial"/>
              <a:buNone/>
            </a:pPr>
            <a:r>
              <a:t/>
            </a:r>
            <a:endParaRPr b="1" i="0" sz="800" u="none" cap="none" strike="noStrike">
              <a:solidFill>
                <a:schemeClr val="dk1"/>
              </a:solidFill>
              <a:latin typeface="Nunito"/>
              <a:ea typeface="Nunito"/>
              <a:cs typeface="Nunito"/>
              <a:sym typeface="Nunito"/>
            </a:endParaRPr>
          </a:p>
        </p:txBody>
      </p:sp>
      <p:sp>
        <p:nvSpPr>
          <p:cNvPr id="581" name="Google Shape;581;p23"/>
          <p:cNvSpPr txBox="1"/>
          <p:nvPr/>
        </p:nvSpPr>
        <p:spPr>
          <a:xfrm>
            <a:off x="7274096" y="802463"/>
            <a:ext cx="876000" cy="338700"/>
          </a:xfrm>
          <a:prstGeom prst="rect">
            <a:avLst/>
          </a:prstGeom>
          <a:noFill/>
          <a:ln cap="flat" cmpd="sng" w="7150">
            <a:solidFill>
              <a:srgbClr val="0B5394"/>
            </a:solidFill>
            <a:prstDash val="solid"/>
            <a:round/>
            <a:headEnd len="sm" w="sm" type="none"/>
            <a:tailEnd len="sm" w="sm" type="none"/>
          </a:ln>
        </p:spPr>
        <p:txBody>
          <a:bodyPr anchorCtr="0" anchor="ctr"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800"/>
              <a:buFont typeface="Arial"/>
              <a:buNone/>
            </a:pPr>
            <a:r>
              <a:rPr b="1" lang="en" sz="1000">
                <a:solidFill>
                  <a:srgbClr val="1D5A9C"/>
                </a:solidFill>
                <a:latin typeface="Nunito"/>
                <a:ea typeface="Nunito"/>
                <a:cs typeface="Nunito"/>
                <a:sym typeface="Nunito"/>
              </a:rPr>
              <a:t>Response</a:t>
            </a:r>
            <a:endParaRPr b="0" i="0" sz="1600" u="none" cap="none" strike="noStrike">
              <a:solidFill>
                <a:srgbClr val="1D5A9C"/>
              </a:solidFill>
              <a:latin typeface="Arial"/>
              <a:ea typeface="Arial"/>
              <a:cs typeface="Arial"/>
              <a:sym typeface="Arial"/>
            </a:endParaRPr>
          </a:p>
        </p:txBody>
      </p:sp>
      <p:cxnSp>
        <p:nvCxnSpPr>
          <p:cNvPr id="582" name="Google Shape;582;p23"/>
          <p:cNvCxnSpPr>
            <a:endCxn id="581" idx="2"/>
          </p:cNvCxnSpPr>
          <p:nvPr/>
        </p:nvCxnSpPr>
        <p:spPr>
          <a:xfrm rot="10800000">
            <a:off x="7712096" y="1141163"/>
            <a:ext cx="0" cy="518400"/>
          </a:xfrm>
          <a:prstGeom prst="straightConnector1">
            <a:avLst/>
          </a:prstGeom>
          <a:noFill/>
          <a:ln cap="flat" cmpd="sng" w="14300">
            <a:solidFill>
              <a:srgbClr val="1D5A9C"/>
            </a:solidFill>
            <a:prstDash val="solid"/>
            <a:round/>
            <a:headEnd len="med" w="med" type="none"/>
            <a:tailEnd len="med" w="med" type="triangle"/>
          </a:ln>
        </p:spPr>
      </p:cxnSp>
      <p:sp>
        <p:nvSpPr>
          <p:cNvPr id="583" name="Google Shape;583;p23"/>
          <p:cNvSpPr/>
          <p:nvPr/>
        </p:nvSpPr>
        <p:spPr>
          <a:xfrm>
            <a:off x="126573" y="2037597"/>
            <a:ext cx="950100" cy="149100"/>
          </a:xfrm>
          <a:prstGeom prst="rect">
            <a:avLst/>
          </a:prstGeom>
          <a:noFill/>
          <a:ln>
            <a:noFill/>
          </a:ln>
        </p:spPr>
        <p:txBody>
          <a:bodyPr anchorCtr="0" anchor="ctr" bIns="91425" lIns="91425" spcFirstLastPara="1" rIns="91425" wrap="square" tIns="91425">
            <a:noAutofit/>
          </a:bodyPr>
          <a:lstStyle/>
          <a:p>
            <a:pPr indent="0" lvl="1" marL="0" marR="0" rtl="0" algn="ctr">
              <a:lnSpc>
                <a:spcPct val="100000"/>
              </a:lnSpc>
              <a:spcBef>
                <a:spcPts val="0"/>
              </a:spcBef>
              <a:spcAft>
                <a:spcPts val="0"/>
              </a:spcAft>
              <a:buClr>
                <a:srgbClr val="000000"/>
              </a:buClr>
              <a:buSzPts val="800"/>
              <a:buFont typeface="Arial"/>
              <a:buNone/>
            </a:pPr>
            <a:r>
              <a:rPr b="1" lang="en" sz="900">
                <a:solidFill>
                  <a:schemeClr val="dk1"/>
                </a:solidFill>
                <a:latin typeface="Nunito"/>
                <a:ea typeface="Nunito"/>
                <a:cs typeface="Nunito"/>
                <a:sym typeface="Nunito"/>
              </a:rPr>
              <a:t>Roles</a:t>
            </a:r>
            <a:endParaRPr b="1" i="0" sz="800" u="none" cap="none" strike="noStrike">
              <a:solidFill>
                <a:schemeClr val="dk1"/>
              </a:solidFill>
              <a:latin typeface="Nunito"/>
              <a:ea typeface="Nunito"/>
              <a:cs typeface="Nunito"/>
              <a:sym typeface="Nunito"/>
            </a:endParaRPr>
          </a:p>
        </p:txBody>
      </p:sp>
      <p:sp>
        <p:nvSpPr>
          <p:cNvPr id="584" name="Google Shape;584;p23"/>
          <p:cNvSpPr/>
          <p:nvPr/>
        </p:nvSpPr>
        <p:spPr>
          <a:xfrm>
            <a:off x="185700" y="91350"/>
            <a:ext cx="8740200" cy="486600"/>
          </a:xfrm>
          <a:prstGeom prst="roundRect">
            <a:avLst>
              <a:gd fmla="val 16667" name="adj"/>
            </a:avLst>
          </a:prstGeom>
          <a:solidFill>
            <a:srgbClr val="0062A5"/>
          </a:solidFill>
          <a:ln cap="flat" cmpd="sng" w="9525">
            <a:solidFill>
              <a:srgbClr val="0062A5"/>
            </a:solidFill>
            <a:prstDash val="solid"/>
            <a:round/>
            <a:headEnd len="sm" w="sm" type="none"/>
            <a:tailEnd len="sm" w="sm" type="none"/>
          </a:ln>
        </p:spPr>
        <p:txBody>
          <a:bodyPr anchorCtr="0" anchor="ctr" bIns="0" lIns="91425" spcFirstLastPara="1" rIns="91425" wrap="square" tIns="0">
            <a:noAutofit/>
          </a:bodyPr>
          <a:lstStyle/>
          <a:p>
            <a:pPr indent="0" lvl="0" marL="0" rtl="0" algn="l">
              <a:lnSpc>
                <a:spcPct val="90000"/>
              </a:lnSpc>
              <a:spcBef>
                <a:spcPts val="0"/>
              </a:spcBef>
              <a:spcAft>
                <a:spcPts val="0"/>
              </a:spcAft>
              <a:buNone/>
            </a:pPr>
            <a:r>
              <a:rPr b="1" lang="en" sz="1800">
                <a:solidFill>
                  <a:srgbClr val="FFFFFF"/>
                </a:solidFill>
                <a:latin typeface="Jost"/>
                <a:ea typeface="Jost"/>
                <a:cs typeface="Jost"/>
                <a:sym typeface="Jost"/>
              </a:rPr>
              <a:t>Amneal-GPT: Internal vs External Search Orchestration</a:t>
            </a:r>
            <a:endParaRPr b="1" sz="1800">
              <a:solidFill>
                <a:srgbClr val="FFFFFF"/>
              </a:solidFill>
              <a:latin typeface="Jost"/>
              <a:ea typeface="Jost"/>
              <a:cs typeface="Jost"/>
              <a:sym typeface="Jost"/>
            </a:endParaRPr>
          </a:p>
        </p:txBody>
      </p:sp>
      <p:sp>
        <p:nvSpPr>
          <p:cNvPr id="585" name="Google Shape;585;p23"/>
          <p:cNvSpPr txBox="1"/>
          <p:nvPr>
            <p:ph idx="12" type="sldNum"/>
          </p:nvPr>
        </p:nvSpPr>
        <p:spPr>
          <a:xfrm>
            <a:off x="8472458" y="4663217"/>
            <a:ext cx="548700" cy="393600"/>
          </a:xfrm>
          <a:prstGeom prst="rect">
            <a:avLst/>
          </a:prstGeom>
        </p:spPr>
        <p:txBody>
          <a:bodyPr anchorCtr="0" anchor="t" bIns="91425" lIns="91425" spcFirstLastPara="1" rIns="91425" wrap="square" tIns="91425">
            <a:normAutofit/>
          </a:bodyPr>
          <a:lstStyle/>
          <a:p>
            <a:pPr indent="0" lvl="0" marL="0" rtl="0" algn="r">
              <a:spcBef>
                <a:spcPts val="0"/>
              </a:spcBef>
              <a:spcAft>
                <a:spcPts val="0"/>
              </a:spcAft>
              <a:buNone/>
            </a:pPr>
            <a:fld id="{00000000-1234-1234-1234-123412341234}" type="slidenum">
              <a:rPr lang="en" sz="1200">
                <a:latin typeface="Jost"/>
                <a:ea typeface="Jost"/>
                <a:cs typeface="Jost"/>
                <a:sym typeface="Jost"/>
              </a:rPr>
              <a:t>‹#›</a:t>
            </a:fld>
            <a:endParaRPr sz="1200">
              <a:latin typeface="Jost"/>
              <a:ea typeface="Jost"/>
              <a:cs typeface="Jost"/>
              <a:sym typeface="Jost"/>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9" name="Shape 589"/>
        <p:cNvGrpSpPr/>
        <p:nvPr/>
      </p:nvGrpSpPr>
      <p:grpSpPr>
        <a:xfrm>
          <a:off x="0" y="0"/>
          <a:ext cx="0" cy="0"/>
          <a:chOff x="0" y="0"/>
          <a:chExt cx="0" cy="0"/>
        </a:xfrm>
      </p:grpSpPr>
      <p:sp>
        <p:nvSpPr>
          <p:cNvPr id="590" name="Google Shape;590;p24"/>
          <p:cNvSpPr/>
          <p:nvPr/>
        </p:nvSpPr>
        <p:spPr>
          <a:xfrm>
            <a:off x="509231" y="2492640"/>
            <a:ext cx="1392900" cy="1243500"/>
          </a:xfrm>
          <a:prstGeom prst="rect">
            <a:avLst/>
          </a:prstGeom>
          <a:noFill/>
          <a:ln cap="flat" cmpd="sng" w="14300">
            <a:solidFill>
              <a:srgbClr val="1D5A9C"/>
            </a:solidFill>
            <a:prstDash val="dash"/>
            <a:round/>
            <a:headEnd len="sm" w="sm" type="none"/>
            <a:tailEnd len="sm" w="sm" type="none"/>
          </a:ln>
        </p:spPr>
        <p:txBody>
          <a:bodyPr anchorCtr="0" anchor="ctr" bIns="45725" lIns="45725" spcFirstLastPara="1" rIns="45725" wrap="square" tIns="45725">
            <a:noAutofit/>
          </a:bodyPr>
          <a:lstStyle/>
          <a:p>
            <a:pPr indent="0" lvl="0" marL="0" marR="0" rtl="0" algn="ctr">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grpSp>
        <p:nvGrpSpPr>
          <p:cNvPr id="591" name="Google Shape;591;p24"/>
          <p:cNvGrpSpPr/>
          <p:nvPr/>
        </p:nvGrpSpPr>
        <p:grpSpPr>
          <a:xfrm>
            <a:off x="827032" y="2954278"/>
            <a:ext cx="757283" cy="239598"/>
            <a:chOff x="248903" y="1731297"/>
            <a:chExt cx="855300" cy="512400"/>
          </a:xfrm>
        </p:grpSpPr>
        <p:sp>
          <p:nvSpPr>
            <p:cNvPr id="592" name="Google Shape;592;p24"/>
            <p:cNvSpPr/>
            <p:nvPr/>
          </p:nvSpPr>
          <p:spPr>
            <a:xfrm>
              <a:off x="248903" y="1731297"/>
              <a:ext cx="855300" cy="512400"/>
            </a:xfrm>
            <a:prstGeom prst="rect">
              <a:avLst/>
            </a:prstGeom>
            <a:noFill/>
            <a:ln cap="flat" cmpd="sng" w="7150">
              <a:solidFill>
                <a:srgbClr val="0B539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800"/>
                <a:buFont typeface="Arial"/>
                <a:buNone/>
              </a:pPr>
              <a:r>
                <a:rPr b="1" i="0" lang="en" sz="800" u="none" cap="none" strike="noStrike">
                  <a:solidFill>
                    <a:schemeClr val="dk1"/>
                  </a:solidFill>
                  <a:latin typeface="Nunito"/>
                  <a:ea typeface="Nunito"/>
                  <a:cs typeface="Nunito"/>
                  <a:sym typeface="Nunito"/>
                </a:rPr>
                <a:t>Web UI</a:t>
              </a:r>
              <a:r>
                <a:rPr b="1" i="0" lang="en" sz="800" u="none" cap="none" strike="noStrike">
                  <a:solidFill>
                    <a:srgbClr val="000000"/>
                  </a:solidFill>
                  <a:latin typeface="Roboto"/>
                  <a:ea typeface="Roboto"/>
                  <a:cs typeface="Roboto"/>
                  <a:sym typeface="Roboto"/>
                </a:rPr>
                <a:t>        </a:t>
              </a:r>
              <a:endParaRPr b="1" i="0" sz="800" u="none" cap="none" strike="noStrike">
                <a:solidFill>
                  <a:srgbClr val="000000"/>
                </a:solidFill>
                <a:latin typeface="Roboto"/>
                <a:ea typeface="Roboto"/>
                <a:cs typeface="Roboto"/>
                <a:sym typeface="Roboto"/>
              </a:endParaRPr>
            </a:p>
          </p:txBody>
        </p:sp>
        <p:pic>
          <p:nvPicPr>
            <p:cNvPr id="593" name="Google Shape;593;p24"/>
            <p:cNvPicPr preferRelativeResize="0"/>
            <p:nvPr/>
          </p:nvPicPr>
          <p:blipFill rotWithShape="1">
            <a:blip r:embed="rId3">
              <a:alphaModFix/>
            </a:blip>
            <a:srcRect b="0" l="0" r="0" t="0"/>
            <a:stretch/>
          </p:blipFill>
          <p:spPr>
            <a:xfrm flipH="1" rot="10800000">
              <a:off x="291132" y="1800928"/>
              <a:ext cx="270729" cy="373137"/>
            </a:xfrm>
            <a:prstGeom prst="rect">
              <a:avLst/>
            </a:prstGeom>
            <a:noFill/>
            <a:ln>
              <a:noFill/>
            </a:ln>
          </p:spPr>
        </p:pic>
      </p:grpSp>
      <p:pic>
        <p:nvPicPr>
          <p:cNvPr id="594" name="Google Shape;594;p24"/>
          <p:cNvPicPr preferRelativeResize="0"/>
          <p:nvPr/>
        </p:nvPicPr>
        <p:blipFill rotWithShape="1">
          <a:blip r:embed="rId4">
            <a:alphaModFix/>
          </a:blip>
          <a:srcRect b="0" l="0" r="0" t="0"/>
          <a:stretch/>
        </p:blipFill>
        <p:spPr>
          <a:xfrm>
            <a:off x="1002563" y="2560751"/>
            <a:ext cx="406225" cy="323174"/>
          </a:xfrm>
          <a:prstGeom prst="rect">
            <a:avLst/>
          </a:prstGeom>
          <a:noFill/>
          <a:ln>
            <a:noFill/>
          </a:ln>
        </p:spPr>
      </p:pic>
      <p:sp>
        <p:nvSpPr>
          <p:cNvPr id="595" name="Google Shape;595;p24"/>
          <p:cNvSpPr txBox="1"/>
          <p:nvPr/>
        </p:nvSpPr>
        <p:spPr>
          <a:xfrm>
            <a:off x="602969" y="3264225"/>
            <a:ext cx="1205400" cy="352500"/>
          </a:xfrm>
          <a:prstGeom prst="rect">
            <a:avLst/>
          </a:prstGeom>
          <a:noFill/>
          <a:ln cap="flat" cmpd="sng" w="7150">
            <a:solidFill>
              <a:srgbClr val="0B5394"/>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700"/>
              <a:buFont typeface="Arial"/>
              <a:buNone/>
            </a:pPr>
            <a:r>
              <a:rPr b="0" i="1" lang="en" sz="800" u="none" cap="none" strike="noStrike">
                <a:solidFill>
                  <a:schemeClr val="dk1"/>
                </a:solidFill>
                <a:latin typeface="Nunito"/>
                <a:ea typeface="Nunito"/>
                <a:cs typeface="Nunito"/>
                <a:sym typeface="Nunito"/>
              </a:rPr>
              <a:t>SSO / OAuth 2.0 / RBAC Authentication</a:t>
            </a:r>
            <a:endParaRPr b="0" i="1" sz="800" u="none" cap="none" strike="noStrike">
              <a:solidFill>
                <a:schemeClr val="dk1"/>
              </a:solidFill>
              <a:latin typeface="Nunito"/>
              <a:ea typeface="Nunito"/>
              <a:cs typeface="Nunito"/>
              <a:sym typeface="Nunito"/>
            </a:endParaRPr>
          </a:p>
        </p:txBody>
      </p:sp>
      <p:grpSp>
        <p:nvGrpSpPr>
          <p:cNvPr id="596" name="Google Shape;596;p24"/>
          <p:cNvGrpSpPr/>
          <p:nvPr/>
        </p:nvGrpSpPr>
        <p:grpSpPr>
          <a:xfrm>
            <a:off x="441962" y="3819188"/>
            <a:ext cx="1455369" cy="223560"/>
            <a:chOff x="688817" y="4271378"/>
            <a:chExt cx="1699205" cy="322550"/>
          </a:xfrm>
        </p:grpSpPr>
        <p:sp>
          <p:nvSpPr>
            <p:cNvPr id="597" name="Google Shape;597;p24"/>
            <p:cNvSpPr/>
            <p:nvPr/>
          </p:nvSpPr>
          <p:spPr>
            <a:xfrm>
              <a:off x="995122" y="4281929"/>
              <a:ext cx="1392900" cy="312000"/>
            </a:xfrm>
            <a:prstGeom prst="roundRect">
              <a:avLst>
                <a:gd fmla="val 16667" name="adj"/>
              </a:avLst>
            </a:prstGeom>
            <a:solidFill>
              <a:schemeClr val="lt1"/>
            </a:solidFill>
            <a:ln cap="flat" cmpd="sng" w="14300">
              <a:solidFill>
                <a:schemeClr val="lt1"/>
              </a:solidFill>
              <a:prstDash val="solid"/>
              <a:round/>
              <a:headEnd len="sm" w="sm" type="none"/>
              <a:tailEnd len="sm" w="sm" type="none"/>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1D5A9C"/>
                  </a:solidFill>
                  <a:latin typeface="Nunito"/>
                  <a:ea typeface="Nunito"/>
                  <a:cs typeface="Nunito"/>
                  <a:sym typeface="Nunito"/>
                </a:rPr>
                <a:t>User Interface Layer</a:t>
              </a:r>
              <a:endParaRPr b="1" i="0" sz="900" u="none" cap="none" strike="noStrike">
                <a:solidFill>
                  <a:srgbClr val="1D5A9C"/>
                </a:solidFill>
                <a:latin typeface="Nunito"/>
                <a:ea typeface="Nunito"/>
                <a:cs typeface="Nunito"/>
                <a:sym typeface="Nunito"/>
              </a:endParaRPr>
            </a:p>
          </p:txBody>
        </p:sp>
        <p:pic>
          <p:nvPicPr>
            <p:cNvPr id="598" name="Google Shape;598;p24"/>
            <p:cNvPicPr preferRelativeResize="0"/>
            <p:nvPr/>
          </p:nvPicPr>
          <p:blipFill rotWithShape="1">
            <a:blip r:embed="rId5">
              <a:alphaModFix/>
            </a:blip>
            <a:srcRect b="0" l="0" r="0" t="0"/>
            <a:stretch/>
          </p:blipFill>
          <p:spPr>
            <a:xfrm>
              <a:off x="688817" y="4271378"/>
              <a:ext cx="281231" cy="312004"/>
            </a:xfrm>
            <a:prstGeom prst="rect">
              <a:avLst/>
            </a:prstGeom>
            <a:noFill/>
            <a:ln>
              <a:noFill/>
            </a:ln>
          </p:spPr>
        </p:pic>
      </p:grpSp>
      <p:pic>
        <p:nvPicPr>
          <p:cNvPr id="599" name="Google Shape;599;p24"/>
          <p:cNvPicPr preferRelativeResize="0"/>
          <p:nvPr/>
        </p:nvPicPr>
        <p:blipFill rotWithShape="1">
          <a:blip r:embed="rId6">
            <a:alphaModFix/>
          </a:blip>
          <a:srcRect b="0" l="0" r="0" t="0"/>
          <a:stretch/>
        </p:blipFill>
        <p:spPr>
          <a:xfrm>
            <a:off x="582825" y="2566302"/>
            <a:ext cx="204800" cy="184800"/>
          </a:xfrm>
          <a:prstGeom prst="rect">
            <a:avLst/>
          </a:prstGeom>
          <a:noFill/>
          <a:ln>
            <a:noFill/>
          </a:ln>
        </p:spPr>
      </p:pic>
      <p:grpSp>
        <p:nvGrpSpPr>
          <p:cNvPr id="600" name="Google Shape;600;p24"/>
          <p:cNvGrpSpPr/>
          <p:nvPr/>
        </p:nvGrpSpPr>
        <p:grpSpPr>
          <a:xfrm>
            <a:off x="2591278" y="726324"/>
            <a:ext cx="1323318" cy="554186"/>
            <a:chOff x="4239949" y="1667450"/>
            <a:chExt cx="2025900" cy="842100"/>
          </a:xfrm>
        </p:grpSpPr>
        <p:sp>
          <p:nvSpPr>
            <p:cNvPr id="601" name="Google Shape;601;p24"/>
            <p:cNvSpPr txBox="1"/>
            <p:nvPr/>
          </p:nvSpPr>
          <p:spPr>
            <a:xfrm>
              <a:off x="4239949" y="1667450"/>
              <a:ext cx="2025900" cy="842100"/>
            </a:xfrm>
            <a:prstGeom prst="rect">
              <a:avLst/>
            </a:prstGeom>
            <a:noFill/>
            <a:ln cap="flat" cmpd="sng" w="7150">
              <a:solidFill>
                <a:srgbClr val="0B5394"/>
              </a:solidFill>
              <a:prstDash val="solid"/>
              <a:round/>
              <a:headEnd len="sm" w="sm" type="none"/>
              <a:tailEnd len="sm" w="sm" type="none"/>
            </a:ln>
          </p:spPr>
          <p:txBody>
            <a:bodyPr anchorCtr="0" anchor="ctr" bIns="91425" lIns="91425" spcFirstLastPara="1" rIns="91425" wrap="square" tIns="91425">
              <a:spAutoFit/>
            </a:bodyPr>
            <a:lstStyle/>
            <a:p>
              <a:pPr indent="0" lvl="0" marL="0" marR="0" rtl="0" algn="r">
                <a:lnSpc>
                  <a:spcPct val="100000"/>
                </a:lnSpc>
                <a:spcBef>
                  <a:spcPts val="0"/>
                </a:spcBef>
                <a:spcAft>
                  <a:spcPts val="0"/>
                </a:spcAft>
                <a:buClr>
                  <a:srgbClr val="000000"/>
                </a:buClr>
                <a:buSzPts val="800"/>
                <a:buFont typeface="Arial"/>
                <a:buNone/>
              </a:pPr>
              <a:r>
                <a:rPr b="1" lang="en" sz="800">
                  <a:solidFill>
                    <a:srgbClr val="1D5A9C"/>
                  </a:solidFill>
                  <a:latin typeface="Nunito"/>
                  <a:ea typeface="Nunito"/>
                  <a:cs typeface="Nunito"/>
                  <a:sym typeface="Nunito"/>
                </a:rPr>
                <a:t>JSON </a:t>
              </a:r>
              <a:endParaRPr b="1" sz="800">
                <a:solidFill>
                  <a:srgbClr val="1D5A9C"/>
                </a:solidFill>
                <a:latin typeface="Nunito"/>
                <a:ea typeface="Nunito"/>
                <a:cs typeface="Nunito"/>
                <a:sym typeface="Nunito"/>
              </a:endParaRPr>
            </a:p>
            <a:p>
              <a:pPr indent="0" lvl="0" marL="0" marR="0" rtl="0" algn="r">
                <a:lnSpc>
                  <a:spcPct val="100000"/>
                </a:lnSpc>
                <a:spcBef>
                  <a:spcPts val="0"/>
                </a:spcBef>
                <a:spcAft>
                  <a:spcPts val="0"/>
                </a:spcAft>
                <a:buClr>
                  <a:srgbClr val="000000"/>
                </a:buClr>
                <a:buSzPts val="800"/>
                <a:buFont typeface="Arial"/>
                <a:buNone/>
              </a:pPr>
              <a:r>
                <a:rPr b="1" lang="en" sz="800">
                  <a:solidFill>
                    <a:srgbClr val="1D5A9C"/>
                  </a:solidFill>
                  <a:latin typeface="Nunito"/>
                  <a:ea typeface="Nunito"/>
                  <a:cs typeface="Nunito"/>
                  <a:sym typeface="Nunito"/>
                </a:rPr>
                <a:t>Web Tokens</a:t>
              </a:r>
              <a:endParaRPr b="1" sz="800">
                <a:solidFill>
                  <a:srgbClr val="1D5A9C"/>
                </a:solidFill>
                <a:latin typeface="Nunito"/>
                <a:ea typeface="Nunito"/>
                <a:cs typeface="Nunito"/>
                <a:sym typeface="Nunito"/>
              </a:endParaRPr>
            </a:p>
            <a:p>
              <a:pPr indent="0" lvl="0" marL="0" marR="0" rtl="0" algn="r">
                <a:lnSpc>
                  <a:spcPct val="100000"/>
                </a:lnSpc>
                <a:spcBef>
                  <a:spcPts val="0"/>
                </a:spcBef>
                <a:spcAft>
                  <a:spcPts val="0"/>
                </a:spcAft>
                <a:buClr>
                  <a:srgbClr val="000000"/>
                </a:buClr>
                <a:buSzPts val="800"/>
                <a:buFont typeface="Arial"/>
                <a:buNone/>
              </a:pPr>
              <a:r>
                <a:rPr b="1" lang="en" sz="800">
                  <a:solidFill>
                    <a:srgbClr val="1D5A9C"/>
                  </a:solidFill>
                  <a:latin typeface="Nunito"/>
                  <a:ea typeface="Nunito"/>
                  <a:cs typeface="Nunito"/>
                  <a:sym typeface="Nunito"/>
                </a:rPr>
                <a:t>Validated</a:t>
              </a:r>
              <a:endParaRPr b="1" sz="800">
                <a:solidFill>
                  <a:srgbClr val="1D5A9C"/>
                </a:solidFill>
                <a:latin typeface="Nunito"/>
                <a:ea typeface="Nunito"/>
                <a:cs typeface="Nunito"/>
                <a:sym typeface="Nunito"/>
              </a:endParaRPr>
            </a:p>
          </p:txBody>
        </p:sp>
        <p:pic>
          <p:nvPicPr>
            <p:cNvPr id="602" name="Google Shape;602;p24"/>
            <p:cNvPicPr preferRelativeResize="0"/>
            <p:nvPr/>
          </p:nvPicPr>
          <p:blipFill rotWithShape="1">
            <a:blip r:embed="rId7">
              <a:alphaModFix/>
            </a:blip>
            <a:srcRect b="0" l="41110" r="0" t="0"/>
            <a:stretch/>
          </p:blipFill>
          <p:spPr>
            <a:xfrm>
              <a:off x="4417057" y="1921526"/>
              <a:ext cx="661863" cy="351300"/>
            </a:xfrm>
            <a:prstGeom prst="rect">
              <a:avLst/>
            </a:prstGeom>
            <a:noFill/>
            <a:ln>
              <a:noFill/>
            </a:ln>
          </p:spPr>
        </p:pic>
      </p:grpSp>
      <p:sp>
        <p:nvSpPr>
          <p:cNvPr id="603" name="Google Shape;603;p24"/>
          <p:cNvSpPr/>
          <p:nvPr/>
        </p:nvSpPr>
        <p:spPr>
          <a:xfrm>
            <a:off x="159275" y="890150"/>
            <a:ext cx="2092800" cy="1290300"/>
          </a:xfrm>
          <a:prstGeom prst="rect">
            <a:avLst/>
          </a:prstGeom>
          <a:noFill/>
          <a:ln cap="flat" cmpd="sng" w="7150">
            <a:solidFill>
              <a:srgbClr val="0B5394"/>
            </a:solidFill>
            <a:prstDash val="dash"/>
            <a:round/>
            <a:headEnd len="sm" w="sm" type="none"/>
            <a:tailEnd len="sm" w="sm" type="none"/>
          </a:ln>
        </p:spPr>
        <p:txBody>
          <a:bodyPr anchorCtr="0" anchor="ctr" bIns="91425" lIns="91425" spcFirstLastPara="1" rIns="91425" wrap="square" tIns="91425">
            <a:noAutofit/>
          </a:bodyPr>
          <a:lstStyle/>
          <a:p>
            <a:pPr indent="0" lvl="0" marL="0" rtl="0" algn="l">
              <a:lnSpc>
                <a:spcPct val="100000"/>
              </a:lnSpc>
              <a:spcBef>
                <a:spcPts val="1100"/>
              </a:spcBef>
              <a:spcAft>
                <a:spcPts val="0"/>
              </a:spcAft>
              <a:buClr>
                <a:schemeClr val="dk1"/>
              </a:buClr>
              <a:buSzPts val="800"/>
              <a:buFont typeface="Arial"/>
              <a:buNone/>
            </a:pPr>
            <a:r>
              <a:rPr b="1" i="1" lang="en" sz="800">
                <a:solidFill>
                  <a:schemeClr val="dk1"/>
                </a:solidFill>
                <a:latin typeface="Nunito"/>
                <a:ea typeface="Nunito"/>
                <a:cs typeface="Nunito"/>
                <a:sym typeface="Nunito"/>
              </a:rPr>
              <a:t>Policy-Driven Prompt Routing Logic→</a:t>
            </a:r>
            <a:r>
              <a:rPr i="1" lang="en" sz="800">
                <a:solidFill>
                  <a:schemeClr val="dk1"/>
                </a:solidFill>
                <a:latin typeface="Nunito"/>
                <a:ea typeface="Nunito"/>
                <a:cs typeface="Nunito"/>
                <a:sym typeface="Nunito"/>
              </a:rPr>
              <a:t>  </a:t>
            </a:r>
            <a:endParaRPr i="1" sz="800">
              <a:solidFill>
                <a:schemeClr val="dk1"/>
              </a:solidFill>
              <a:latin typeface="Nunito"/>
              <a:ea typeface="Nunito"/>
              <a:cs typeface="Nunito"/>
              <a:sym typeface="Nunito"/>
            </a:endParaRPr>
          </a:p>
          <a:p>
            <a:pPr indent="0" lvl="0" marL="0" rtl="0" algn="l">
              <a:lnSpc>
                <a:spcPct val="100000"/>
              </a:lnSpc>
              <a:spcBef>
                <a:spcPts val="300"/>
              </a:spcBef>
              <a:spcAft>
                <a:spcPts val="300"/>
              </a:spcAft>
              <a:buClr>
                <a:schemeClr val="dk1"/>
              </a:buClr>
              <a:buSzPts val="800"/>
              <a:buFont typeface="Arial"/>
              <a:buNone/>
            </a:pPr>
            <a:r>
              <a:rPr i="1" lang="en" sz="800">
                <a:solidFill>
                  <a:schemeClr val="dk1"/>
                </a:solidFill>
                <a:latin typeface="Nunito"/>
                <a:ea typeface="Nunito"/>
                <a:cs typeface="Nunito"/>
                <a:sym typeface="Nunito"/>
              </a:rPr>
              <a:t>- Role and department from JWT determine query permissions.                             - Mapping tables: User_id, role, permission, object, vector namespace</a:t>
            </a:r>
            <a:br>
              <a:rPr i="1" lang="en" sz="800">
                <a:solidFill>
                  <a:schemeClr val="dk1"/>
                </a:solidFill>
                <a:latin typeface="Nunito"/>
                <a:ea typeface="Nunito"/>
                <a:cs typeface="Nunito"/>
                <a:sym typeface="Nunito"/>
              </a:rPr>
            </a:br>
            <a:r>
              <a:rPr i="1" lang="en" sz="800">
                <a:solidFill>
                  <a:schemeClr val="dk1"/>
                </a:solidFill>
                <a:latin typeface="Nunito"/>
                <a:ea typeface="Nunito"/>
                <a:cs typeface="Nunito"/>
                <a:sym typeface="Nunito"/>
              </a:rPr>
              <a:t>- Department GPTs use isolated Pinecone namespaces</a:t>
            </a:r>
            <a:br>
              <a:rPr i="1" lang="en" sz="800">
                <a:solidFill>
                  <a:schemeClr val="dk1"/>
                </a:solidFill>
                <a:latin typeface="Nunito"/>
                <a:ea typeface="Nunito"/>
                <a:cs typeface="Nunito"/>
                <a:sym typeface="Nunito"/>
              </a:rPr>
            </a:br>
            <a:r>
              <a:rPr i="1" lang="en" sz="800">
                <a:solidFill>
                  <a:schemeClr val="dk1"/>
                </a:solidFill>
                <a:latin typeface="Nunito"/>
                <a:ea typeface="Nunito"/>
                <a:cs typeface="Nunito"/>
                <a:sym typeface="Nunito"/>
              </a:rPr>
              <a:t>- Trusted external fallback if no internal answe</a:t>
            </a:r>
            <a:r>
              <a:rPr lang="en" sz="800">
                <a:solidFill>
                  <a:schemeClr val="dk1"/>
                </a:solidFill>
              </a:rPr>
              <a:t>r</a:t>
            </a:r>
            <a:endParaRPr sz="800">
              <a:solidFill>
                <a:schemeClr val="dk1"/>
              </a:solidFill>
            </a:endParaRPr>
          </a:p>
        </p:txBody>
      </p:sp>
      <p:sp>
        <p:nvSpPr>
          <p:cNvPr id="604" name="Google Shape;604;p24"/>
          <p:cNvSpPr/>
          <p:nvPr/>
        </p:nvSpPr>
        <p:spPr>
          <a:xfrm>
            <a:off x="2533584" y="1981856"/>
            <a:ext cx="759000" cy="239700"/>
          </a:xfrm>
          <a:prstGeom prst="rect">
            <a:avLst/>
          </a:prstGeom>
          <a:noFill/>
          <a:ln cap="flat" cmpd="sng" w="7150">
            <a:solidFill>
              <a:srgbClr val="0B5394"/>
            </a:solidFill>
            <a:prstDash val="solid"/>
            <a:round/>
            <a:headEnd len="sm" w="sm" type="none"/>
            <a:tailEnd len="sm" w="sm" type="none"/>
          </a:ln>
        </p:spPr>
        <p:txBody>
          <a:bodyPr anchorCtr="0" anchor="ctr" bIns="91425" lIns="91425" spcFirstLastPara="1" rIns="91425" wrap="square" tIns="91425">
            <a:noAutofit/>
          </a:bodyPr>
          <a:lstStyle/>
          <a:p>
            <a:pPr indent="0" lvl="1" marL="0" marR="0" rtl="0" algn="ctr">
              <a:lnSpc>
                <a:spcPct val="100000"/>
              </a:lnSpc>
              <a:spcBef>
                <a:spcPts val="0"/>
              </a:spcBef>
              <a:spcAft>
                <a:spcPts val="0"/>
              </a:spcAft>
              <a:buClr>
                <a:srgbClr val="000000"/>
              </a:buClr>
              <a:buSzPts val="800"/>
              <a:buFont typeface="Arial"/>
              <a:buNone/>
            </a:pPr>
            <a:r>
              <a:rPr b="1" lang="en" sz="900">
                <a:solidFill>
                  <a:srgbClr val="1D5A9C"/>
                </a:solidFill>
                <a:latin typeface="Nunito"/>
                <a:ea typeface="Nunito"/>
                <a:cs typeface="Nunito"/>
                <a:sym typeface="Nunito"/>
              </a:rPr>
              <a:t>Admin</a:t>
            </a:r>
            <a:endParaRPr b="1" i="0" sz="800" u="none" cap="none" strike="noStrike">
              <a:solidFill>
                <a:schemeClr val="dk1"/>
              </a:solidFill>
              <a:latin typeface="Nunito"/>
              <a:ea typeface="Nunito"/>
              <a:cs typeface="Nunito"/>
              <a:sym typeface="Nunito"/>
            </a:endParaRPr>
          </a:p>
        </p:txBody>
      </p:sp>
      <p:sp>
        <p:nvSpPr>
          <p:cNvPr id="605" name="Google Shape;605;p24"/>
          <p:cNvSpPr/>
          <p:nvPr/>
        </p:nvSpPr>
        <p:spPr>
          <a:xfrm>
            <a:off x="2465200" y="1832050"/>
            <a:ext cx="909600" cy="2890500"/>
          </a:xfrm>
          <a:prstGeom prst="rect">
            <a:avLst/>
          </a:prstGeom>
          <a:noFill/>
          <a:ln cap="flat" cmpd="sng" w="7150">
            <a:solidFill>
              <a:srgbClr val="1D5A9C"/>
            </a:solidFill>
            <a:prstDash val="dash"/>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t/>
            </a:r>
            <a:endParaRPr sz="1100"/>
          </a:p>
        </p:txBody>
      </p:sp>
      <p:sp>
        <p:nvSpPr>
          <p:cNvPr id="606" name="Google Shape;606;p24"/>
          <p:cNvSpPr/>
          <p:nvPr/>
        </p:nvSpPr>
        <p:spPr>
          <a:xfrm>
            <a:off x="2533622" y="2461378"/>
            <a:ext cx="759000" cy="352500"/>
          </a:xfrm>
          <a:prstGeom prst="rect">
            <a:avLst/>
          </a:prstGeom>
          <a:noFill/>
          <a:ln cap="flat" cmpd="sng" w="7150">
            <a:solidFill>
              <a:srgbClr val="0B5394"/>
            </a:solidFill>
            <a:prstDash val="solid"/>
            <a:round/>
            <a:headEnd len="sm" w="sm" type="none"/>
            <a:tailEnd len="sm" w="sm" type="none"/>
          </a:ln>
        </p:spPr>
        <p:txBody>
          <a:bodyPr anchorCtr="0" anchor="ctr" bIns="91425" lIns="91425" spcFirstLastPara="1" rIns="91425" wrap="square" tIns="91425">
            <a:noAutofit/>
          </a:bodyPr>
          <a:lstStyle/>
          <a:p>
            <a:pPr indent="0" lvl="1" marL="0" marR="0" rtl="0" algn="ctr">
              <a:lnSpc>
                <a:spcPct val="100000"/>
              </a:lnSpc>
              <a:spcBef>
                <a:spcPts val="0"/>
              </a:spcBef>
              <a:spcAft>
                <a:spcPts val="0"/>
              </a:spcAft>
              <a:buClr>
                <a:srgbClr val="000000"/>
              </a:buClr>
              <a:buSzPts val="800"/>
              <a:buFont typeface="Arial"/>
              <a:buNone/>
            </a:pPr>
            <a:r>
              <a:rPr b="1" lang="en" sz="900">
                <a:solidFill>
                  <a:srgbClr val="1D5A9C"/>
                </a:solidFill>
                <a:latin typeface="Nunito"/>
                <a:ea typeface="Nunito"/>
                <a:cs typeface="Nunito"/>
                <a:sym typeface="Nunito"/>
              </a:rPr>
              <a:t>Content Manager</a:t>
            </a:r>
            <a:endParaRPr b="1" i="0" sz="800" u="none" cap="none" strike="noStrike">
              <a:solidFill>
                <a:schemeClr val="dk1"/>
              </a:solidFill>
              <a:latin typeface="Nunito"/>
              <a:ea typeface="Nunito"/>
              <a:cs typeface="Nunito"/>
              <a:sym typeface="Nunito"/>
            </a:endParaRPr>
          </a:p>
        </p:txBody>
      </p:sp>
      <p:sp>
        <p:nvSpPr>
          <p:cNvPr id="607" name="Google Shape;607;p24"/>
          <p:cNvSpPr/>
          <p:nvPr/>
        </p:nvSpPr>
        <p:spPr>
          <a:xfrm>
            <a:off x="2533575" y="3049013"/>
            <a:ext cx="759000" cy="352500"/>
          </a:xfrm>
          <a:prstGeom prst="rect">
            <a:avLst/>
          </a:prstGeom>
          <a:noFill/>
          <a:ln cap="flat" cmpd="sng" w="7150">
            <a:solidFill>
              <a:srgbClr val="0B5394"/>
            </a:solidFill>
            <a:prstDash val="solid"/>
            <a:round/>
            <a:headEnd len="sm" w="sm" type="none"/>
            <a:tailEnd len="sm" w="sm" type="none"/>
          </a:ln>
        </p:spPr>
        <p:txBody>
          <a:bodyPr anchorCtr="0" anchor="ctr" bIns="91425" lIns="91425" spcFirstLastPara="1" rIns="91425" wrap="square" tIns="91425">
            <a:noAutofit/>
          </a:bodyPr>
          <a:lstStyle/>
          <a:p>
            <a:pPr indent="0" lvl="1" marL="0" marR="0" rtl="0" algn="ctr">
              <a:lnSpc>
                <a:spcPct val="100000"/>
              </a:lnSpc>
              <a:spcBef>
                <a:spcPts val="0"/>
              </a:spcBef>
              <a:spcAft>
                <a:spcPts val="0"/>
              </a:spcAft>
              <a:buClr>
                <a:srgbClr val="000000"/>
              </a:buClr>
              <a:buSzPts val="800"/>
              <a:buFont typeface="Arial"/>
              <a:buNone/>
            </a:pPr>
            <a:r>
              <a:rPr b="1" lang="en" sz="900">
                <a:solidFill>
                  <a:srgbClr val="1D5A9C"/>
                </a:solidFill>
                <a:latin typeface="Nunito"/>
                <a:ea typeface="Nunito"/>
                <a:cs typeface="Nunito"/>
                <a:sym typeface="Nunito"/>
              </a:rPr>
              <a:t>Business User</a:t>
            </a:r>
            <a:endParaRPr b="1" i="0" sz="800" u="none" cap="none" strike="noStrike">
              <a:solidFill>
                <a:schemeClr val="dk1"/>
              </a:solidFill>
              <a:latin typeface="Nunito"/>
              <a:ea typeface="Nunito"/>
              <a:cs typeface="Nunito"/>
              <a:sym typeface="Nunito"/>
            </a:endParaRPr>
          </a:p>
        </p:txBody>
      </p:sp>
      <p:cxnSp>
        <p:nvCxnSpPr>
          <p:cNvPr id="608" name="Google Shape;608;p24"/>
          <p:cNvCxnSpPr>
            <a:stCxn id="601" idx="1"/>
            <a:endCxn id="603" idx="0"/>
          </p:cNvCxnSpPr>
          <p:nvPr/>
        </p:nvCxnSpPr>
        <p:spPr>
          <a:xfrm rot="10800000">
            <a:off x="1205578" y="890017"/>
            <a:ext cx="1385700" cy="113400"/>
          </a:xfrm>
          <a:prstGeom prst="bentConnector4">
            <a:avLst>
              <a:gd fmla="val 12239" name="adj1"/>
              <a:gd fmla="val 309870" name="adj2"/>
            </a:avLst>
          </a:prstGeom>
          <a:noFill/>
          <a:ln cap="flat" cmpd="sng" w="7150">
            <a:solidFill>
              <a:srgbClr val="0B5394"/>
            </a:solidFill>
            <a:prstDash val="dash"/>
            <a:round/>
            <a:headEnd len="sm" w="sm" type="triangle"/>
            <a:tailEnd len="med" w="med" type="triangle"/>
          </a:ln>
        </p:spPr>
      </p:cxnSp>
      <p:sp>
        <p:nvSpPr>
          <p:cNvPr id="609" name="Google Shape;609;p24"/>
          <p:cNvSpPr txBox="1"/>
          <p:nvPr/>
        </p:nvSpPr>
        <p:spPr>
          <a:xfrm>
            <a:off x="3914592" y="2289242"/>
            <a:ext cx="1477800" cy="431100"/>
          </a:xfrm>
          <a:prstGeom prst="rect">
            <a:avLst/>
          </a:prstGeom>
          <a:noFill/>
          <a:ln cap="flat" cmpd="sng" w="7150">
            <a:solidFill>
              <a:srgbClr val="0B5394"/>
            </a:solidFill>
            <a:prstDash val="solid"/>
            <a:round/>
            <a:headEnd len="sm" w="sm" type="none"/>
            <a:tailEnd len="sm" w="sm" type="none"/>
          </a:ln>
        </p:spPr>
        <p:txBody>
          <a:bodyPr anchorCtr="0" anchor="ctr" bIns="91425" lIns="91425" spcFirstLastPara="1" rIns="91425" wrap="square" tIns="91425">
            <a:spAutoFit/>
          </a:bodyPr>
          <a:lstStyle/>
          <a:p>
            <a:pPr indent="0" lvl="0" marL="0" marR="0" rtl="0" algn="r">
              <a:lnSpc>
                <a:spcPct val="100000"/>
              </a:lnSpc>
              <a:spcBef>
                <a:spcPts val="0"/>
              </a:spcBef>
              <a:spcAft>
                <a:spcPts val="0"/>
              </a:spcAft>
              <a:buClr>
                <a:srgbClr val="000000"/>
              </a:buClr>
              <a:buSzPts val="800"/>
              <a:buFont typeface="Arial"/>
              <a:buNone/>
            </a:pPr>
            <a:r>
              <a:rPr b="1" i="0" lang="en" sz="800" u="none" cap="none" strike="noStrike">
                <a:solidFill>
                  <a:srgbClr val="1D5A9C"/>
                </a:solidFill>
                <a:latin typeface="Nunito"/>
                <a:ea typeface="Nunito"/>
                <a:cs typeface="Nunito"/>
                <a:sym typeface="Nunito"/>
              </a:rPr>
              <a:t>Agent Orchestrator </a:t>
            </a:r>
            <a:endParaRPr b="1" i="0" sz="800" u="none" cap="none" strike="noStrike">
              <a:solidFill>
                <a:srgbClr val="1D5A9C"/>
              </a:solidFill>
              <a:latin typeface="Nunito"/>
              <a:ea typeface="Nunito"/>
              <a:cs typeface="Nunito"/>
              <a:sym typeface="Nunito"/>
            </a:endParaRPr>
          </a:p>
          <a:p>
            <a:pPr indent="0" lvl="0" marL="0" marR="0" rtl="0" algn="r">
              <a:lnSpc>
                <a:spcPct val="100000"/>
              </a:lnSpc>
              <a:spcBef>
                <a:spcPts val="0"/>
              </a:spcBef>
              <a:spcAft>
                <a:spcPts val="0"/>
              </a:spcAft>
              <a:buClr>
                <a:srgbClr val="000000"/>
              </a:buClr>
              <a:buSzPts val="800"/>
              <a:buFont typeface="Arial"/>
              <a:buNone/>
            </a:pPr>
            <a:r>
              <a:rPr b="1" i="0" lang="en" sz="800" u="none" cap="none" strike="noStrike">
                <a:solidFill>
                  <a:srgbClr val="1D5A9C"/>
                </a:solidFill>
                <a:latin typeface="Nunito"/>
                <a:ea typeface="Nunito"/>
                <a:cs typeface="Nunito"/>
                <a:sym typeface="Nunito"/>
              </a:rPr>
              <a:t>(Agentic AI) </a:t>
            </a:r>
            <a:endParaRPr b="0" i="0" sz="1400" u="none" cap="none" strike="noStrike">
              <a:solidFill>
                <a:srgbClr val="1D5A9C"/>
              </a:solidFill>
              <a:latin typeface="Arial"/>
              <a:ea typeface="Arial"/>
              <a:cs typeface="Arial"/>
              <a:sym typeface="Arial"/>
            </a:endParaRPr>
          </a:p>
        </p:txBody>
      </p:sp>
      <p:pic>
        <p:nvPicPr>
          <p:cNvPr id="610" name="Google Shape;610;p24"/>
          <p:cNvPicPr preferRelativeResize="0"/>
          <p:nvPr/>
        </p:nvPicPr>
        <p:blipFill rotWithShape="1">
          <a:blip r:embed="rId8">
            <a:alphaModFix/>
          </a:blip>
          <a:srcRect b="0" l="0" r="0" t="0"/>
          <a:stretch/>
        </p:blipFill>
        <p:spPr>
          <a:xfrm>
            <a:off x="3929944" y="2311399"/>
            <a:ext cx="384291" cy="394436"/>
          </a:xfrm>
          <a:prstGeom prst="rect">
            <a:avLst/>
          </a:prstGeom>
          <a:noFill/>
          <a:ln>
            <a:noFill/>
          </a:ln>
        </p:spPr>
      </p:pic>
      <p:sp>
        <p:nvSpPr>
          <p:cNvPr id="611" name="Google Shape;611;p24"/>
          <p:cNvSpPr/>
          <p:nvPr/>
        </p:nvSpPr>
        <p:spPr>
          <a:xfrm>
            <a:off x="6053050" y="1254149"/>
            <a:ext cx="950100" cy="295800"/>
          </a:xfrm>
          <a:prstGeom prst="rect">
            <a:avLst/>
          </a:prstGeom>
          <a:solidFill>
            <a:srgbClr val="EBF7FF"/>
          </a:solidFill>
          <a:ln cap="flat" cmpd="sng" w="7150">
            <a:solidFill>
              <a:srgbClr val="0062A5"/>
            </a:solidFill>
            <a:prstDash val="solid"/>
            <a:round/>
            <a:headEnd len="sm" w="sm" type="none"/>
            <a:tailEnd len="sm" w="sm" type="none"/>
          </a:ln>
        </p:spPr>
        <p:txBody>
          <a:bodyPr anchorCtr="0" anchor="ctr" bIns="91425" lIns="91425" spcFirstLastPara="1" rIns="91425" wrap="square" tIns="91425">
            <a:noAutofit/>
          </a:bodyPr>
          <a:lstStyle/>
          <a:p>
            <a:pPr indent="0" lvl="1" marL="0" marR="0" rtl="0" algn="ctr">
              <a:lnSpc>
                <a:spcPct val="100000"/>
              </a:lnSpc>
              <a:spcBef>
                <a:spcPts val="0"/>
              </a:spcBef>
              <a:spcAft>
                <a:spcPts val="0"/>
              </a:spcAft>
              <a:buClr>
                <a:srgbClr val="000000"/>
              </a:buClr>
              <a:buSzPts val="800"/>
              <a:buFont typeface="Arial"/>
              <a:buNone/>
            </a:pPr>
            <a:r>
              <a:rPr b="1" lang="en" sz="900">
                <a:solidFill>
                  <a:srgbClr val="1D5A9C"/>
                </a:solidFill>
                <a:latin typeface="Nunito"/>
                <a:ea typeface="Nunito"/>
                <a:cs typeface="Nunito"/>
                <a:sym typeface="Nunito"/>
              </a:rPr>
              <a:t>Departments</a:t>
            </a:r>
            <a:endParaRPr b="1" i="0" sz="800" u="none" cap="none" strike="noStrike">
              <a:solidFill>
                <a:schemeClr val="dk1"/>
              </a:solidFill>
              <a:latin typeface="Nunito"/>
              <a:ea typeface="Nunito"/>
              <a:cs typeface="Nunito"/>
              <a:sym typeface="Nunito"/>
            </a:endParaRPr>
          </a:p>
        </p:txBody>
      </p:sp>
      <p:sp>
        <p:nvSpPr>
          <p:cNvPr id="612" name="Google Shape;612;p24"/>
          <p:cNvSpPr/>
          <p:nvPr/>
        </p:nvSpPr>
        <p:spPr>
          <a:xfrm>
            <a:off x="2533575" y="4277638"/>
            <a:ext cx="759000" cy="352500"/>
          </a:xfrm>
          <a:prstGeom prst="rect">
            <a:avLst/>
          </a:prstGeom>
          <a:noFill/>
          <a:ln cap="flat" cmpd="sng" w="7150">
            <a:solidFill>
              <a:srgbClr val="1D5A9C"/>
            </a:solidFill>
            <a:prstDash val="solid"/>
            <a:round/>
            <a:headEnd len="sm" w="sm" type="none"/>
            <a:tailEnd len="sm" w="sm" type="none"/>
          </a:ln>
        </p:spPr>
        <p:txBody>
          <a:bodyPr anchorCtr="0" anchor="ctr" bIns="91425" lIns="91425" spcFirstLastPara="1" rIns="91425" wrap="square" tIns="91425">
            <a:noAutofit/>
          </a:bodyPr>
          <a:lstStyle/>
          <a:p>
            <a:pPr indent="0" lvl="1" marL="0" marR="0" rtl="0" algn="ctr">
              <a:lnSpc>
                <a:spcPct val="100000"/>
              </a:lnSpc>
              <a:spcBef>
                <a:spcPts val="0"/>
              </a:spcBef>
              <a:spcAft>
                <a:spcPts val="0"/>
              </a:spcAft>
              <a:buClr>
                <a:srgbClr val="000000"/>
              </a:buClr>
              <a:buSzPts val="800"/>
              <a:buFont typeface="Arial"/>
              <a:buNone/>
            </a:pPr>
            <a:r>
              <a:rPr b="1" lang="en" sz="900">
                <a:solidFill>
                  <a:srgbClr val="1D5A9C"/>
                </a:solidFill>
                <a:latin typeface="Nunito"/>
                <a:ea typeface="Nunito"/>
                <a:cs typeface="Nunito"/>
                <a:sym typeface="Nunito"/>
              </a:rPr>
              <a:t>Nth Role</a:t>
            </a:r>
            <a:endParaRPr b="1" i="0" sz="800" u="none" cap="none" strike="noStrike">
              <a:solidFill>
                <a:schemeClr val="dk1"/>
              </a:solidFill>
              <a:latin typeface="Nunito"/>
              <a:ea typeface="Nunito"/>
              <a:cs typeface="Nunito"/>
              <a:sym typeface="Nunito"/>
            </a:endParaRPr>
          </a:p>
        </p:txBody>
      </p:sp>
      <p:cxnSp>
        <p:nvCxnSpPr>
          <p:cNvPr id="613" name="Google Shape;613;p24"/>
          <p:cNvCxnSpPr/>
          <p:nvPr/>
        </p:nvCxnSpPr>
        <p:spPr>
          <a:xfrm>
            <a:off x="2913038" y="3458738"/>
            <a:ext cx="0" cy="744000"/>
          </a:xfrm>
          <a:prstGeom prst="straightConnector1">
            <a:avLst/>
          </a:prstGeom>
          <a:noFill/>
          <a:ln cap="flat" cmpd="sng" w="21425">
            <a:solidFill>
              <a:schemeClr val="dk2"/>
            </a:solidFill>
            <a:prstDash val="dot"/>
            <a:round/>
            <a:headEnd len="med" w="med" type="none"/>
            <a:tailEnd len="med" w="med" type="none"/>
          </a:ln>
        </p:spPr>
      </p:cxnSp>
      <p:sp>
        <p:nvSpPr>
          <p:cNvPr id="614" name="Google Shape;614;p24"/>
          <p:cNvSpPr/>
          <p:nvPr/>
        </p:nvSpPr>
        <p:spPr>
          <a:xfrm>
            <a:off x="6058249" y="1605825"/>
            <a:ext cx="950100" cy="3116700"/>
          </a:xfrm>
          <a:prstGeom prst="rect">
            <a:avLst/>
          </a:prstGeom>
          <a:noFill/>
          <a:ln cap="flat" cmpd="sng" w="7150">
            <a:solidFill>
              <a:srgbClr val="1D5A9C"/>
            </a:solidFill>
            <a:prstDash val="dash"/>
            <a:round/>
            <a:headEnd len="sm" w="sm" type="none"/>
            <a:tailEnd len="sm" w="sm" type="none"/>
          </a:ln>
        </p:spPr>
        <p:txBody>
          <a:bodyPr anchorCtr="0" anchor="ctr" bIns="45725" lIns="45725" spcFirstLastPara="1" rIns="45725" wrap="square" tIns="45725">
            <a:noAutofit/>
          </a:bodyPr>
          <a:lstStyle/>
          <a:p>
            <a:pPr indent="0" lvl="0" marL="0" marR="0" rtl="0" algn="ctr">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cxnSp>
        <p:nvCxnSpPr>
          <p:cNvPr id="615" name="Google Shape;615;p24"/>
          <p:cNvCxnSpPr/>
          <p:nvPr/>
        </p:nvCxnSpPr>
        <p:spPr>
          <a:xfrm>
            <a:off x="6528099" y="3522913"/>
            <a:ext cx="0" cy="606300"/>
          </a:xfrm>
          <a:prstGeom prst="straightConnector1">
            <a:avLst/>
          </a:prstGeom>
          <a:noFill/>
          <a:ln cap="flat" cmpd="sng" w="21425">
            <a:solidFill>
              <a:schemeClr val="dk1"/>
            </a:solidFill>
            <a:prstDash val="dot"/>
            <a:round/>
            <a:headEnd len="med" w="med" type="none"/>
            <a:tailEnd len="med" w="med" type="none"/>
          </a:ln>
        </p:spPr>
      </p:cxnSp>
      <p:cxnSp>
        <p:nvCxnSpPr>
          <p:cNvPr id="616" name="Google Shape;616;p24"/>
          <p:cNvCxnSpPr>
            <a:stCxn id="590" idx="3"/>
          </p:cNvCxnSpPr>
          <p:nvPr/>
        </p:nvCxnSpPr>
        <p:spPr>
          <a:xfrm>
            <a:off x="1902131" y="3114390"/>
            <a:ext cx="520800" cy="0"/>
          </a:xfrm>
          <a:prstGeom prst="straightConnector1">
            <a:avLst/>
          </a:prstGeom>
          <a:noFill/>
          <a:ln cap="flat" cmpd="sng" w="14300">
            <a:solidFill>
              <a:srgbClr val="1D5A9C"/>
            </a:solidFill>
            <a:prstDash val="solid"/>
            <a:round/>
            <a:headEnd len="med" w="med" type="none"/>
            <a:tailEnd len="med" w="med" type="triangle"/>
          </a:ln>
        </p:spPr>
      </p:cxnSp>
      <p:sp>
        <p:nvSpPr>
          <p:cNvPr id="617" name="Google Shape;617;p24"/>
          <p:cNvSpPr txBox="1"/>
          <p:nvPr/>
        </p:nvSpPr>
        <p:spPr>
          <a:xfrm>
            <a:off x="3926681" y="1712425"/>
            <a:ext cx="1455300" cy="323100"/>
          </a:xfrm>
          <a:prstGeom prst="rect">
            <a:avLst/>
          </a:prstGeom>
          <a:noFill/>
          <a:ln cap="flat" cmpd="sng" w="7150">
            <a:solidFill>
              <a:srgbClr val="0B5394"/>
            </a:solidFill>
            <a:prstDash val="solid"/>
            <a:round/>
            <a:headEnd len="sm" w="sm" type="none"/>
            <a:tailEnd len="sm" w="sm" type="none"/>
          </a:ln>
        </p:spPr>
        <p:txBody>
          <a:bodyPr anchorCtr="0" anchor="ctr"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800"/>
              <a:buFont typeface="Arial"/>
              <a:buNone/>
            </a:pPr>
            <a:r>
              <a:rPr b="1" lang="en" sz="900">
                <a:solidFill>
                  <a:srgbClr val="1D5A9C"/>
                </a:solidFill>
                <a:latin typeface="Nunito"/>
                <a:ea typeface="Nunito"/>
                <a:cs typeface="Nunito"/>
                <a:sym typeface="Nunito"/>
              </a:rPr>
              <a:t>Admin Portal / Chatbot</a:t>
            </a:r>
            <a:endParaRPr b="1" sz="900">
              <a:solidFill>
                <a:srgbClr val="1D5A9C"/>
              </a:solidFill>
              <a:latin typeface="Nunito"/>
              <a:ea typeface="Nunito"/>
              <a:cs typeface="Nunito"/>
              <a:sym typeface="Nunito"/>
            </a:endParaRPr>
          </a:p>
        </p:txBody>
      </p:sp>
      <p:cxnSp>
        <p:nvCxnSpPr>
          <p:cNvPr id="618" name="Google Shape;618;p24"/>
          <p:cNvCxnSpPr>
            <a:stCxn id="617" idx="2"/>
            <a:endCxn id="609" idx="0"/>
          </p:cNvCxnSpPr>
          <p:nvPr/>
        </p:nvCxnSpPr>
        <p:spPr>
          <a:xfrm flipH="1">
            <a:off x="4653431" y="2035525"/>
            <a:ext cx="900" cy="253800"/>
          </a:xfrm>
          <a:prstGeom prst="straightConnector1">
            <a:avLst/>
          </a:prstGeom>
          <a:noFill/>
          <a:ln cap="flat" cmpd="sng" w="14300">
            <a:solidFill>
              <a:srgbClr val="1D5A9C"/>
            </a:solidFill>
            <a:prstDash val="solid"/>
            <a:round/>
            <a:headEnd len="med" w="med" type="none"/>
            <a:tailEnd len="med" w="med" type="triangle"/>
          </a:ln>
        </p:spPr>
      </p:cxnSp>
      <p:sp>
        <p:nvSpPr>
          <p:cNvPr id="619" name="Google Shape;619;p24"/>
          <p:cNvSpPr txBox="1"/>
          <p:nvPr/>
        </p:nvSpPr>
        <p:spPr>
          <a:xfrm>
            <a:off x="6116149" y="2751092"/>
            <a:ext cx="834300" cy="431100"/>
          </a:xfrm>
          <a:prstGeom prst="rect">
            <a:avLst/>
          </a:prstGeom>
          <a:noFill/>
          <a:ln cap="flat" cmpd="sng" w="7150">
            <a:solidFill>
              <a:srgbClr val="0B5394"/>
            </a:solidFill>
            <a:prstDash val="solid"/>
            <a:round/>
            <a:headEnd len="sm" w="sm" type="none"/>
            <a:tailEnd len="sm" w="sm" type="none"/>
          </a:ln>
        </p:spPr>
        <p:txBody>
          <a:bodyPr anchorCtr="0" anchor="ctr"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800"/>
              <a:buFont typeface="Arial"/>
              <a:buNone/>
            </a:pPr>
            <a:r>
              <a:rPr b="1" lang="en" sz="800">
                <a:solidFill>
                  <a:srgbClr val="1D5A9C"/>
                </a:solidFill>
                <a:latin typeface="Nunito"/>
                <a:ea typeface="Nunito"/>
                <a:cs typeface="Nunito"/>
                <a:sym typeface="Nunito"/>
              </a:rPr>
              <a:t>Regulatory Affairs</a:t>
            </a:r>
            <a:endParaRPr b="1" sz="800">
              <a:solidFill>
                <a:srgbClr val="1D5A9C"/>
              </a:solidFill>
              <a:latin typeface="Nunito"/>
              <a:ea typeface="Nunito"/>
              <a:cs typeface="Nunito"/>
              <a:sym typeface="Nunito"/>
            </a:endParaRPr>
          </a:p>
        </p:txBody>
      </p:sp>
      <p:sp>
        <p:nvSpPr>
          <p:cNvPr id="620" name="Google Shape;620;p24"/>
          <p:cNvSpPr txBox="1"/>
          <p:nvPr/>
        </p:nvSpPr>
        <p:spPr>
          <a:xfrm>
            <a:off x="6113224" y="1729628"/>
            <a:ext cx="834300" cy="431100"/>
          </a:xfrm>
          <a:prstGeom prst="rect">
            <a:avLst/>
          </a:prstGeom>
          <a:noFill/>
          <a:ln cap="flat" cmpd="sng" w="7150">
            <a:solidFill>
              <a:srgbClr val="0B5394"/>
            </a:solidFill>
            <a:prstDash val="solid"/>
            <a:round/>
            <a:headEnd len="sm" w="sm" type="none"/>
            <a:tailEnd len="sm" w="sm" type="none"/>
          </a:ln>
        </p:spPr>
        <p:txBody>
          <a:bodyPr anchorCtr="0" anchor="ctr"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800"/>
              <a:buFont typeface="Arial"/>
              <a:buNone/>
            </a:pPr>
            <a:r>
              <a:rPr b="1" lang="en" sz="800">
                <a:solidFill>
                  <a:srgbClr val="1D5A9C"/>
                </a:solidFill>
                <a:latin typeface="Nunito"/>
                <a:ea typeface="Nunito"/>
                <a:cs typeface="Nunito"/>
                <a:sym typeface="Nunito"/>
              </a:rPr>
              <a:t>Pharma-</a:t>
            </a:r>
            <a:endParaRPr b="1" sz="800">
              <a:solidFill>
                <a:srgbClr val="1D5A9C"/>
              </a:solidFill>
              <a:latin typeface="Nunito"/>
              <a:ea typeface="Nunito"/>
              <a:cs typeface="Nunito"/>
              <a:sym typeface="Nunito"/>
            </a:endParaRPr>
          </a:p>
          <a:p>
            <a:pPr indent="0" lvl="0" marL="0" marR="0" rtl="0" algn="ctr">
              <a:lnSpc>
                <a:spcPct val="100000"/>
              </a:lnSpc>
              <a:spcBef>
                <a:spcPts val="0"/>
              </a:spcBef>
              <a:spcAft>
                <a:spcPts val="0"/>
              </a:spcAft>
              <a:buClr>
                <a:srgbClr val="000000"/>
              </a:buClr>
              <a:buSzPts val="800"/>
              <a:buFont typeface="Arial"/>
              <a:buNone/>
            </a:pPr>
            <a:r>
              <a:rPr b="1" lang="en" sz="800">
                <a:solidFill>
                  <a:srgbClr val="1D5A9C"/>
                </a:solidFill>
                <a:latin typeface="Nunito"/>
                <a:ea typeface="Nunito"/>
                <a:cs typeface="Nunito"/>
                <a:sym typeface="Nunito"/>
              </a:rPr>
              <a:t>Research</a:t>
            </a:r>
            <a:endParaRPr b="1" sz="800">
              <a:solidFill>
                <a:srgbClr val="1D5A9C"/>
              </a:solidFill>
              <a:latin typeface="Nunito"/>
              <a:ea typeface="Nunito"/>
              <a:cs typeface="Nunito"/>
              <a:sym typeface="Nunito"/>
            </a:endParaRPr>
          </a:p>
        </p:txBody>
      </p:sp>
      <p:sp>
        <p:nvSpPr>
          <p:cNvPr id="621" name="Google Shape;621;p24"/>
          <p:cNvSpPr/>
          <p:nvPr/>
        </p:nvSpPr>
        <p:spPr>
          <a:xfrm>
            <a:off x="7879825" y="784248"/>
            <a:ext cx="909600" cy="223500"/>
          </a:xfrm>
          <a:prstGeom prst="rect">
            <a:avLst/>
          </a:prstGeom>
          <a:solidFill>
            <a:srgbClr val="EBF7FF"/>
          </a:solidFill>
          <a:ln cap="flat" cmpd="sng" w="9525">
            <a:solidFill>
              <a:srgbClr val="0062A5"/>
            </a:solidFill>
            <a:prstDash val="solid"/>
            <a:round/>
            <a:headEnd len="sm" w="sm" type="none"/>
            <a:tailEnd len="sm" w="sm" type="none"/>
          </a:ln>
        </p:spPr>
        <p:txBody>
          <a:bodyPr anchorCtr="0" anchor="ctr" bIns="91425" lIns="91425" spcFirstLastPara="1" rIns="91425" wrap="square" tIns="91425">
            <a:noAutofit/>
          </a:bodyPr>
          <a:lstStyle/>
          <a:p>
            <a:pPr indent="0" lvl="1" marL="0" marR="0" rtl="0" algn="ctr">
              <a:lnSpc>
                <a:spcPct val="100000"/>
              </a:lnSpc>
              <a:spcBef>
                <a:spcPts val="0"/>
              </a:spcBef>
              <a:spcAft>
                <a:spcPts val="0"/>
              </a:spcAft>
              <a:buClr>
                <a:srgbClr val="000000"/>
              </a:buClr>
              <a:buSzPts val="800"/>
              <a:buFont typeface="Arial"/>
              <a:buNone/>
            </a:pPr>
            <a:r>
              <a:rPr b="1" lang="en" sz="900">
                <a:solidFill>
                  <a:srgbClr val="1D5A9C"/>
                </a:solidFill>
                <a:latin typeface="Nunito"/>
                <a:ea typeface="Nunito"/>
                <a:cs typeface="Nunito"/>
                <a:sym typeface="Nunito"/>
              </a:rPr>
              <a:t>Data Sources</a:t>
            </a:r>
            <a:endParaRPr b="1" i="0" sz="800" u="none" cap="none" strike="noStrike">
              <a:solidFill>
                <a:schemeClr val="dk1"/>
              </a:solidFill>
              <a:latin typeface="Nunito"/>
              <a:ea typeface="Nunito"/>
              <a:cs typeface="Nunito"/>
              <a:sym typeface="Nunito"/>
            </a:endParaRPr>
          </a:p>
        </p:txBody>
      </p:sp>
      <p:pic>
        <p:nvPicPr>
          <p:cNvPr id="622" name="Google Shape;622;p24"/>
          <p:cNvPicPr preferRelativeResize="0"/>
          <p:nvPr/>
        </p:nvPicPr>
        <p:blipFill>
          <a:blip r:embed="rId9">
            <a:alphaModFix/>
          </a:blip>
          <a:stretch>
            <a:fillRect/>
          </a:stretch>
        </p:blipFill>
        <p:spPr>
          <a:xfrm>
            <a:off x="8166732" y="2566305"/>
            <a:ext cx="406218" cy="406218"/>
          </a:xfrm>
          <a:prstGeom prst="rect">
            <a:avLst/>
          </a:prstGeom>
          <a:noFill/>
          <a:ln>
            <a:noFill/>
          </a:ln>
        </p:spPr>
      </p:pic>
      <p:pic>
        <p:nvPicPr>
          <p:cNvPr id="623" name="Google Shape;623;p24"/>
          <p:cNvPicPr preferRelativeResize="0"/>
          <p:nvPr/>
        </p:nvPicPr>
        <p:blipFill>
          <a:blip r:embed="rId10">
            <a:alphaModFix/>
          </a:blip>
          <a:stretch>
            <a:fillRect/>
          </a:stretch>
        </p:blipFill>
        <p:spPr>
          <a:xfrm>
            <a:off x="8026109" y="1746481"/>
            <a:ext cx="695117" cy="239700"/>
          </a:xfrm>
          <a:prstGeom prst="rect">
            <a:avLst/>
          </a:prstGeom>
          <a:noFill/>
          <a:ln>
            <a:noFill/>
          </a:ln>
        </p:spPr>
      </p:pic>
      <p:sp>
        <p:nvSpPr>
          <p:cNvPr id="624" name="Google Shape;624;p24"/>
          <p:cNvSpPr/>
          <p:nvPr/>
        </p:nvSpPr>
        <p:spPr>
          <a:xfrm>
            <a:off x="7879725" y="1047025"/>
            <a:ext cx="909600" cy="3567300"/>
          </a:xfrm>
          <a:prstGeom prst="rect">
            <a:avLst/>
          </a:prstGeom>
          <a:noFill/>
          <a:ln cap="flat" cmpd="sng" w="7150">
            <a:solidFill>
              <a:srgbClr val="1D5A9C"/>
            </a:solidFill>
            <a:prstDash val="dash"/>
            <a:round/>
            <a:headEnd len="sm" w="sm" type="none"/>
            <a:tailEnd len="sm" w="sm" type="none"/>
          </a:ln>
        </p:spPr>
        <p:txBody>
          <a:bodyPr anchorCtr="0" anchor="ctr" bIns="45725" lIns="45725" spcFirstLastPara="1" rIns="45725" wrap="square" tIns="45725">
            <a:noAutofit/>
          </a:bodyPr>
          <a:lstStyle/>
          <a:p>
            <a:pPr indent="0" lvl="0" marL="0" marR="0" rtl="0" algn="ctr">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pic>
        <p:nvPicPr>
          <p:cNvPr id="625" name="Google Shape;625;p24"/>
          <p:cNvPicPr preferRelativeResize="0"/>
          <p:nvPr/>
        </p:nvPicPr>
        <p:blipFill>
          <a:blip r:embed="rId11">
            <a:alphaModFix/>
          </a:blip>
          <a:stretch>
            <a:fillRect/>
          </a:stretch>
        </p:blipFill>
        <p:spPr>
          <a:xfrm>
            <a:off x="8134168" y="2029869"/>
            <a:ext cx="463536" cy="438750"/>
          </a:xfrm>
          <a:prstGeom prst="rect">
            <a:avLst/>
          </a:prstGeom>
          <a:noFill/>
          <a:ln>
            <a:noFill/>
          </a:ln>
        </p:spPr>
      </p:pic>
      <p:sp>
        <p:nvSpPr>
          <p:cNvPr id="626" name="Google Shape;626;p24"/>
          <p:cNvSpPr/>
          <p:nvPr/>
        </p:nvSpPr>
        <p:spPr>
          <a:xfrm>
            <a:off x="8074206" y="3475275"/>
            <a:ext cx="582900" cy="239700"/>
          </a:xfrm>
          <a:prstGeom prst="roundRect">
            <a:avLst>
              <a:gd fmla="val 16667" name="adj"/>
            </a:avLst>
          </a:prstGeom>
          <a:solidFill>
            <a:schemeClr val="lt1"/>
          </a:solidFill>
          <a:ln cap="flat" cmpd="sng" w="143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1" lang="en" sz="600">
                <a:solidFill>
                  <a:srgbClr val="1D5A9C"/>
                </a:solidFill>
                <a:latin typeface="Nunito"/>
                <a:ea typeface="Nunito"/>
                <a:cs typeface="Nunito"/>
                <a:sym typeface="Nunito"/>
              </a:rPr>
              <a:t>Other Databases</a:t>
            </a:r>
            <a:endParaRPr b="1" i="0" sz="600" u="none" cap="none" strike="noStrike">
              <a:solidFill>
                <a:srgbClr val="1D5A9C"/>
              </a:solidFill>
              <a:latin typeface="Nunito"/>
              <a:ea typeface="Nunito"/>
              <a:cs typeface="Nunito"/>
              <a:sym typeface="Nunito"/>
            </a:endParaRPr>
          </a:p>
        </p:txBody>
      </p:sp>
      <p:cxnSp>
        <p:nvCxnSpPr>
          <p:cNvPr id="627" name="Google Shape;627;p24"/>
          <p:cNvCxnSpPr/>
          <p:nvPr/>
        </p:nvCxnSpPr>
        <p:spPr>
          <a:xfrm>
            <a:off x="8369836" y="2980887"/>
            <a:ext cx="0" cy="441600"/>
          </a:xfrm>
          <a:prstGeom prst="straightConnector1">
            <a:avLst/>
          </a:prstGeom>
          <a:noFill/>
          <a:ln cap="flat" cmpd="sng" w="21425">
            <a:solidFill>
              <a:schemeClr val="dk1"/>
            </a:solidFill>
            <a:prstDash val="dot"/>
            <a:round/>
            <a:headEnd len="med" w="med" type="none"/>
            <a:tailEnd len="med" w="med" type="none"/>
          </a:ln>
        </p:spPr>
      </p:cxnSp>
      <p:sp>
        <p:nvSpPr>
          <p:cNvPr id="628" name="Google Shape;628;p24"/>
          <p:cNvSpPr txBox="1"/>
          <p:nvPr/>
        </p:nvSpPr>
        <p:spPr>
          <a:xfrm>
            <a:off x="6095920" y="2142166"/>
            <a:ext cx="909600" cy="496200"/>
          </a:xfrm>
          <a:prstGeom prst="rect">
            <a:avLst/>
          </a:prstGeom>
          <a:noFill/>
          <a:ln>
            <a:noFill/>
          </a:ln>
        </p:spPr>
        <p:txBody>
          <a:bodyPr anchorCtr="0" anchor="t" bIns="68575" lIns="68575" spcFirstLastPara="1" rIns="68575" wrap="square" tIns="68575">
            <a:noAutofit/>
          </a:bodyPr>
          <a:lstStyle/>
          <a:p>
            <a:pPr indent="0" lvl="0" marL="0" rtl="0" algn="ctr">
              <a:spcBef>
                <a:spcPts val="0"/>
              </a:spcBef>
              <a:spcAft>
                <a:spcPts val="0"/>
              </a:spcAft>
              <a:buNone/>
            </a:pPr>
            <a:r>
              <a:rPr i="1" lang="en" sz="600">
                <a:solidFill>
                  <a:schemeClr val="dk2"/>
                </a:solidFill>
              </a:rPr>
              <a:t>Diabetes Research data (AWS S3), External websites (medscape, pharmatimes, etc</a:t>
            </a:r>
            <a:endParaRPr i="1" sz="600">
              <a:solidFill>
                <a:schemeClr val="dk2"/>
              </a:solidFill>
            </a:endParaRPr>
          </a:p>
        </p:txBody>
      </p:sp>
      <p:sp>
        <p:nvSpPr>
          <p:cNvPr id="629" name="Google Shape;629;p24"/>
          <p:cNvSpPr txBox="1"/>
          <p:nvPr/>
        </p:nvSpPr>
        <p:spPr>
          <a:xfrm>
            <a:off x="6110938" y="3129264"/>
            <a:ext cx="834300" cy="323100"/>
          </a:xfrm>
          <a:prstGeom prst="rect">
            <a:avLst/>
          </a:prstGeom>
          <a:noFill/>
          <a:ln>
            <a:noFill/>
          </a:ln>
        </p:spPr>
        <p:txBody>
          <a:bodyPr anchorCtr="0" anchor="t" bIns="68575" lIns="68575" spcFirstLastPara="1" rIns="68575" wrap="square" tIns="68575">
            <a:spAutoFit/>
          </a:bodyPr>
          <a:lstStyle/>
          <a:p>
            <a:pPr indent="0" lvl="0" marL="0" rtl="0" algn="ctr">
              <a:spcBef>
                <a:spcPts val="0"/>
              </a:spcBef>
              <a:spcAft>
                <a:spcPts val="0"/>
              </a:spcAft>
              <a:buNone/>
            </a:pPr>
            <a:r>
              <a:rPr i="1" lang="en" sz="600">
                <a:solidFill>
                  <a:schemeClr val="dk2"/>
                </a:solidFill>
              </a:rPr>
              <a:t>Internal ANDA, RA Data (AWS S3) </a:t>
            </a:r>
            <a:endParaRPr i="1" sz="600">
              <a:solidFill>
                <a:schemeClr val="dk2"/>
              </a:solidFill>
            </a:endParaRPr>
          </a:p>
        </p:txBody>
      </p:sp>
      <p:sp>
        <p:nvSpPr>
          <p:cNvPr id="630" name="Google Shape;630;p24"/>
          <p:cNvSpPr/>
          <p:nvPr/>
        </p:nvSpPr>
        <p:spPr>
          <a:xfrm>
            <a:off x="2465200" y="1483275"/>
            <a:ext cx="923100" cy="295800"/>
          </a:xfrm>
          <a:prstGeom prst="rect">
            <a:avLst/>
          </a:prstGeom>
          <a:solidFill>
            <a:srgbClr val="EBF7FF"/>
          </a:solidFill>
          <a:ln cap="flat" cmpd="sng" w="7150">
            <a:solidFill>
              <a:srgbClr val="0062A5"/>
            </a:solidFill>
            <a:prstDash val="solid"/>
            <a:round/>
            <a:headEnd len="sm" w="sm" type="none"/>
            <a:tailEnd len="sm" w="sm" type="none"/>
          </a:ln>
        </p:spPr>
        <p:txBody>
          <a:bodyPr anchorCtr="0" anchor="ctr" bIns="91425" lIns="91425" spcFirstLastPara="1" rIns="91425" wrap="square" tIns="91425">
            <a:noAutofit/>
          </a:bodyPr>
          <a:lstStyle/>
          <a:p>
            <a:pPr indent="0" lvl="1" marL="0" marR="0" rtl="0" algn="ctr">
              <a:lnSpc>
                <a:spcPct val="100000"/>
              </a:lnSpc>
              <a:spcBef>
                <a:spcPts val="0"/>
              </a:spcBef>
              <a:spcAft>
                <a:spcPts val="0"/>
              </a:spcAft>
              <a:buClr>
                <a:srgbClr val="000000"/>
              </a:buClr>
              <a:buSzPts val="800"/>
              <a:buFont typeface="Arial"/>
              <a:buNone/>
            </a:pPr>
            <a:r>
              <a:rPr b="1" lang="en" sz="900">
                <a:solidFill>
                  <a:srgbClr val="1D5A9C"/>
                </a:solidFill>
                <a:latin typeface="Nunito"/>
                <a:ea typeface="Nunito"/>
                <a:cs typeface="Nunito"/>
                <a:sym typeface="Nunito"/>
              </a:rPr>
              <a:t>Organization Roles</a:t>
            </a:r>
            <a:endParaRPr b="1" i="0" sz="800" u="none" cap="none" strike="noStrike">
              <a:solidFill>
                <a:schemeClr val="dk1"/>
              </a:solidFill>
              <a:latin typeface="Nunito"/>
              <a:ea typeface="Nunito"/>
              <a:cs typeface="Nunito"/>
              <a:sym typeface="Nunito"/>
            </a:endParaRPr>
          </a:p>
        </p:txBody>
      </p:sp>
      <p:cxnSp>
        <p:nvCxnSpPr>
          <p:cNvPr id="631" name="Google Shape;631;p24"/>
          <p:cNvCxnSpPr>
            <a:stCxn id="590" idx="0"/>
            <a:endCxn id="603" idx="2"/>
          </p:cNvCxnSpPr>
          <p:nvPr/>
        </p:nvCxnSpPr>
        <p:spPr>
          <a:xfrm rot="10800000">
            <a:off x="1205681" y="2180340"/>
            <a:ext cx="0" cy="312300"/>
          </a:xfrm>
          <a:prstGeom prst="straightConnector1">
            <a:avLst/>
          </a:prstGeom>
          <a:noFill/>
          <a:ln cap="flat" cmpd="sng" w="7150">
            <a:solidFill>
              <a:srgbClr val="1D5A9C"/>
            </a:solidFill>
            <a:prstDash val="dash"/>
            <a:round/>
            <a:headEnd len="med" w="med" type="stealth"/>
            <a:tailEnd len="med" w="med" type="stealth"/>
          </a:ln>
        </p:spPr>
      </p:cxnSp>
      <p:sp>
        <p:nvSpPr>
          <p:cNvPr id="632" name="Google Shape;632;p24"/>
          <p:cNvSpPr txBox="1"/>
          <p:nvPr/>
        </p:nvSpPr>
        <p:spPr>
          <a:xfrm>
            <a:off x="6165425" y="4202599"/>
            <a:ext cx="759000" cy="431100"/>
          </a:xfrm>
          <a:prstGeom prst="rect">
            <a:avLst/>
          </a:prstGeom>
          <a:noFill/>
          <a:ln cap="flat" cmpd="sng" w="7150">
            <a:solidFill>
              <a:srgbClr val="0B5394"/>
            </a:solidFill>
            <a:prstDash val="solid"/>
            <a:round/>
            <a:headEnd len="sm" w="sm" type="none"/>
            <a:tailEnd len="sm" w="sm" type="none"/>
          </a:ln>
        </p:spPr>
        <p:txBody>
          <a:bodyPr anchorCtr="0" anchor="ctr"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800"/>
              <a:buFont typeface="Arial"/>
              <a:buNone/>
            </a:pPr>
            <a:r>
              <a:rPr b="1" lang="en" sz="800">
                <a:solidFill>
                  <a:srgbClr val="1D5A9C"/>
                </a:solidFill>
                <a:latin typeface="Nunito"/>
                <a:ea typeface="Nunito"/>
                <a:cs typeface="Nunito"/>
                <a:sym typeface="Nunito"/>
              </a:rPr>
              <a:t>Nth Department</a:t>
            </a:r>
            <a:endParaRPr b="1" sz="800">
              <a:solidFill>
                <a:srgbClr val="1D5A9C"/>
              </a:solidFill>
              <a:latin typeface="Nunito"/>
              <a:ea typeface="Nunito"/>
              <a:cs typeface="Nunito"/>
              <a:sym typeface="Nunito"/>
            </a:endParaRPr>
          </a:p>
        </p:txBody>
      </p:sp>
      <p:sp>
        <p:nvSpPr>
          <p:cNvPr id="633" name="Google Shape;633;p24"/>
          <p:cNvSpPr txBox="1"/>
          <p:nvPr/>
        </p:nvSpPr>
        <p:spPr>
          <a:xfrm>
            <a:off x="3568022" y="3067131"/>
            <a:ext cx="2331600" cy="1800900"/>
          </a:xfrm>
          <a:prstGeom prst="rect">
            <a:avLst/>
          </a:prstGeom>
          <a:noFill/>
          <a:ln cap="flat" cmpd="sng" w="9525">
            <a:solidFill>
              <a:srgbClr val="1D5A9C"/>
            </a:solidFill>
            <a:prstDash val="dash"/>
            <a:round/>
            <a:headEnd len="sm" w="sm" type="none"/>
            <a:tailEnd len="sm" w="sm" type="none"/>
          </a:ln>
        </p:spPr>
        <p:txBody>
          <a:bodyPr anchorCtr="0" anchor="t" bIns="68575" lIns="68575" spcFirstLastPara="1" rIns="68575" wrap="square" tIns="68575">
            <a:spAutoFit/>
          </a:bodyPr>
          <a:lstStyle/>
          <a:p>
            <a:pPr indent="-222250" lvl="0" marL="342900" rtl="0" algn="l">
              <a:spcBef>
                <a:spcPts val="0"/>
              </a:spcBef>
              <a:spcAft>
                <a:spcPts val="0"/>
              </a:spcAft>
              <a:buClr>
                <a:schemeClr val="dk2"/>
              </a:buClr>
              <a:buSzPts val="900"/>
              <a:buFont typeface="Nunito"/>
              <a:buChar char="●"/>
            </a:pPr>
            <a:r>
              <a:rPr b="1" i="1" lang="en" sz="900">
                <a:solidFill>
                  <a:schemeClr val="dk2"/>
                </a:solidFill>
                <a:latin typeface="Nunito"/>
                <a:ea typeface="Nunito"/>
                <a:cs typeface="Nunito"/>
                <a:sym typeface="Nunito"/>
              </a:rPr>
              <a:t>When user types the prompt, orchestration engine determines agent to be assigned and which database to be sourced </a:t>
            </a:r>
            <a:endParaRPr b="1" i="1" sz="900">
              <a:solidFill>
                <a:schemeClr val="dk2"/>
              </a:solidFill>
              <a:latin typeface="Nunito"/>
              <a:ea typeface="Nunito"/>
              <a:cs typeface="Nunito"/>
              <a:sym typeface="Nunito"/>
            </a:endParaRPr>
          </a:p>
          <a:p>
            <a:pPr indent="-222250" lvl="0" marL="342900" rtl="0" algn="l">
              <a:spcBef>
                <a:spcPts val="0"/>
              </a:spcBef>
              <a:spcAft>
                <a:spcPts val="0"/>
              </a:spcAft>
              <a:buClr>
                <a:schemeClr val="dk2"/>
              </a:buClr>
              <a:buSzPts val="900"/>
              <a:buFont typeface="Nunito"/>
              <a:buChar char="●"/>
            </a:pPr>
            <a:r>
              <a:rPr b="1" i="1" lang="en" sz="900">
                <a:solidFill>
                  <a:schemeClr val="dk2"/>
                </a:solidFill>
                <a:latin typeface="Nunito"/>
                <a:ea typeface="Nunito"/>
                <a:cs typeface="Nunito"/>
                <a:sym typeface="Nunito"/>
              </a:rPr>
              <a:t>PIE uses NLP/ Semantic algorithms/ LLMs to determine context.</a:t>
            </a:r>
            <a:endParaRPr b="1" i="1" sz="900">
              <a:solidFill>
                <a:schemeClr val="dk2"/>
              </a:solidFill>
              <a:latin typeface="Nunito"/>
              <a:ea typeface="Nunito"/>
              <a:cs typeface="Nunito"/>
              <a:sym typeface="Nunito"/>
            </a:endParaRPr>
          </a:p>
          <a:p>
            <a:pPr indent="-222250" lvl="0" marL="342900" rtl="0" algn="l">
              <a:spcBef>
                <a:spcPts val="0"/>
              </a:spcBef>
              <a:spcAft>
                <a:spcPts val="0"/>
              </a:spcAft>
              <a:buClr>
                <a:schemeClr val="dk2"/>
              </a:buClr>
              <a:buSzPts val="900"/>
              <a:buFont typeface="Nunito"/>
              <a:buChar char="●"/>
            </a:pPr>
            <a:r>
              <a:rPr b="1" i="1" lang="en" sz="900">
                <a:solidFill>
                  <a:schemeClr val="dk2"/>
                </a:solidFill>
                <a:latin typeface="Nunito"/>
                <a:ea typeface="Nunito"/>
                <a:cs typeface="Nunito"/>
                <a:sym typeface="Nunito"/>
              </a:rPr>
              <a:t>Relevant LLM/Model executed. </a:t>
            </a:r>
            <a:endParaRPr b="1" i="1" sz="900">
              <a:solidFill>
                <a:schemeClr val="dk2"/>
              </a:solidFill>
              <a:latin typeface="Nunito"/>
              <a:ea typeface="Nunito"/>
              <a:cs typeface="Nunito"/>
              <a:sym typeface="Nunito"/>
            </a:endParaRPr>
          </a:p>
          <a:p>
            <a:pPr indent="-222250" lvl="0" marL="342900" rtl="0" algn="l">
              <a:spcBef>
                <a:spcPts val="0"/>
              </a:spcBef>
              <a:spcAft>
                <a:spcPts val="0"/>
              </a:spcAft>
              <a:buClr>
                <a:schemeClr val="dk2"/>
              </a:buClr>
              <a:buSzPts val="900"/>
              <a:buFont typeface="Nunito"/>
              <a:buChar char="●"/>
            </a:pPr>
            <a:r>
              <a:rPr b="1" i="1" lang="en" sz="900">
                <a:solidFill>
                  <a:schemeClr val="dk2"/>
                </a:solidFill>
                <a:latin typeface="Nunito"/>
                <a:ea typeface="Nunito"/>
                <a:cs typeface="Nunito"/>
                <a:sym typeface="Nunito"/>
              </a:rPr>
              <a:t>Post-processing steps executed.</a:t>
            </a:r>
            <a:endParaRPr b="1" i="1" sz="900">
              <a:solidFill>
                <a:schemeClr val="dk2"/>
              </a:solidFill>
              <a:latin typeface="Nunito"/>
              <a:ea typeface="Nunito"/>
              <a:cs typeface="Nunito"/>
              <a:sym typeface="Nunito"/>
            </a:endParaRPr>
          </a:p>
          <a:p>
            <a:pPr indent="-222250" lvl="0" marL="342900" rtl="0" algn="l">
              <a:spcBef>
                <a:spcPts val="0"/>
              </a:spcBef>
              <a:spcAft>
                <a:spcPts val="0"/>
              </a:spcAft>
              <a:buClr>
                <a:schemeClr val="dk2"/>
              </a:buClr>
              <a:buSzPts val="900"/>
              <a:buFont typeface="Nunito"/>
              <a:buChar char="●"/>
            </a:pPr>
            <a:r>
              <a:rPr b="1" i="1" lang="en" sz="900">
                <a:solidFill>
                  <a:schemeClr val="dk2"/>
                </a:solidFill>
                <a:latin typeface="Nunito"/>
                <a:ea typeface="Nunito"/>
                <a:cs typeface="Nunito"/>
                <a:sym typeface="Nunito"/>
              </a:rPr>
              <a:t>Output results presented</a:t>
            </a:r>
            <a:endParaRPr b="1" i="1" sz="900">
              <a:solidFill>
                <a:schemeClr val="dk2"/>
              </a:solidFill>
              <a:latin typeface="Nunito"/>
              <a:ea typeface="Nunito"/>
              <a:cs typeface="Nunito"/>
              <a:sym typeface="Nunito"/>
            </a:endParaRPr>
          </a:p>
          <a:p>
            <a:pPr indent="-222250" lvl="0" marL="342900" rtl="0" algn="l">
              <a:spcBef>
                <a:spcPts val="0"/>
              </a:spcBef>
              <a:spcAft>
                <a:spcPts val="0"/>
              </a:spcAft>
              <a:buClr>
                <a:schemeClr val="dk2"/>
              </a:buClr>
              <a:buSzPts val="900"/>
              <a:buFont typeface="Nunito"/>
              <a:buChar char="●"/>
            </a:pPr>
            <a:r>
              <a:rPr b="1" i="1" lang="en" sz="900">
                <a:solidFill>
                  <a:schemeClr val="dk2"/>
                </a:solidFill>
                <a:latin typeface="Nunito"/>
                <a:ea typeface="Nunito"/>
                <a:cs typeface="Nunito"/>
                <a:sym typeface="Nunito"/>
              </a:rPr>
              <a:t>Database access governed by roles </a:t>
            </a:r>
            <a:endParaRPr b="1" i="1" sz="900">
              <a:solidFill>
                <a:schemeClr val="dk2"/>
              </a:solidFill>
              <a:latin typeface="Nunito"/>
              <a:ea typeface="Nunito"/>
              <a:cs typeface="Nunito"/>
              <a:sym typeface="Nunito"/>
            </a:endParaRPr>
          </a:p>
        </p:txBody>
      </p:sp>
      <p:cxnSp>
        <p:nvCxnSpPr>
          <p:cNvPr id="634" name="Google Shape;634;p24"/>
          <p:cNvCxnSpPr>
            <a:endCxn id="609" idx="1"/>
          </p:cNvCxnSpPr>
          <p:nvPr/>
        </p:nvCxnSpPr>
        <p:spPr>
          <a:xfrm flipH="1" rot="10800000">
            <a:off x="3357792" y="2504792"/>
            <a:ext cx="556800" cy="2700"/>
          </a:xfrm>
          <a:prstGeom prst="straightConnector1">
            <a:avLst/>
          </a:prstGeom>
          <a:noFill/>
          <a:ln cap="flat" cmpd="sng" w="14300">
            <a:solidFill>
              <a:srgbClr val="1D5A9C"/>
            </a:solidFill>
            <a:prstDash val="solid"/>
            <a:round/>
            <a:headEnd len="med" w="med" type="none"/>
            <a:tailEnd len="med" w="med" type="triangle"/>
          </a:ln>
        </p:spPr>
      </p:cxnSp>
      <p:cxnSp>
        <p:nvCxnSpPr>
          <p:cNvPr id="635" name="Google Shape;635;p24"/>
          <p:cNvCxnSpPr>
            <a:stCxn id="609" idx="3"/>
          </p:cNvCxnSpPr>
          <p:nvPr/>
        </p:nvCxnSpPr>
        <p:spPr>
          <a:xfrm>
            <a:off x="5392392" y="2504792"/>
            <a:ext cx="665400" cy="0"/>
          </a:xfrm>
          <a:prstGeom prst="straightConnector1">
            <a:avLst/>
          </a:prstGeom>
          <a:noFill/>
          <a:ln cap="flat" cmpd="sng" w="14300">
            <a:solidFill>
              <a:srgbClr val="1D5A9C"/>
            </a:solidFill>
            <a:prstDash val="solid"/>
            <a:round/>
            <a:headEnd len="med" w="med" type="none"/>
            <a:tailEnd len="med" w="med" type="triangle"/>
          </a:ln>
        </p:spPr>
      </p:cxnSp>
      <p:cxnSp>
        <p:nvCxnSpPr>
          <p:cNvPr id="636" name="Google Shape;636;p24"/>
          <p:cNvCxnSpPr/>
          <p:nvPr/>
        </p:nvCxnSpPr>
        <p:spPr>
          <a:xfrm flipH="1">
            <a:off x="4660338" y="2722792"/>
            <a:ext cx="2400" cy="368100"/>
          </a:xfrm>
          <a:prstGeom prst="straightConnector1">
            <a:avLst/>
          </a:prstGeom>
          <a:noFill/>
          <a:ln cap="flat" cmpd="sng" w="14300">
            <a:solidFill>
              <a:srgbClr val="1D5A9C"/>
            </a:solidFill>
            <a:prstDash val="solid"/>
            <a:round/>
            <a:headEnd len="med" w="med" type="triangle"/>
            <a:tailEnd len="med" w="med" type="triangle"/>
          </a:ln>
        </p:spPr>
      </p:cxnSp>
      <p:sp>
        <p:nvSpPr>
          <p:cNvPr id="637" name="Google Shape;637;p24"/>
          <p:cNvSpPr txBox="1"/>
          <p:nvPr/>
        </p:nvSpPr>
        <p:spPr>
          <a:xfrm>
            <a:off x="7165638" y="2668400"/>
            <a:ext cx="556800" cy="492600"/>
          </a:xfrm>
          <a:prstGeom prst="rect">
            <a:avLst/>
          </a:prstGeom>
          <a:solidFill>
            <a:srgbClr val="EBF7FF"/>
          </a:solidFill>
          <a:ln cap="flat" cmpd="sng" w="9525">
            <a:solidFill>
              <a:srgbClr val="0062A5"/>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b="1" lang="en" sz="1000">
                <a:solidFill>
                  <a:srgbClr val="0062A5"/>
                </a:solidFill>
                <a:latin typeface="Nunito"/>
                <a:ea typeface="Nunito"/>
                <a:cs typeface="Nunito"/>
                <a:sym typeface="Nunito"/>
              </a:rPr>
              <a:t>Agent </a:t>
            </a:r>
            <a:endParaRPr b="1" sz="1000">
              <a:solidFill>
                <a:srgbClr val="0062A5"/>
              </a:solidFill>
              <a:latin typeface="Nunito"/>
              <a:ea typeface="Nunito"/>
              <a:cs typeface="Nunito"/>
              <a:sym typeface="Nunito"/>
            </a:endParaRPr>
          </a:p>
          <a:p>
            <a:pPr indent="0" lvl="0" marL="0" rtl="0" algn="ctr">
              <a:spcBef>
                <a:spcPts val="0"/>
              </a:spcBef>
              <a:spcAft>
                <a:spcPts val="0"/>
              </a:spcAft>
              <a:buNone/>
            </a:pPr>
            <a:r>
              <a:rPr b="1" lang="en" sz="1000">
                <a:solidFill>
                  <a:srgbClr val="0062A5"/>
                </a:solidFill>
                <a:latin typeface="Nunito"/>
                <a:ea typeface="Nunito"/>
                <a:cs typeface="Nunito"/>
                <a:sym typeface="Nunito"/>
              </a:rPr>
              <a:t>Hub</a:t>
            </a:r>
            <a:endParaRPr b="1" sz="1000">
              <a:solidFill>
                <a:srgbClr val="0062A5"/>
              </a:solidFill>
              <a:latin typeface="Nunito"/>
              <a:ea typeface="Nunito"/>
              <a:cs typeface="Nunito"/>
              <a:sym typeface="Nunito"/>
            </a:endParaRPr>
          </a:p>
        </p:txBody>
      </p:sp>
      <p:cxnSp>
        <p:nvCxnSpPr>
          <p:cNvPr id="638" name="Google Shape;638;p24"/>
          <p:cNvCxnSpPr>
            <a:stCxn id="637" idx="1"/>
          </p:cNvCxnSpPr>
          <p:nvPr/>
        </p:nvCxnSpPr>
        <p:spPr>
          <a:xfrm flipH="1">
            <a:off x="7003938" y="2914700"/>
            <a:ext cx="161700" cy="2100"/>
          </a:xfrm>
          <a:prstGeom prst="straightConnector1">
            <a:avLst/>
          </a:prstGeom>
          <a:noFill/>
          <a:ln cap="flat" cmpd="sng" w="9525">
            <a:solidFill>
              <a:srgbClr val="1D5A9C"/>
            </a:solidFill>
            <a:prstDash val="solid"/>
            <a:round/>
            <a:headEnd len="med" w="med" type="none"/>
            <a:tailEnd len="med" w="med" type="triangle"/>
          </a:ln>
        </p:spPr>
      </p:cxnSp>
      <p:cxnSp>
        <p:nvCxnSpPr>
          <p:cNvPr id="639" name="Google Shape;639;p24"/>
          <p:cNvCxnSpPr>
            <a:stCxn id="637" idx="3"/>
          </p:cNvCxnSpPr>
          <p:nvPr/>
        </p:nvCxnSpPr>
        <p:spPr>
          <a:xfrm flipH="1" rot="10800000">
            <a:off x="7722438" y="2914100"/>
            <a:ext cx="160500" cy="600"/>
          </a:xfrm>
          <a:prstGeom prst="straightConnector1">
            <a:avLst/>
          </a:prstGeom>
          <a:noFill/>
          <a:ln cap="flat" cmpd="sng" w="9525">
            <a:solidFill>
              <a:srgbClr val="1D5A9C"/>
            </a:solidFill>
            <a:prstDash val="solid"/>
            <a:round/>
            <a:headEnd len="med" w="med" type="none"/>
            <a:tailEnd len="med" w="med" type="triangle"/>
          </a:ln>
        </p:spPr>
      </p:cxnSp>
      <p:cxnSp>
        <p:nvCxnSpPr>
          <p:cNvPr id="640" name="Google Shape;640;p24"/>
          <p:cNvCxnSpPr/>
          <p:nvPr/>
        </p:nvCxnSpPr>
        <p:spPr>
          <a:xfrm>
            <a:off x="7016400" y="2218150"/>
            <a:ext cx="864600" cy="0"/>
          </a:xfrm>
          <a:prstGeom prst="straightConnector1">
            <a:avLst/>
          </a:prstGeom>
          <a:noFill/>
          <a:ln cap="flat" cmpd="sng" w="9525">
            <a:solidFill>
              <a:srgbClr val="1D5A9C"/>
            </a:solidFill>
            <a:prstDash val="solid"/>
            <a:round/>
            <a:headEnd len="med" w="med" type="triangle"/>
            <a:tailEnd len="med" w="med" type="triangle"/>
          </a:ln>
        </p:spPr>
      </p:cxnSp>
      <p:sp>
        <p:nvSpPr>
          <p:cNvPr id="641" name="Google Shape;641;p24"/>
          <p:cNvSpPr txBox="1"/>
          <p:nvPr/>
        </p:nvSpPr>
        <p:spPr>
          <a:xfrm>
            <a:off x="7881224" y="1094244"/>
            <a:ext cx="909600" cy="184800"/>
          </a:xfrm>
          <a:prstGeom prst="rect">
            <a:avLst/>
          </a:prstGeom>
          <a:noFill/>
          <a:ln>
            <a:noFill/>
          </a:ln>
        </p:spPr>
        <p:txBody>
          <a:bodyPr anchorCtr="0" anchor="ctr" bIns="0" lIns="91425" spcFirstLastPara="1" rIns="91425" wrap="square" tIns="0">
            <a:spAutoFit/>
          </a:bodyPr>
          <a:lstStyle/>
          <a:p>
            <a:pPr indent="0" lvl="0" marL="0" marR="0" rtl="0" algn="ctr">
              <a:lnSpc>
                <a:spcPct val="100000"/>
              </a:lnSpc>
              <a:spcBef>
                <a:spcPts val="0"/>
              </a:spcBef>
              <a:spcAft>
                <a:spcPts val="0"/>
              </a:spcAft>
              <a:buClr>
                <a:srgbClr val="000000"/>
              </a:buClr>
              <a:buSzPts val="800"/>
              <a:buFont typeface="Arial"/>
              <a:buNone/>
            </a:pPr>
            <a:r>
              <a:rPr b="1" i="1" lang="en" sz="1200" u="sng">
                <a:solidFill>
                  <a:srgbClr val="1D5A9C"/>
                </a:solidFill>
                <a:latin typeface="Nunito"/>
                <a:ea typeface="Nunito"/>
                <a:cs typeface="Nunito"/>
                <a:sym typeface="Nunito"/>
              </a:rPr>
              <a:t>Internal</a:t>
            </a:r>
            <a:endParaRPr b="1" i="1" sz="1200" u="sng">
              <a:solidFill>
                <a:srgbClr val="1D5A9C"/>
              </a:solidFill>
              <a:latin typeface="Nunito"/>
              <a:ea typeface="Nunito"/>
              <a:cs typeface="Nunito"/>
              <a:sym typeface="Nunito"/>
            </a:endParaRPr>
          </a:p>
        </p:txBody>
      </p:sp>
      <p:pic>
        <p:nvPicPr>
          <p:cNvPr id="642" name="Google Shape;642;p24"/>
          <p:cNvPicPr preferRelativeResize="0"/>
          <p:nvPr/>
        </p:nvPicPr>
        <p:blipFill>
          <a:blip r:embed="rId12">
            <a:alphaModFix/>
          </a:blip>
          <a:stretch>
            <a:fillRect/>
          </a:stretch>
        </p:blipFill>
        <p:spPr>
          <a:xfrm>
            <a:off x="8095268" y="1343530"/>
            <a:ext cx="556800" cy="323158"/>
          </a:xfrm>
          <a:prstGeom prst="rect">
            <a:avLst/>
          </a:prstGeom>
          <a:noFill/>
          <a:ln>
            <a:noFill/>
          </a:ln>
        </p:spPr>
      </p:pic>
      <p:sp>
        <p:nvSpPr>
          <p:cNvPr id="643" name="Google Shape;643;p24"/>
          <p:cNvSpPr txBox="1"/>
          <p:nvPr/>
        </p:nvSpPr>
        <p:spPr>
          <a:xfrm>
            <a:off x="7956518" y="3653463"/>
            <a:ext cx="834300" cy="307800"/>
          </a:xfrm>
          <a:prstGeom prst="rect">
            <a:avLst/>
          </a:prstGeom>
          <a:noFill/>
          <a:ln>
            <a:noFill/>
          </a:ln>
        </p:spPr>
        <p:txBody>
          <a:bodyPr anchorCtr="0" anchor="ctr"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800"/>
              <a:buFont typeface="Arial"/>
              <a:buNone/>
            </a:pPr>
            <a:r>
              <a:rPr b="1" lang="en" sz="800" u="sng">
                <a:solidFill>
                  <a:srgbClr val="1D5A9C"/>
                </a:solidFill>
                <a:latin typeface="Nunito"/>
                <a:ea typeface="Nunito"/>
                <a:cs typeface="Nunito"/>
                <a:sym typeface="Nunito"/>
              </a:rPr>
              <a:t>External</a:t>
            </a:r>
            <a:endParaRPr b="1" sz="800" u="sng">
              <a:solidFill>
                <a:srgbClr val="1D5A9C"/>
              </a:solidFill>
              <a:latin typeface="Nunito"/>
              <a:ea typeface="Nunito"/>
              <a:cs typeface="Nunito"/>
              <a:sym typeface="Nunito"/>
            </a:endParaRPr>
          </a:p>
        </p:txBody>
      </p:sp>
      <p:pic>
        <p:nvPicPr>
          <p:cNvPr id="644" name="Google Shape;644;p24"/>
          <p:cNvPicPr preferRelativeResize="0"/>
          <p:nvPr/>
        </p:nvPicPr>
        <p:blipFill>
          <a:blip r:embed="rId13">
            <a:alphaModFix/>
          </a:blip>
          <a:stretch>
            <a:fillRect/>
          </a:stretch>
        </p:blipFill>
        <p:spPr>
          <a:xfrm>
            <a:off x="7986006" y="3892966"/>
            <a:ext cx="759300" cy="416209"/>
          </a:xfrm>
          <a:prstGeom prst="rect">
            <a:avLst/>
          </a:prstGeom>
          <a:noFill/>
          <a:ln>
            <a:noFill/>
          </a:ln>
        </p:spPr>
      </p:pic>
      <p:pic>
        <p:nvPicPr>
          <p:cNvPr id="645" name="Google Shape;645;p24"/>
          <p:cNvPicPr preferRelativeResize="0"/>
          <p:nvPr/>
        </p:nvPicPr>
        <p:blipFill>
          <a:blip r:embed="rId14">
            <a:alphaModFix/>
          </a:blip>
          <a:stretch>
            <a:fillRect/>
          </a:stretch>
        </p:blipFill>
        <p:spPr>
          <a:xfrm>
            <a:off x="8240431" y="4233193"/>
            <a:ext cx="271200" cy="260632"/>
          </a:xfrm>
          <a:prstGeom prst="rect">
            <a:avLst/>
          </a:prstGeom>
          <a:noFill/>
          <a:ln>
            <a:noFill/>
          </a:ln>
        </p:spPr>
      </p:pic>
      <p:sp>
        <p:nvSpPr>
          <p:cNvPr id="646" name="Google Shape;646;p24"/>
          <p:cNvSpPr/>
          <p:nvPr/>
        </p:nvSpPr>
        <p:spPr>
          <a:xfrm>
            <a:off x="185700" y="91350"/>
            <a:ext cx="8740200" cy="486600"/>
          </a:xfrm>
          <a:prstGeom prst="roundRect">
            <a:avLst>
              <a:gd fmla="val 16667" name="adj"/>
            </a:avLst>
          </a:prstGeom>
          <a:solidFill>
            <a:srgbClr val="0062A5"/>
          </a:solidFill>
          <a:ln cap="flat" cmpd="sng" w="9525">
            <a:solidFill>
              <a:srgbClr val="0062A5"/>
            </a:solidFill>
            <a:prstDash val="solid"/>
            <a:round/>
            <a:headEnd len="sm" w="sm" type="none"/>
            <a:tailEnd len="sm" w="sm" type="none"/>
          </a:ln>
        </p:spPr>
        <p:txBody>
          <a:bodyPr anchorCtr="0" anchor="ctr" bIns="0" lIns="91425" spcFirstLastPara="1" rIns="91425" wrap="square" tIns="0">
            <a:noAutofit/>
          </a:bodyPr>
          <a:lstStyle/>
          <a:p>
            <a:pPr indent="0" lvl="0" marL="0" rtl="0" algn="l">
              <a:lnSpc>
                <a:spcPct val="90000"/>
              </a:lnSpc>
              <a:spcBef>
                <a:spcPts val="0"/>
              </a:spcBef>
              <a:spcAft>
                <a:spcPts val="0"/>
              </a:spcAft>
              <a:buNone/>
            </a:pPr>
            <a:r>
              <a:rPr b="1" lang="en" sz="1800">
                <a:solidFill>
                  <a:srgbClr val="FFFFFF"/>
                </a:solidFill>
                <a:latin typeface="Jost"/>
                <a:ea typeface="Jost"/>
                <a:cs typeface="Jost"/>
                <a:sym typeface="Jost"/>
              </a:rPr>
              <a:t>Amneal-GPT: RBAC Architecture and Data Sources</a:t>
            </a:r>
            <a:endParaRPr b="1" sz="1800">
              <a:solidFill>
                <a:srgbClr val="FFFFFF"/>
              </a:solidFill>
              <a:latin typeface="Jost"/>
              <a:ea typeface="Jost"/>
              <a:cs typeface="Jost"/>
              <a:sym typeface="Jost"/>
            </a:endParaRPr>
          </a:p>
        </p:txBody>
      </p:sp>
      <p:sp>
        <p:nvSpPr>
          <p:cNvPr id="647" name="Google Shape;647;p24"/>
          <p:cNvSpPr txBox="1"/>
          <p:nvPr>
            <p:ph idx="12" type="sldNum"/>
          </p:nvPr>
        </p:nvSpPr>
        <p:spPr>
          <a:xfrm>
            <a:off x="8472458" y="4663217"/>
            <a:ext cx="548700" cy="393600"/>
          </a:xfrm>
          <a:prstGeom prst="rect">
            <a:avLst/>
          </a:prstGeom>
        </p:spPr>
        <p:txBody>
          <a:bodyPr anchorCtr="0" anchor="t" bIns="91425" lIns="91425" spcFirstLastPara="1" rIns="91425" wrap="square" tIns="91425">
            <a:normAutofit/>
          </a:bodyPr>
          <a:lstStyle/>
          <a:p>
            <a:pPr indent="0" lvl="0" marL="0" rtl="0" algn="r">
              <a:spcBef>
                <a:spcPts val="0"/>
              </a:spcBef>
              <a:spcAft>
                <a:spcPts val="0"/>
              </a:spcAft>
              <a:buNone/>
            </a:pPr>
            <a:fld id="{00000000-1234-1234-1234-123412341234}" type="slidenum">
              <a:rPr lang="en" sz="1200">
                <a:latin typeface="Jost"/>
                <a:ea typeface="Jost"/>
                <a:cs typeface="Jost"/>
                <a:sym typeface="Jost"/>
              </a:rPr>
              <a:t>‹#›</a:t>
            </a:fld>
            <a:endParaRPr sz="1200">
              <a:latin typeface="Jost"/>
              <a:ea typeface="Jost"/>
              <a:cs typeface="Jost"/>
              <a:sym typeface="Jost"/>
            </a:endParaRPr>
          </a:p>
        </p:txBody>
      </p:sp>
      <p:cxnSp>
        <p:nvCxnSpPr>
          <p:cNvPr id="648" name="Google Shape;648;p24"/>
          <p:cNvCxnSpPr>
            <a:stCxn id="637" idx="2"/>
            <a:endCxn id="633" idx="2"/>
          </p:cNvCxnSpPr>
          <p:nvPr/>
        </p:nvCxnSpPr>
        <p:spPr>
          <a:xfrm rot="5400000">
            <a:off x="5235438" y="2659400"/>
            <a:ext cx="1707000" cy="2710200"/>
          </a:xfrm>
          <a:prstGeom prst="bentConnector3">
            <a:avLst>
              <a:gd fmla="val 113952" name="adj1"/>
            </a:avLst>
          </a:prstGeom>
          <a:noFill/>
          <a:ln cap="flat" cmpd="sng" w="9525">
            <a:solidFill>
              <a:srgbClr val="0062A5"/>
            </a:solidFill>
            <a:prstDash val="solid"/>
            <a:round/>
            <a:headEnd len="med" w="med" type="triangle"/>
            <a:tailEnd len="med" w="med" type="triangle"/>
          </a:ln>
        </p:spPr>
      </p:cxn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2" name="Shape 652"/>
        <p:cNvGrpSpPr/>
        <p:nvPr/>
      </p:nvGrpSpPr>
      <p:grpSpPr>
        <a:xfrm>
          <a:off x="0" y="0"/>
          <a:ext cx="0" cy="0"/>
          <a:chOff x="0" y="0"/>
          <a:chExt cx="0" cy="0"/>
        </a:xfrm>
      </p:grpSpPr>
      <p:sp>
        <p:nvSpPr>
          <p:cNvPr id="653" name="Google Shape;653;p25"/>
          <p:cNvSpPr txBox="1"/>
          <p:nvPr/>
        </p:nvSpPr>
        <p:spPr>
          <a:xfrm>
            <a:off x="3982175" y="955050"/>
            <a:ext cx="1600800" cy="3097200"/>
          </a:xfrm>
          <a:prstGeom prst="rect">
            <a:avLst/>
          </a:prstGeom>
          <a:noFill/>
          <a:ln cap="flat" cmpd="sng" w="9525">
            <a:solidFill>
              <a:srgbClr val="8CC63E"/>
            </a:solidFill>
            <a:prstDash val="solid"/>
            <a:round/>
            <a:headEnd len="sm" w="sm" type="none"/>
            <a:tailEnd len="sm" w="sm" type="none"/>
          </a:ln>
        </p:spPr>
        <p:txBody>
          <a:bodyPr anchorCtr="0" anchor="t" bIns="83825" lIns="83825" spcFirstLastPara="1" rIns="83825" wrap="square" tIns="83825">
            <a:noAutofit/>
          </a:bodyPr>
          <a:lstStyle/>
          <a:p>
            <a:pPr indent="0" lvl="0" marL="0" rtl="0" algn="ctr">
              <a:spcBef>
                <a:spcPts val="0"/>
              </a:spcBef>
              <a:spcAft>
                <a:spcPts val="0"/>
              </a:spcAft>
              <a:buNone/>
            </a:pPr>
            <a:r>
              <a:t/>
            </a:r>
            <a:endParaRPr sz="1100">
              <a:solidFill>
                <a:schemeClr val="dk1"/>
              </a:solidFill>
              <a:latin typeface="Jost"/>
              <a:ea typeface="Jost"/>
              <a:cs typeface="Jost"/>
              <a:sym typeface="Jost"/>
            </a:endParaRPr>
          </a:p>
        </p:txBody>
      </p:sp>
      <p:sp>
        <p:nvSpPr>
          <p:cNvPr id="654" name="Google Shape;654;p25"/>
          <p:cNvSpPr txBox="1"/>
          <p:nvPr/>
        </p:nvSpPr>
        <p:spPr>
          <a:xfrm>
            <a:off x="185700" y="1957050"/>
            <a:ext cx="1399500" cy="614700"/>
          </a:xfrm>
          <a:prstGeom prst="rect">
            <a:avLst/>
          </a:prstGeom>
          <a:noFill/>
          <a:ln cap="flat" cmpd="sng" w="9525">
            <a:solidFill>
              <a:srgbClr val="0062A5"/>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en" sz="1200">
                <a:solidFill>
                  <a:srgbClr val="1D5A9C"/>
                </a:solidFill>
                <a:latin typeface="Jost"/>
                <a:ea typeface="Jost"/>
                <a:cs typeface="Jost"/>
                <a:sym typeface="Jost"/>
              </a:rPr>
              <a:t>Define Business Need</a:t>
            </a:r>
            <a:endParaRPr b="1" sz="1200">
              <a:solidFill>
                <a:srgbClr val="1D5A9C"/>
              </a:solidFill>
              <a:latin typeface="Jost"/>
              <a:ea typeface="Jost"/>
              <a:cs typeface="Jost"/>
              <a:sym typeface="Jost"/>
            </a:endParaRPr>
          </a:p>
        </p:txBody>
      </p:sp>
      <p:sp>
        <p:nvSpPr>
          <p:cNvPr id="655" name="Google Shape;655;p25"/>
          <p:cNvSpPr txBox="1"/>
          <p:nvPr/>
        </p:nvSpPr>
        <p:spPr>
          <a:xfrm>
            <a:off x="1892225" y="1567375"/>
            <a:ext cx="1805100" cy="1391400"/>
          </a:xfrm>
          <a:prstGeom prst="rect">
            <a:avLst/>
          </a:prstGeom>
          <a:noFill/>
          <a:ln cap="flat" cmpd="sng" w="9525">
            <a:solidFill>
              <a:srgbClr val="0062A5"/>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en" sz="1200">
                <a:solidFill>
                  <a:srgbClr val="1D5A9C"/>
                </a:solidFill>
                <a:latin typeface="Jost"/>
                <a:ea typeface="Jost"/>
                <a:cs typeface="Jost"/>
                <a:sym typeface="Jost"/>
              </a:rPr>
              <a:t>Model Workflow as</a:t>
            </a:r>
            <a:endParaRPr b="1" sz="1200">
              <a:solidFill>
                <a:srgbClr val="1D5A9C"/>
              </a:solidFill>
              <a:latin typeface="Jost"/>
              <a:ea typeface="Jost"/>
              <a:cs typeface="Jost"/>
              <a:sym typeface="Jost"/>
            </a:endParaRPr>
          </a:p>
          <a:p>
            <a:pPr indent="0" lvl="0" marL="0" rtl="0" algn="ctr">
              <a:spcBef>
                <a:spcPts val="0"/>
              </a:spcBef>
              <a:spcAft>
                <a:spcPts val="0"/>
              </a:spcAft>
              <a:buNone/>
            </a:pPr>
            <a:r>
              <a:t/>
            </a:r>
            <a:endParaRPr sz="1200">
              <a:solidFill>
                <a:srgbClr val="1D5A9C"/>
              </a:solidFill>
              <a:latin typeface="Jost"/>
              <a:ea typeface="Jost"/>
              <a:cs typeface="Jost"/>
              <a:sym typeface="Jost"/>
            </a:endParaRPr>
          </a:p>
          <a:p>
            <a:pPr indent="0" lvl="0" marL="0" rtl="0" algn="l">
              <a:spcBef>
                <a:spcPts val="0"/>
              </a:spcBef>
              <a:spcAft>
                <a:spcPts val="0"/>
              </a:spcAft>
              <a:buNone/>
            </a:pPr>
            <a:r>
              <a:rPr lang="en" sz="1100">
                <a:solidFill>
                  <a:srgbClr val="1D5A9C"/>
                </a:solidFill>
                <a:latin typeface="Jost"/>
                <a:ea typeface="Jost"/>
                <a:cs typeface="Jost"/>
                <a:sym typeface="Jost"/>
              </a:rPr>
              <a:t>- Domain Specific (e.g. Finance, HR)</a:t>
            </a:r>
            <a:endParaRPr sz="1100">
              <a:solidFill>
                <a:srgbClr val="1D5A9C"/>
              </a:solidFill>
              <a:latin typeface="Jost"/>
              <a:ea typeface="Jost"/>
              <a:cs typeface="Jost"/>
              <a:sym typeface="Jost"/>
            </a:endParaRPr>
          </a:p>
          <a:p>
            <a:pPr indent="0" lvl="0" marL="0" rtl="0" algn="l">
              <a:spcBef>
                <a:spcPts val="1000"/>
              </a:spcBef>
              <a:spcAft>
                <a:spcPts val="0"/>
              </a:spcAft>
              <a:buNone/>
            </a:pPr>
            <a:r>
              <a:rPr lang="en" sz="1100">
                <a:solidFill>
                  <a:srgbClr val="1D5A9C"/>
                </a:solidFill>
                <a:latin typeface="Jost"/>
                <a:ea typeface="Jost"/>
                <a:cs typeface="Jost"/>
                <a:sym typeface="Jost"/>
              </a:rPr>
              <a:t>- Technical (e.g. DataOps, Automation, MLOps)</a:t>
            </a:r>
            <a:endParaRPr sz="1100">
              <a:solidFill>
                <a:srgbClr val="1D5A9C"/>
              </a:solidFill>
              <a:latin typeface="Jost"/>
              <a:ea typeface="Jost"/>
              <a:cs typeface="Jost"/>
              <a:sym typeface="Jost"/>
            </a:endParaRPr>
          </a:p>
          <a:p>
            <a:pPr indent="0" lvl="0" marL="0" rtl="0" algn="l">
              <a:spcBef>
                <a:spcPts val="1000"/>
              </a:spcBef>
              <a:spcAft>
                <a:spcPts val="0"/>
              </a:spcAft>
              <a:buNone/>
            </a:pPr>
            <a:r>
              <a:t/>
            </a:r>
            <a:endParaRPr sz="1200">
              <a:solidFill>
                <a:srgbClr val="1D5A9C"/>
              </a:solidFill>
              <a:latin typeface="Jost"/>
              <a:ea typeface="Jost"/>
              <a:cs typeface="Jost"/>
              <a:sym typeface="Jost"/>
            </a:endParaRPr>
          </a:p>
          <a:p>
            <a:pPr indent="0" lvl="0" marL="0" rtl="0" algn="ctr">
              <a:spcBef>
                <a:spcPts val="0"/>
              </a:spcBef>
              <a:spcAft>
                <a:spcPts val="0"/>
              </a:spcAft>
              <a:buNone/>
            </a:pPr>
            <a:r>
              <a:t/>
            </a:r>
            <a:endParaRPr sz="1200">
              <a:solidFill>
                <a:srgbClr val="1D5A9C"/>
              </a:solidFill>
              <a:latin typeface="Jost"/>
              <a:ea typeface="Jost"/>
              <a:cs typeface="Jost"/>
              <a:sym typeface="Jost"/>
            </a:endParaRPr>
          </a:p>
        </p:txBody>
      </p:sp>
      <p:sp>
        <p:nvSpPr>
          <p:cNvPr id="656" name="Google Shape;656;p25"/>
          <p:cNvSpPr txBox="1"/>
          <p:nvPr/>
        </p:nvSpPr>
        <p:spPr>
          <a:xfrm>
            <a:off x="4132390" y="1122030"/>
            <a:ext cx="1326300" cy="563700"/>
          </a:xfrm>
          <a:prstGeom prst="rect">
            <a:avLst/>
          </a:prstGeom>
          <a:noFill/>
          <a:ln cap="flat" cmpd="sng" w="9525">
            <a:solidFill>
              <a:srgbClr val="8CC63E"/>
            </a:solidFill>
            <a:prstDash val="dash"/>
            <a:round/>
            <a:headEnd len="sm" w="sm" type="none"/>
            <a:tailEnd len="sm" w="sm" type="none"/>
          </a:ln>
        </p:spPr>
        <p:txBody>
          <a:bodyPr anchorCtr="0" anchor="t" bIns="83825" lIns="83825" spcFirstLastPara="1" rIns="83825" wrap="square" tIns="83825">
            <a:noAutofit/>
          </a:bodyPr>
          <a:lstStyle/>
          <a:p>
            <a:pPr indent="0" lvl="0" marL="0" rtl="0" algn="ctr">
              <a:spcBef>
                <a:spcPts val="0"/>
              </a:spcBef>
              <a:spcAft>
                <a:spcPts val="0"/>
              </a:spcAft>
              <a:buNone/>
            </a:pPr>
            <a:r>
              <a:rPr b="1" lang="en" sz="1100">
                <a:solidFill>
                  <a:srgbClr val="1D5A9C"/>
                </a:solidFill>
                <a:latin typeface="Jost"/>
                <a:ea typeface="Jost"/>
                <a:cs typeface="Jost"/>
                <a:sym typeface="Jost"/>
              </a:rPr>
              <a:t>Build &amp; Connect Agents</a:t>
            </a:r>
            <a:endParaRPr b="1" sz="1100">
              <a:solidFill>
                <a:srgbClr val="1D5A9C"/>
              </a:solidFill>
              <a:latin typeface="Jost"/>
              <a:ea typeface="Jost"/>
              <a:cs typeface="Jost"/>
              <a:sym typeface="Jost"/>
            </a:endParaRPr>
          </a:p>
        </p:txBody>
      </p:sp>
      <p:sp>
        <p:nvSpPr>
          <p:cNvPr id="657" name="Google Shape;657;p25"/>
          <p:cNvSpPr txBox="1"/>
          <p:nvPr/>
        </p:nvSpPr>
        <p:spPr>
          <a:xfrm>
            <a:off x="4132390" y="1967239"/>
            <a:ext cx="1326300" cy="563700"/>
          </a:xfrm>
          <a:prstGeom prst="rect">
            <a:avLst/>
          </a:prstGeom>
          <a:noFill/>
          <a:ln cap="flat" cmpd="sng" w="9525">
            <a:solidFill>
              <a:srgbClr val="8CC63E"/>
            </a:solidFill>
            <a:prstDash val="dash"/>
            <a:round/>
            <a:headEnd len="sm" w="sm" type="none"/>
            <a:tailEnd len="sm" w="sm" type="none"/>
          </a:ln>
        </p:spPr>
        <p:txBody>
          <a:bodyPr anchorCtr="0" anchor="t" bIns="83825" lIns="83825" spcFirstLastPara="1" rIns="83825" wrap="square" tIns="83825">
            <a:noAutofit/>
          </a:bodyPr>
          <a:lstStyle/>
          <a:p>
            <a:pPr indent="0" lvl="0" marL="0" rtl="0" algn="ctr">
              <a:spcBef>
                <a:spcPts val="0"/>
              </a:spcBef>
              <a:spcAft>
                <a:spcPts val="0"/>
              </a:spcAft>
              <a:buNone/>
            </a:pPr>
            <a:r>
              <a:rPr b="1" lang="en" sz="1200">
                <a:solidFill>
                  <a:srgbClr val="1D5A9C"/>
                </a:solidFill>
                <a:latin typeface="Jost"/>
                <a:ea typeface="Jost"/>
                <a:cs typeface="Jost"/>
                <a:sym typeface="Jost"/>
              </a:rPr>
              <a:t>Agent/Tool Registry</a:t>
            </a:r>
            <a:endParaRPr b="1" sz="1200">
              <a:solidFill>
                <a:srgbClr val="1D5A9C"/>
              </a:solidFill>
              <a:latin typeface="Jost"/>
              <a:ea typeface="Jost"/>
              <a:cs typeface="Jost"/>
              <a:sym typeface="Jost"/>
            </a:endParaRPr>
          </a:p>
        </p:txBody>
      </p:sp>
      <p:sp>
        <p:nvSpPr>
          <p:cNvPr id="658" name="Google Shape;658;p25"/>
          <p:cNvSpPr txBox="1"/>
          <p:nvPr/>
        </p:nvSpPr>
        <p:spPr>
          <a:xfrm>
            <a:off x="4132400" y="2777250"/>
            <a:ext cx="1326300" cy="1138500"/>
          </a:xfrm>
          <a:prstGeom prst="rect">
            <a:avLst/>
          </a:prstGeom>
          <a:noFill/>
          <a:ln cap="flat" cmpd="sng" w="9525">
            <a:solidFill>
              <a:srgbClr val="8CC63E"/>
            </a:solidFill>
            <a:prstDash val="dash"/>
            <a:round/>
            <a:headEnd len="sm" w="sm" type="none"/>
            <a:tailEnd len="sm" w="sm" type="none"/>
          </a:ln>
        </p:spPr>
        <p:txBody>
          <a:bodyPr anchorCtr="0" anchor="t" bIns="83825" lIns="83825" spcFirstLastPara="1" rIns="83825" wrap="square" tIns="83825">
            <a:noAutofit/>
          </a:bodyPr>
          <a:lstStyle/>
          <a:p>
            <a:pPr indent="0" lvl="0" marL="0" rtl="0" algn="ctr">
              <a:spcBef>
                <a:spcPts val="0"/>
              </a:spcBef>
              <a:spcAft>
                <a:spcPts val="0"/>
              </a:spcAft>
              <a:buNone/>
            </a:pPr>
            <a:r>
              <a:t/>
            </a:r>
            <a:endParaRPr sz="1100">
              <a:solidFill>
                <a:srgbClr val="1D5A9C"/>
              </a:solidFill>
              <a:latin typeface="Jost"/>
              <a:ea typeface="Jost"/>
              <a:cs typeface="Jost"/>
              <a:sym typeface="Jost"/>
            </a:endParaRPr>
          </a:p>
          <a:p>
            <a:pPr indent="0" lvl="0" marL="0" rtl="0" algn="ctr">
              <a:spcBef>
                <a:spcPts val="0"/>
              </a:spcBef>
              <a:spcAft>
                <a:spcPts val="0"/>
              </a:spcAft>
              <a:buNone/>
            </a:pPr>
            <a:r>
              <a:t/>
            </a:r>
            <a:endParaRPr sz="1100">
              <a:solidFill>
                <a:srgbClr val="1D5A9C"/>
              </a:solidFill>
              <a:latin typeface="Jost"/>
              <a:ea typeface="Jost"/>
              <a:cs typeface="Jost"/>
              <a:sym typeface="Jost"/>
            </a:endParaRPr>
          </a:p>
          <a:p>
            <a:pPr indent="0" lvl="0" marL="0" rtl="0" algn="ctr">
              <a:spcBef>
                <a:spcPts val="0"/>
              </a:spcBef>
              <a:spcAft>
                <a:spcPts val="0"/>
              </a:spcAft>
              <a:buNone/>
            </a:pPr>
            <a:r>
              <a:t/>
            </a:r>
            <a:endParaRPr sz="1100">
              <a:solidFill>
                <a:srgbClr val="1D5A9C"/>
              </a:solidFill>
              <a:latin typeface="Jost"/>
              <a:ea typeface="Jost"/>
              <a:cs typeface="Jost"/>
              <a:sym typeface="Jost"/>
            </a:endParaRPr>
          </a:p>
          <a:p>
            <a:pPr indent="0" lvl="0" marL="0" rtl="0" algn="ctr">
              <a:spcBef>
                <a:spcPts val="0"/>
              </a:spcBef>
              <a:spcAft>
                <a:spcPts val="0"/>
              </a:spcAft>
              <a:buNone/>
            </a:pPr>
            <a:r>
              <a:rPr lang="en" sz="1100">
                <a:solidFill>
                  <a:srgbClr val="1D5A9C"/>
                </a:solidFill>
                <a:latin typeface="Jost"/>
                <a:ea typeface="Jost"/>
                <a:cs typeface="Jost"/>
                <a:sym typeface="Jost"/>
              </a:rPr>
              <a:t>Enterprise Systems</a:t>
            </a:r>
            <a:endParaRPr sz="1100">
              <a:solidFill>
                <a:srgbClr val="1D5A9C"/>
              </a:solidFill>
              <a:latin typeface="Jost"/>
              <a:ea typeface="Jost"/>
              <a:cs typeface="Jost"/>
              <a:sym typeface="Jost"/>
            </a:endParaRPr>
          </a:p>
          <a:p>
            <a:pPr indent="0" lvl="0" marL="0" rtl="0" algn="ctr">
              <a:spcBef>
                <a:spcPts val="0"/>
              </a:spcBef>
              <a:spcAft>
                <a:spcPts val="0"/>
              </a:spcAft>
              <a:buNone/>
            </a:pPr>
            <a:r>
              <a:rPr lang="en" sz="1008">
                <a:solidFill>
                  <a:srgbClr val="1D5A9C"/>
                </a:solidFill>
                <a:latin typeface="Jost"/>
                <a:ea typeface="Jost"/>
                <a:cs typeface="Jost"/>
                <a:sym typeface="Jost"/>
              </a:rPr>
              <a:t>(Databases, APIs, CRM/ERP)</a:t>
            </a:r>
            <a:endParaRPr sz="1008">
              <a:solidFill>
                <a:srgbClr val="1D5A9C"/>
              </a:solidFill>
              <a:latin typeface="Jost"/>
              <a:ea typeface="Jost"/>
              <a:cs typeface="Jost"/>
              <a:sym typeface="Jost"/>
            </a:endParaRPr>
          </a:p>
        </p:txBody>
      </p:sp>
      <p:sp>
        <p:nvSpPr>
          <p:cNvPr id="659" name="Google Shape;659;p25"/>
          <p:cNvSpPr txBox="1"/>
          <p:nvPr/>
        </p:nvSpPr>
        <p:spPr>
          <a:xfrm>
            <a:off x="7225537" y="1742850"/>
            <a:ext cx="1541700" cy="1034400"/>
          </a:xfrm>
          <a:prstGeom prst="rect">
            <a:avLst/>
          </a:prstGeom>
          <a:noFill/>
          <a:ln cap="flat" cmpd="sng" w="9525">
            <a:solidFill>
              <a:srgbClr val="0062A5"/>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rgbClr val="1D5A9C"/>
                </a:solidFill>
                <a:latin typeface="Jost"/>
                <a:ea typeface="Jost"/>
                <a:cs typeface="Jost"/>
                <a:sym typeface="Jost"/>
              </a:rPr>
              <a:t>Monitor &amp; Improve</a:t>
            </a:r>
            <a:endParaRPr b="1" sz="1200">
              <a:solidFill>
                <a:srgbClr val="1D5A9C"/>
              </a:solidFill>
              <a:latin typeface="Jost"/>
              <a:ea typeface="Jost"/>
              <a:cs typeface="Jost"/>
              <a:sym typeface="Jost"/>
            </a:endParaRPr>
          </a:p>
          <a:p>
            <a:pPr indent="0" lvl="0" marL="0" rtl="0" algn="l">
              <a:spcBef>
                <a:spcPts val="1000"/>
              </a:spcBef>
              <a:spcAft>
                <a:spcPts val="0"/>
              </a:spcAft>
              <a:buNone/>
            </a:pPr>
            <a:r>
              <a:rPr lang="en" sz="1100">
                <a:solidFill>
                  <a:srgbClr val="1D5A9C"/>
                </a:solidFill>
                <a:latin typeface="Jost"/>
                <a:ea typeface="Jost"/>
                <a:cs typeface="Jost"/>
                <a:sym typeface="Jost"/>
              </a:rPr>
              <a:t>- Evaluation Testng</a:t>
            </a:r>
            <a:endParaRPr sz="1100">
              <a:solidFill>
                <a:srgbClr val="1D5A9C"/>
              </a:solidFill>
              <a:latin typeface="Jost"/>
              <a:ea typeface="Jost"/>
              <a:cs typeface="Jost"/>
              <a:sym typeface="Jost"/>
            </a:endParaRPr>
          </a:p>
          <a:p>
            <a:pPr indent="0" lvl="0" marL="0" rtl="0" algn="l">
              <a:spcBef>
                <a:spcPts val="1000"/>
              </a:spcBef>
              <a:spcAft>
                <a:spcPts val="1000"/>
              </a:spcAft>
              <a:buNone/>
            </a:pPr>
            <a:r>
              <a:rPr lang="en" sz="1100">
                <a:solidFill>
                  <a:srgbClr val="1D5A9C"/>
                </a:solidFill>
                <a:latin typeface="Jost"/>
                <a:ea typeface="Jost"/>
                <a:cs typeface="Jost"/>
                <a:sym typeface="Jost"/>
              </a:rPr>
              <a:t>- Performance &amp; KPIs</a:t>
            </a:r>
            <a:endParaRPr sz="1100">
              <a:solidFill>
                <a:srgbClr val="1D5A9C"/>
              </a:solidFill>
              <a:latin typeface="Jost"/>
              <a:ea typeface="Jost"/>
              <a:cs typeface="Jost"/>
              <a:sym typeface="Jost"/>
            </a:endParaRPr>
          </a:p>
        </p:txBody>
      </p:sp>
      <p:sp>
        <p:nvSpPr>
          <p:cNvPr id="660" name="Google Shape;660;p25"/>
          <p:cNvSpPr txBox="1"/>
          <p:nvPr/>
        </p:nvSpPr>
        <p:spPr>
          <a:xfrm>
            <a:off x="5879483" y="1955725"/>
            <a:ext cx="1079700" cy="614700"/>
          </a:xfrm>
          <a:prstGeom prst="rect">
            <a:avLst/>
          </a:prstGeom>
          <a:noFill/>
          <a:ln cap="flat" cmpd="sng" w="9525">
            <a:solidFill>
              <a:srgbClr val="0062A5"/>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en" sz="1200">
                <a:solidFill>
                  <a:srgbClr val="1D5A9C"/>
                </a:solidFill>
                <a:latin typeface="Jost"/>
                <a:ea typeface="Jost"/>
                <a:cs typeface="Jost"/>
                <a:sym typeface="Jost"/>
              </a:rPr>
              <a:t>Deploy &amp; Automate</a:t>
            </a:r>
            <a:endParaRPr b="1" sz="1200">
              <a:solidFill>
                <a:srgbClr val="1D5A9C"/>
              </a:solidFill>
              <a:latin typeface="Jost"/>
              <a:ea typeface="Jost"/>
              <a:cs typeface="Jost"/>
              <a:sym typeface="Jost"/>
            </a:endParaRPr>
          </a:p>
        </p:txBody>
      </p:sp>
      <p:cxnSp>
        <p:nvCxnSpPr>
          <p:cNvPr id="661" name="Google Shape;661;p25"/>
          <p:cNvCxnSpPr>
            <a:stCxn id="654" idx="3"/>
            <a:endCxn id="655" idx="1"/>
          </p:cNvCxnSpPr>
          <p:nvPr/>
        </p:nvCxnSpPr>
        <p:spPr>
          <a:xfrm flipH="1" rot="10800000">
            <a:off x="1585200" y="2263200"/>
            <a:ext cx="306900" cy="1200"/>
          </a:xfrm>
          <a:prstGeom prst="straightConnector1">
            <a:avLst/>
          </a:prstGeom>
          <a:noFill/>
          <a:ln cap="flat" cmpd="sng" w="9525">
            <a:solidFill>
              <a:srgbClr val="0062A5"/>
            </a:solidFill>
            <a:prstDash val="solid"/>
            <a:round/>
            <a:headEnd len="med" w="med" type="none"/>
            <a:tailEnd len="med" w="med" type="triangle"/>
          </a:ln>
        </p:spPr>
      </p:cxnSp>
      <p:cxnSp>
        <p:nvCxnSpPr>
          <p:cNvPr id="662" name="Google Shape;662;p25"/>
          <p:cNvCxnSpPr>
            <a:stCxn id="656" idx="2"/>
            <a:endCxn id="657" idx="0"/>
          </p:cNvCxnSpPr>
          <p:nvPr/>
        </p:nvCxnSpPr>
        <p:spPr>
          <a:xfrm>
            <a:off x="4795540" y="1685730"/>
            <a:ext cx="0" cy="281400"/>
          </a:xfrm>
          <a:prstGeom prst="straightConnector1">
            <a:avLst/>
          </a:prstGeom>
          <a:noFill/>
          <a:ln cap="flat" cmpd="sng" w="9525">
            <a:solidFill>
              <a:srgbClr val="8CC63E"/>
            </a:solidFill>
            <a:prstDash val="solid"/>
            <a:round/>
            <a:headEnd len="med" w="med" type="none"/>
            <a:tailEnd len="med" w="med" type="triangle"/>
          </a:ln>
        </p:spPr>
      </p:cxnSp>
      <p:cxnSp>
        <p:nvCxnSpPr>
          <p:cNvPr id="663" name="Google Shape;663;p25"/>
          <p:cNvCxnSpPr>
            <a:stCxn id="658" idx="0"/>
            <a:endCxn id="657" idx="2"/>
          </p:cNvCxnSpPr>
          <p:nvPr/>
        </p:nvCxnSpPr>
        <p:spPr>
          <a:xfrm rot="10800000">
            <a:off x="4795550" y="2530950"/>
            <a:ext cx="0" cy="246300"/>
          </a:xfrm>
          <a:prstGeom prst="straightConnector1">
            <a:avLst/>
          </a:prstGeom>
          <a:noFill/>
          <a:ln cap="flat" cmpd="sng" w="9525">
            <a:solidFill>
              <a:srgbClr val="8CC63E"/>
            </a:solidFill>
            <a:prstDash val="solid"/>
            <a:round/>
            <a:headEnd len="med" w="med" type="none"/>
            <a:tailEnd len="med" w="med" type="triangle"/>
          </a:ln>
        </p:spPr>
      </p:cxnSp>
      <p:cxnSp>
        <p:nvCxnSpPr>
          <p:cNvPr id="664" name="Google Shape;664;p25"/>
          <p:cNvCxnSpPr>
            <a:stCxn id="660" idx="3"/>
            <a:endCxn id="659" idx="1"/>
          </p:cNvCxnSpPr>
          <p:nvPr/>
        </p:nvCxnSpPr>
        <p:spPr>
          <a:xfrm flipH="1" rot="10800000">
            <a:off x="6959183" y="2260075"/>
            <a:ext cx="266400" cy="3000"/>
          </a:xfrm>
          <a:prstGeom prst="straightConnector1">
            <a:avLst/>
          </a:prstGeom>
          <a:noFill/>
          <a:ln cap="flat" cmpd="sng" w="9525">
            <a:solidFill>
              <a:srgbClr val="0062A5"/>
            </a:solidFill>
            <a:prstDash val="solid"/>
            <a:round/>
            <a:headEnd len="med" w="med" type="none"/>
            <a:tailEnd len="med" w="med" type="triangle"/>
          </a:ln>
        </p:spPr>
      </p:cxnSp>
      <p:cxnSp>
        <p:nvCxnSpPr>
          <p:cNvPr id="665" name="Google Shape;665;p25"/>
          <p:cNvCxnSpPr/>
          <p:nvPr/>
        </p:nvCxnSpPr>
        <p:spPr>
          <a:xfrm flipH="1" rot="10800000">
            <a:off x="5590785" y="2252391"/>
            <a:ext cx="298500" cy="3000"/>
          </a:xfrm>
          <a:prstGeom prst="straightConnector1">
            <a:avLst/>
          </a:prstGeom>
          <a:noFill/>
          <a:ln cap="flat" cmpd="sng" w="9525">
            <a:solidFill>
              <a:srgbClr val="0062A5"/>
            </a:solidFill>
            <a:prstDash val="solid"/>
            <a:round/>
            <a:headEnd len="med" w="med" type="none"/>
            <a:tailEnd len="med" w="med" type="triangle"/>
          </a:ln>
        </p:spPr>
      </p:cxnSp>
      <p:cxnSp>
        <p:nvCxnSpPr>
          <p:cNvPr id="666" name="Google Shape;666;p25"/>
          <p:cNvCxnSpPr>
            <a:stCxn id="655" idx="3"/>
          </p:cNvCxnSpPr>
          <p:nvPr/>
        </p:nvCxnSpPr>
        <p:spPr>
          <a:xfrm flipH="1" rot="10800000">
            <a:off x="3697325" y="2260675"/>
            <a:ext cx="287400" cy="2400"/>
          </a:xfrm>
          <a:prstGeom prst="straightConnector1">
            <a:avLst/>
          </a:prstGeom>
          <a:noFill/>
          <a:ln cap="flat" cmpd="sng" w="9525">
            <a:solidFill>
              <a:srgbClr val="0062A5"/>
            </a:solidFill>
            <a:prstDash val="solid"/>
            <a:round/>
            <a:headEnd len="med" w="med" type="none"/>
            <a:tailEnd len="med" w="med" type="triangle"/>
          </a:ln>
        </p:spPr>
      </p:cxnSp>
      <p:sp>
        <p:nvSpPr>
          <p:cNvPr id="667" name="Google Shape;667;p25"/>
          <p:cNvSpPr/>
          <p:nvPr/>
        </p:nvSpPr>
        <p:spPr>
          <a:xfrm>
            <a:off x="185700" y="91350"/>
            <a:ext cx="8740200" cy="486600"/>
          </a:xfrm>
          <a:prstGeom prst="roundRect">
            <a:avLst>
              <a:gd fmla="val 16667" name="adj"/>
            </a:avLst>
          </a:prstGeom>
          <a:solidFill>
            <a:srgbClr val="0062A5"/>
          </a:solidFill>
          <a:ln cap="flat" cmpd="sng" w="9525">
            <a:solidFill>
              <a:srgbClr val="0062A5"/>
            </a:solidFill>
            <a:prstDash val="solid"/>
            <a:round/>
            <a:headEnd len="sm" w="sm" type="none"/>
            <a:tailEnd len="sm" w="sm" type="none"/>
          </a:ln>
        </p:spPr>
        <p:txBody>
          <a:bodyPr anchorCtr="0" anchor="ctr" bIns="0" lIns="91425" spcFirstLastPara="1" rIns="91425" wrap="square" tIns="0">
            <a:noAutofit/>
          </a:bodyPr>
          <a:lstStyle/>
          <a:p>
            <a:pPr indent="0" lvl="0" marL="0" rtl="0" algn="l">
              <a:lnSpc>
                <a:spcPct val="129600"/>
              </a:lnSpc>
              <a:spcBef>
                <a:spcPts val="0"/>
              </a:spcBef>
              <a:spcAft>
                <a:spcPts val="0"/>
              </a:spcAft>
              <a:buNone/>
            </a:pPr>
            <a:r>
              <a:rPr b="1" lang="en" sz="1800">
                <a:solidFill>
                  <a:srgbClr val="FFFFFF"/>
                </a:solidFill>
                <a:latin typeface="Jost"/>
                <a:ea typeface="Jost"/>
                <a:cs typeface="Jost"/>
                <a:sym typeface="Jost"/>
              </a:rPr>
              <a:t>Agent Factory</a:t>
            </a:r>
            <a:endParaRPr b="1" sz="1800">
              <a:solidFill>
                <a:srgbClr val="FFFFFF"/>
              </a:solidFill>
              <a:latin typeface="Jost"/>
              <a:ea typeface="Jost"/>
              <a:cs typeface="Jost"/>
              <a:sym typeface="Jost"/>
            </a:endParaRPr>
          </a:p>
        </p:txBody>
      </p:sp>
      <p:sp>
        <p:nvSpPr>
          <p:cNvPr id="668" name="Google Shape;668;p2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200">
                <a:latin typeface="Jost"/>
                <a:ea typeface="Jost"/>
                <a:cs typeface="Jost"/>
                <a:sym typeface="Jost"/>
              </a:rPr>
              <a:t>‹#›</a:t>
            </a:fld>
            <a:endParaRPr sz="1200">
              <a:latin typeface="Jost"/>
              <a:ea typeface="Jost"/>
              <a:cs typeface="Jost"/>
              <a:sym typeface="Jost"/>
            </a:endParaRPr>
          </a:p>
        </p:txBody>
      </p:sp>
      <p:pic>
        <p:nvPicPr>
          <p:cNvPr id="669" name="Google Shape;669;p25" title="pie-logo.png"/>
          <p:cNvPicPr preferRelativeResize="0"/>
          <p:nvPr/>
        </p:nvPicPr>
        <p:blipFill>
          <a:blip r:embed="rId3">
            <a:alphaModFix/>
          </a:blip>
          <a:stretch>
            <a:fillRect/>
          </a:stretch>
        </p:blipFill>
        <p:spPr>
          <a:xfrm>
            <a:off x="4642101" y="2873525"/>
            <a:ext cx="306901" cy="465894"/>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3" name="Shape 673"/>
        <p:cNvGrpSpPr/>
        <p:nvPr/>
      </p:nvGrpSpPr>
      <p:grpSpPr>
        <a:xfrm>
          <a:off x="0" y="0"/>
          <a:ext cx="0" cy="0"/>
          <a:chOff x="0" y="0"/>
          <a:chExt cx="0" cy="0"/>
        </a:xfrm>
      </p:grpSpPr>
      <p:sp>
        <p:nvSpPr>
          <p:cNvPr id="674" name="Google Shape;674;p26"/>
          <p:cNvSpPr txBox="1"/>
          <p:nvPr/>
        </p:nvSpPr>
        <p:spPr>
          <a:xfrm>
            <a:off x="8028138" y="613450"/>
            <a:ext cx="1307100" cy="44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000">
                <a:solidFill>
                  <a:srgbClr val="FF0000"/>
                </a:solidFill>
              </a:rPr>
              <a:t>**Confidential**</a:t>
            </a:r>
            <a:endParaRPr b="1" sz="1000">
              <a:solidFill>
                <a:srgbClr val="FF0000"/>
              </a:solidFill>
            </a:endParaRPr>
          </a:p>
        </p:txBody>
      </p:sp>
      <p:sp>
        <p:nvSpPr>
          <p:cNvPr id="675" name="Google Shape;675;p26"/>
          <p:cNvSpPr txBox="1"/>
          <p:nvPr/>
        </p:nvSpPr>
        <p:spPr>
          <a:xfrm>
            <a:off x="283307" y="2482309"/>
            <a:ext cx="1419900" cy="354000"/>
          </a:xfrm>
          <a:prstGeom prst="rect">
            <a:avLst/>
          </a:prstGeom>
          <a:solidFill>
            <a:srgbClr val="1D5A9C"/>
          </a:solidFill>
          <a:ln>
            <a:noFill/>
          </a:ln>
        </p:spPr>
        <p:txBody>
          <a:bodyPr anchorCtr="0" anchor="t" bIns="87600" lIns="87600" spcFirstLastPara="1" rIns="87600" wrap="square" tIns="87600">
            <a:spAutoFit/>
          </a:bodyPr>
          <a:lstStyle/>
          <a:p>
            <a:pPr indent="0" lvl="0" marL="0" rtl="0" algn="ctr">
              <a:spcBef>
                <a:spcPts val="0"/>
              </a:spcBef>
              <a:spcAft>
                <a:spcPts val="0"/>
              </a:spcAft>
              <a:buNone/>
            </a:pPr>
            <a:r>
              <a:rPr b="1" lang="en" sz="1149">
                <a:solidFill>
                  <a:schemeClr val="lt1"/>
                </a:solidFill>
                <a:latin typeface="Nunito"/>
                <a:ea typeface="Nunito"/>
                <a:cs typeface="Nunito"/>
                <a:sym typeface="Nunito"/>
              </a:rPr>
              <a:t>Document Parser</a:t>
            </a:r>
            <a:endParaRPr b="1" sz="1149">
              <a:solidFill>
                <a:schemeClr val="lt1"/>
              </a:solidFill>
              <a:latin typeface="Nunito"/>
              <a:ea typeface="Nunito"/>
              <a:cs typeface="Nunito"/>
              <a:sym typeface="Nunito"/>
            </a:endParaRPr>
          </a:p>
        </p:txBody>
      </p:sp>
      <p:sp>
        <p:nvSpPr>
          <p:cNvPr id="676" name="Google Shape;676;p26"/>
          <p:cNvSpPr txBox="1"/>
          <p:nvPr/>
        </p:nvSpPr>
        <p:spPr>
          <a:xfrm>
            <a:off x="4478576" y="880274"/>
            <a:ext cx="2679300" cy="1239000"/>
          </a:xfrm>
          <a:prstGeom prst="rect">
            <a:avLst/>
          </a:prstGeom>
          <a:solidFill>
            <a:srgbClr val="8CC63E"/>
          </a:solidFill>
          <a:ln>
            <a:noFill/>
          </a:ln>
        </p:spPr>
        <p:txBody>
          <a:bodyPr anchorCtr="0" anchor="t" bIns="87600" lIns="87600" spcFirstLastPara="1" rIns="87600" wrap="square" tIns="87600">
            <a:spAutoFit/>
          </a:bodyPr>
          <a:lstStyle/>
          <a:p>
            <a:pPr indent="0" lvl="0" marL="0" rtl="0" algn="l">
              <a:spcBef>
                <a:spcPts val="0"/>
              </a:spcBef>
              <a:spcAft>
                <a:spcPts val="0"/>
              </a:spcAft>
              <a:buClr>
                <a:schemeClr val="dk1"/>
              </a:buClr>
              <a:buSzPts val="1054"/>
              <a:buFont typeface="Arial"/>
              <a:buNone/>
            </a:pPr>
            <a:r>
              <a:rPr lang="en" sz="766">
                <a:solidFill>
                  <a:schemeClr val="lt1"/>
                </a:solidFill>
                <a:latin typeface="Nunito SemiBold"/>
                <a:ea typeface="Nunito SemiBold"/>
                <a:cs typeface="Nunito SemiBold"/>
                <a:sym typeface="Nunito SemiBold"/>
              </a:rPr>
              <a:t>{</a:t>
            </a:r>
            <a:endParaRPr sz="766">
              <a:solidFill>
                <a:schemeClr val="lt1"/>
              </a:solidFill>
              <a:latin typeface="Nunito SemiBold"/>
              <a:ea typeface="Nunito SemiBold"/>
              <a:cs typeface="Nunito SemiBold"/>
              <a:sym typeface="Nunito SemiBold"/>
            </a:endParaRPr>
          </a:p>
          <a:p>
            <a:pPr indent="0" lvl="0" marL="0" rtl="0" algn="l">
              <a:spcBef>
                <a:spcPts val="0"/>
              </a:spcBef>
              <a:spcAft>
                <a:spcPts val="0"/>
              </a:spcAft>
              <a:buClr>
                <a:schemeClr val="dk1"/>
              </a:buClr>
              <a:buSzPts val="1054"/>
              <a:buFont typeface="Arial"/>
              <a:buNone/>
            </a:pPr>
            <a:r>
              <a:rPr lang="en" sz="766">
                <a:solidFill>
                  <a:schemeClr val="lt1"/>
                </a:solidFill>
                <a:latin typeface="Nunito SemiBold"/>
                <a:ea typeface="Nunito SemiBold"/>
                <a:cs typeface="Nunito SemiBold"/>
                <a:sym typeface="Nunito SemiBold"/>
              </a:rPr>
              <a:t>  "anda_no": "1234",</a:t>
            </a:r>
            <a:endParaRPr sz="766">
              <a:solidFill>
                <a:schemeClr val="lt1"/>
              </a:solidFill>
              <a:latin typeface="Nunito SemiBold"/>
              <a:ea typeface="Nunito SemiBold"/>
              <a:cs typeface="Nunito SemiBold"/>
              <a:sym typeface="Nunito SemiBold"/>
            </a:endParaRPr>
          </a:p>
          <a:p>
            <a:pPr indent="0" lvl="0" marL="0" rtl="0" algn="l">
              <a:spcBef>
                <a:spcPts val="0"/>
              </a:spcBef>
              <a:spcAft>
                <a:spcPts val="0"/>
              </a:spcAft>
              <a:buClr>
                <a:schemeClr val="dk1"/>
              </a:buClr>
              <a:buSzPts val="1054"/>
              <a:buFont typeface="Arial"/>
              <a:buNone/>
            </a:pPr>
            <a:r>
              <a:rPr lang="en" sz="766">
                <a:solidFill>
                  <a:schemeClr val="lt1"/>
                </a:solidFill>
                <a:latin typeface="Nunito SemiBold"/>
                <a:ea typeface="Nunito SemiBold"/>
                <a:cs typeface="Nunito SemiBold"/>
                <a:sym typeface="Nunito SemiBold"/>
              </a:rPr>
              <a:t>  "medicine_name": "xyz",</a:t>
            </a:r>
            <a:endParaRPr sz="766">
              <a:solidFill>
                <a:schemeClr val="lt1"/>
              </a:solidFill>
              <a:latin typeface="Nunito SemiBold"/>
              <a:ea typeface="Nunito SemiBold"/>
              <a:cs typeface="Nunito SemiBold"/>
              <a:sym typeface="Nunito SemiBold"/>
            </a:endParaRPr>
          </a:p>
          <a:p>
            <a:pPr indent="0" lvl="0" marL="0" rtl="0" algn="l">
              <a:spcBef>
                <a:spcPts val="0"/>
              </a:spcBef>
              <a:spcAft>
                <a:spcPts val="0"/>
              </a:spcAft>
              <a:buClr>
                <a:schemeClr val="dk1"/>
              </a:buClr>
              <a:buSzPts val="1054"/>
              <a:buFont typeface="Arial"/>
              <a:buNone/>
            </a:pPr>
            <a:r>
              <a:rPr lang="en" sz="766">
                <a:solidFill>
                  <a:schemeClr val="lt1"/>
                </a:solidFill>
                <a:latin typeface="Nunito SemiBold"/>
                <a:ea typeface="Nunito SemiBold"/>
                <a:cs typeface="Nunito SemiBold"/>
                <a:sym typeface="Nunito SemiBold"/>
              </a:rPr>
              <a:t>  "deficiency_response_data": "xx-yy-zz",</a:t>
            </a:r>
            <a:endParaRPr sz="766">
              <a:solidFill>
                <a:schemeClr val="lt1"/>
              </a:solidFill>
              <a:latin typeface="Nunito SemiBold"/>
              <a:ea typeface="Nunito SemiBold"/>
              <a:cs typeface="Nunito SemiBold"/>
              <a:sym typeface="Nunito SemiBold"/>
            </a:endParaRPr>
          </a:p>
          <a:p>
            <a:pPr indent="0" lvl="0" marL="0" rtl="0" algn="l">
              <a:spcBef>
                <a:spcPts val="0"/>
              </a:spcBef>
              <a:spcAft>
                <a:spcPts val="0"/>
              </a:spcAft>
              <a:buNone/>
            </a:pPr>
            <a:r>
              <a:rPr lang="en" sz="766">
                <a:solidFill>
                  <a:schemeClr val="lt1"/>
                </a:solidFill>
                <a:latin typeface="Nunito SemiBold"/>
                <a:ea typeface="Nunito SemiBold"/>
                <a:cs typeface="Nunito SemiBold"/>
                <a:sym typeface="Nunito SemiBold"/>
              </a:rPr>
              <a:t>  "country_code": "xyz",</a:t>
            </a:r>
            <a:endParaRPr sz="766">
              <a:solidFill>
                <a:schemeClr val="lt1"/>
              </a:solidFill>
              <a:latin typeface="Nunito SemiBold"/>
              <a:ea typeface="Nunito SemiBold"/>
              <a:cs typeface="Nunito SemiBold"/>
              <a:sym typeface="Nunito SemiBold"/>
            </a:endParaRPr>
          </a:p>
          <a:p>
            <a:pPr indent="0" lvl="0" marL="0" rtl="0" algn="l">
              <a:spcBef>
                <a:spcPts val="0"/>
              </a:spcBef>
              <a:spcAft>
                <a:spcPts val="0"/>
              </a:spcAft>
              <a:buNone/>
            </a:pPr>
            <a:r>
              <a:rPr lang="en" sz="766">
                <a:solidFill>
                  <a:schemeClr val="lt1"/>
                </a:solidFill>
                <a:latin typeface="Nunito SemiBold"/>
                <a:ea typeface="Nunito SemiBold"/>
                <a:cs typeface="Nunito SemiBold"/>
                <a:sym typeface="Nunito SemiBold"/>
              </a:rPr>
              <a:t>  “document_remarks”: “xyz”,</a:t>
            </a:r>
            <a:endParaRPr sz="766">
              <a:solidFill>
                <a:schemeClr val="lt1"/>
              </a:solidFill>
              <a:latin typeface="Nunito SemiBold"/>
              <a:ea typeface="Nunito SemiBold"/>
              <a:cs typeface="Nunito SemiBold"/>
              <a:sym typeface="Nunito SemiBold"/>
            </a:endParaRPr>
          </a:p>
          <a:p>
            <a:pPr indent="0" lvl="0" marL="0" rtl="0" algn="l">
              <a:spcBef>
                <a:spcPts val="0"/>
              </a:spcBef>
              <a:spcAft>
                <a:spcPts val="0"/>
              </a:spcAft>
              <a:buNone/>
            </a:pPr>
            <a:r>
              <a:rPr lang="en" sz="766">
                <a:solidFill>
                  <a:schemeClr val="lt1"/>
                </a:solidFill>
                <a:latin typeface="Nunito SemiBold"/>
                <a:ea typeface="Nunito SemiBold"/>
                <a:cs typeface="Nunito SemiBold"/>
                <a:sym typeface="Nunito SemiBold"/>
              </a:rPr>
              <a:t> “department”: “dept x”,</a:t>
            </a:r>
            <a:endParaRPr sz="766">
              <a:solidFill>
                <a:schemeClr val="lt1"/>
              </a:solidFill>
              <a:latin typeface="Nunito SemiBold"/>
              <a:ea typeface="Nunito SemiBold"/>
              <a:cs typeface="Nunito SemiBold"/>
              <a:sym typeface="Nunito SemiBold"/>
            </a:endParaRPr>
          </a:p>
          <a:p>
            <a:pPr indent="0" lvl="0" marL="0" rtl="0" algn="l">
              <a:spcBef>
                <a:spcPts val="0"/>
              </a:spcBef>
              <a:spcAft>
                <a:spcPts val="0"/>
              </a:spcAft>
              <a:buNone/>
            </a:pPr>
            <a:r>
              <a:rPr lang="en" sz="766">
                <a:solidFill>
                  <a:schemeClr val="lt1"/>
                </a:solidFill>
                <a:latin typeface="Nunito SemiBold"/>
                <a:ea typeface="Nunito SemiBold"/>
                <a:cs typeface="Nunito SemiBold"/>
                <a:sym typeface="Nunito SemiBold"/>
              </a:rPr>
              <a:t>“document_source”: “s3://….document”</a:t>
            </a:r>
            <a:endParaRPr sz="766">
              <a:solidFill>
                <a:schemeClr val="lt1"/>
              </a:solidFill>
              <a:latin typeface="Nunito SemiBold"/>
              <a:ea typeface="Nunito SemiBold"/>
              <a:cs typeface="Nunito SemiBold"/>
              <a:sym typeface="Nunito SemiBold"/>
            </a:endParaRPr>
          </a:p>
          <a:p>
            <a:pPr indent="0" lvl="0" marL="0" rtl="0" algn="l">
              <a:spcBef>
                <a:spcPts val="0"/>
              </a:spcBef>
              <a:spcAft>
                <a:spcPts val="0"/>
              </a:spcAft>
              <a:buNone/>
            </a:pPr>
            <a:r>
              <a:rPr lang="en" sz="766">
                <a:solidFill>
                  <a:schemeClr val="lt1"/>
                </a:solidFill>
                <a:latin typeface="Nunito SemiBold"/>
                <a:ea typeface="Nunito SemiBold"/>
                <a:cs typeface="Nunito SemiBold"/>
                <a:sym typeface="Nunito SemiBold"/>
              </a:rPr>
              <a:t>}</a:t>
            </a:r>
            <a:endParaRPr sz="766">
              <a:solidFill>
                <a:schemeClr val="lt1"/>
              </a:solidFill>
              <a:latin typeface="Nunito SemiBold"/>
              <a:ea typeface="Nunito SemiBold"/>
              <a:cs typeface="Nunito SemiBold"/>
              <a:sym typeface="Nunito SemiBold"/>
            </a:endParaRPr>
          </a:p>
        </p:txBody>
      </p:sp>
      <p:sp>
        <p:nvSpPr>
          <p:cNvPr id="677" name="Google Shape;677;p26"/>
          <p:cNvSpPr txBox="1"/>
          <p:nvPr/>
        </p:nvSpPr>
        <p:spPr>
          <a:xfrm>
            <a:off x="2784132" y="2482309"/>
            <a:ext cx="1419900" cy="354000"/>
          </a:xfrm>
          <a:prstGeom prst="rect">
            <a:avLst/>
          </a:prstGeom>
          <a:solidFill>
            <a:srgbClr val="1D5A9C"/>
          </a:solidFill>
          <a:ln>
            <a:noFill/>
          </a:ln>
        </p:spPr>
        <p:txBody>
          <a:bodyPr anchorCtr="0" anchor="t" bIns="87600" lIns="87600" spcFirstLastPara="1" rIns="87600" wrap="square" tIns="87600">
            <a:spAutoFit/>
          </a:bodyPr>
          <a:lstStyle/>
          <a:p>
            <a:pPr indent="0" lvl="0" marL="0" rtl="0" algn="ctr">
              <a:spcBef>
                <a:spcPts val="0"/>
              </a:spcBef>
              <a:spcAft>
                <a:spcPts val="0"/>
              </a:spcAft>
              <a:buClr>
                <a:schemeClr val="dk1"/>
              </a:buClr>
              <a:buSzPts val="1054"/>
              <a:buFont typeface="Arial"/>
              <a:buNone/>
            </a:pPr>
            <a:r>
              <a:rPr b="1" lang="en" sz="1149">
                <a:solidFill>
                  <a:schemeClr val="lt1"/>
                </a:solidFill>
                <a:latin typeface="Nunito"/>
                <a:ea typeface="Nunito"/>
                <a:cs typeface="Nunito"/>
                <a:sym typeface="Nunito"/>
              </a:rPr>
              <a:t>Chunking</a:t>
            </a:r>
            <a:endParaRPr b="1" sz="1149">
              <a:solidFill>
                <a:schemeClr val="lt1"/>
              </a:solidFill>
              <a:latin typeface="Nunito"/>
              <a:ea typeface="Nunito"/>
              <a:cs typeface="Nunito"/>
              <a:sym typeface="Nunito"/>
            </a:endParaRPr>
          </a:p>
        </p:txBody>
      </p:sp>
      <p:sp>
        <p:nvSpPr>
          <p:cNvPr id="678" name="Google Shape;678;p26"/>
          <p:cNvSpPr txBox="1"/>
          <p:nvPr/>
        </p:nvSpPr>
        <p:spPr>
          <a:xfrm>
            <a:off x="6917425" y="3985238"/>
            <a:ext cx="2059500" cy="637800"/>
          </a:xfrm>
          <a:prstGeom prst="rect">
            <a:avLst/>
          </a:prstGeom>
          <a:noFill/>
          <a:ln>
            <a:noFill/>
          </a:ln>
        </p:spPr>
        <p:txBody>
          <a:bodyPr anchorCtr="0" anchor="ctr" bIns="87600" lIns="87600" spcFirstLastPara="1" rIns="87600" wrap="square" tIns="87600">
            <a:noAutofit/>
          </a:bodyPr>
          <a:lstStyle/>
          <a:p>
            <a:pPr indent="0" lvl="0" marL="0" rtl="0" algn="ctr">
              <a:spcBef>
                <a:spcPts val="0"/>
              </a:spcBef>
              <a:spcAft>
                <a:spcPts val="0"/>
              </a:spcAft>
              <a:buNone/>
            </a:pPr>
            <a:r>
              <a:rPr i="1" lang="en" sz="670">
                <a:solidFill>
                  <a:srgbClr val="1D5A9C"/>
                </a:solidFill>
                <a:latin typeface="Nunito SemiBold"/>
                <a:ea typeface="Nunito SemiBold"/>
                <a:cs typeface="Nunito SemiBold"/>
                <a:sym typeface="Nunito SemiBold"/>
              </a:rPr>
              <a:t>Functions as a Knowledge Repository capturing key details of a document (department, confidentiality, scope) while enabling version control and dynamic updates </a:t>
            </a:r>
            <a:br>
              <a:rPr i="1" lang="en" sz="670">
                <a:solidFill>
                  <a:srgbClr val="1D5A9C"/>
                </a:solidFill>
                <a:latin typeface="Nunito SemiBold"/>
                <a:ea typeface="Nunito SemiBold"/>
                <a:cs typeface="Nunito SemiBold"/>
                <a:sym typeface="Nunito SemiBold"/>
              </a:rPr>
            </a:br>
            <a:r>
              <a:rPr i="1" lang="en" sz="670">
                <a:solidFill>
                  <a:srgbClr val="1D5A9C"/>
                </a:solidFill>
                <a:latin typeface="Nunito SemiBold"/>
                <a:ea typeface="Nunito SemiBold"/>
                <a:cs typeface="Nunito SemiBold"/>
                <a:sym typeface="Nunito SemiBold"/>
              </a:rPr>
              <a:t>**CRUD operations to the vector DB.</a:t>
            </a:r>
            <a:endParaRPr i="1" sz="670">
              <a:solidFill>
                <a:srgbClr val="1D5A9C"/>
              </a:solidFill>
              <a:latin typeface="Nunito SemiBold"/>
              <a:ea typeface="Nunito SemiBold"/>
              <a:cs typeface="Nunito SemiBold"/>
              <a:sym typeface="Nunito SemiBold"/>
            </a:endParaRPr>
          </a:p>
        </p:txBody>
      </p:sp>
      <p:pic>
        <p:nvPicPr>
          <p:cNvPr id="679" name="Google Shape;679;p26"/>
          <p:cNvPicPr preferRelativeResize="0"/>
          <p:nvPr/>
        </p:nvPicPr>
        <p:blipFill rotWithShape="1">
          <a:blip r:embed="rId3">
            <a:alphaModFix/>
          </a:blip>
          <a:srcRect b="18260" l="0" r="0" t="23098"/>
          <a:stretch/>
        </p:blipFill>
        <p:spPr>
          <a:xfrm>
            <a:off x="7755138" y="2509001"/>
            <a:ext cx="984625" cy="303600"/>
          </a:xfrm>
          <a:prstGeom prst="rect">
            <a:avLst/>
          </a:prstGeom>
          <a:noFill/>
          <a:ln>
            <a:noFill/>
          </a:ln>
        </p:spPr>
      </p:pic>
      <p:sp>
        <p:nvSpPr>
          <p:cNvPr id="680" name="Google Shape;680;p26"/>
          <p:cNvSpPr txBox="1"/>
          <p:nvPr/>
        </p:nvSpPr>
        <p:spPr>
          <a:xfrm>
            <a:off x="208712" y="3839558"/>
            <a:ext cx="1569000" cy="684900"/>
          </a:xfrm>
          <a:prstGeom prst="rect">
            <a:avLst/>
          </a:prstGeom>
          <a:solidFill>
            <a:srgbClr val="1D5A9C"/>
          </a:solidFill>
          <a:ln>
            <a:noFill/>
          </a:ln>
        </p:spPr>
        <p:txBody>
          <a:bodyPr anchorCtr="0" anchor="t" bIns="87600" lIns="87600" spcFirstLastPara="1" rIns="87600" wrap="square" tIns="87600">
            <a:spAutoFit/>
          </a:bodyPr>
          <a:lstStyle/>
          <a:p>
            <a:pPr indent="0" lvl="0" marL="0" rtl="0" algn="ctr">
              <a:spcBef>
                <a:spcPts val="0"/>
              </a:spcBef>
              <a:spcAft>
                <a:spcPts val="0"/>
              </a:spcAft>
              <a:buNone/>
            </a:pPr>
            <a:r>
              <a:rPr b="1" lang="en" sz="1100">
                <a:solidFill>
                  <a:schemeClr val="lt1"/>
                </a:solidFill>
                <a:latin typeface="Nunito"/>
                <a:ea typeface="Nunito"/>
                <a:cs typeface="Nunito"/>
                <a:sym typeface="Nunito"/>
              </a:rPr>
              <a:t>Internal &amp; Historical Data Sources - Ad-hoc Uploads</a:t>
            </a:r>
            <a:endParaRPr b="1" sz="1100">
              <a:solidFill>
                <a:schemeClr val="lt1"/>
              </a:solidFill>
              <a:latin typeface="Nunito"/>
              <a:ea typeface="Nunito"/>
              <a:cs typeface="Nunito"/>
              <a:sym typeface="Nunito"/>
            </a:endParaRPr>
          </a:p>
        </p:txBody>
      </p:sp>
      <p:cxnSp>
        <p:nvCxnSpPr>
          <p:cNvPr id="681" name="Google Shape;681;p26"/>
          <p:cNvCxnSpPr>
            <a:stCxn id="680" idx="0"/>
            <a:endCxn id="675" idx="2"/>
          </p:cNvCxnSpPr>
          <p:nvPr/>
        </p:nvCxnSpPr>
        <p:spPr>
          <a:xfrm rot="10800000">
            <a:off x="993212" y="2836358"/>
            <a:ext cx="0" cy="1003200"/>
          </a:xfrm>
          <a:prstGeom prst="straightConnector1">
            <a:avLst/>
          </a:prstGeom>
          <a:noFill/>
          <a:ln cap="flat" cmpd="sng" w="9125">
            <a:solidFill>
              <a:srgbClr val="1D5A9C"/>
            </a:solidFill>
            <a:prstDash val="solid"/>
            <a:round/>
            <a:headEnd len="med" w="med" type="none"/>
            <a:tailEnd len="med" w="med" type="triangle"/>
          </a:ln>
        </p:spPr>
      </p:cxnSp>
      <p:cxnSp>
        <p:nvCxnSpPr>
          <p:cNvPr id="682" name="Google Shape;682;p26"/>
          <p:cNvCxnSpPr>
            <a:stCxn id="675" idx="3"/>
            <a:endCxn id="677" idx="1"/>
          </p:cNvCxnSpPr>
          <p:nvPr/>
        </p:nvCxnSpPr>
        <p:spPr>
          <a:xfrm>
            <a:off x="1703207" y="2659309"/>
            <a:ext cx="1080900" cy="0"/>
          </a:xfrm>
          <a:prstGeom prst="straightConnector1">
            <a:avLst/>
          </a:prstGeom>
          <a:noFill/>
          <a:ln cap="flat" cmpd="sng" w="9125">
            <a:solidFill>
              <a:srgbClr val="1D5A9C"/>
            </a:solidFill>
            <a:prstDash val="solid"/>
            <a:round/>
            <a:headEnd len="med" w="med" type="none"/>
            <a:tailEnd len="med" w="med" type="triangle"/>
          </a:ln>
        </p:spPr>
      </p:cxnSp>
      <p:cxnSp>
        <p:nvCxnSpPr>
          <p:cNvPr id="683" name="Google Shape;683;p26"/>
          <p:cNvCxnSpPr>
            <a:stCxn id="677" idx="3"/>
            <a:endCxn id="684" idx="1"/>
          </p:cNvCxnSpPr>
          <p:nvPr/>
        </p:nvCxnSpPr>
        <p:spPr>
          <a:xfrm>
            <a:off x="4204032" y="2659309"/>
            <a:ext cx="904200" cy="0"/>
          </a:xfrm>
          <a:prstGeom prst="straightConnector1">
            <a:avLst/>
          </a:prstGeom>
          <a:noFill/>
          <a:ln cap="flat" cmpd="sng" w="9125">
            <a:solidFill>
              <a:srgbClr val="1D5A9C"/>
            </a:solidFill>
            <a:prstDash val="solid"/>
            <a:round/>
            <a:headEnd len="med" w="med" type="none"/>
            <a:tailEnd len="med" w="med" type="triangle"/>
          </a:ln>
        </p:spPr>
      </p:cxnSp>
      <p:sp>
        <p:nvSpPr>
          <p:cNvPr id="684" name="Google Shape;684;p26"/>
          <p:cNvSpPr txBox="1"/>
          <p:nvPr/>
        </p:nvSpPr>
        <p:spPr>
          <a:xfrm>
            <a:off x="5108298" y="2482309"/>
            <a:ext cx="1419900" cy="354000"/>
          </a:xfrm>
          <a:prstGeom prst="rect">
            <a:avLst/>
          </a:prstGeom>
          <a:solidFill>
            <a:srgbClr val="1D5A9C"/>
          </a:solidFill>
          <a:ln>
            <a:noFill/>
          </a:ln>
        </p:spPr>
        <p:txBody>
          <a:bodyPr anchorCtr="0" anchor="t" bIns="87600" lIns="87600" spcFirstLastPara="1" rIns="87600" wrap="square" tIns="87600">
            <a:spAutoFit/>
          </a:bodyPr>
          <a:lstStyle/>
          <a:p>
            <a:pPr indent="0" lvl="0" marL="0" rtl="0" algn="ctr">
              <a:spcBef>
                <a:spcPts val="0"/>
              </a:spcBef>
              <a:spcAft>
                <a:spcPts val="0"/>
              </a:spcAft>
              <a:buNone/>
            </a:pPr>
            <a:r>
              <a:rPr b="1" lang="en" sz="1149">
                <a:solidFill>
                  <a:schemeClr val="lt1"/>
                </a:solidFill>
                <a:latin typeface="Nunito"/>
                <a:ea typeface="Nunito"/>
                <a:cs typeface="Nunito"/>
                <a:sym typeface="Nunito"/>
              </a:rPr>
              <a:t>Metadata tagger</a:t>
            </a:r>
            <a:endParaRPr b="1" sz="1149">
              <a:solidFill>
                <a:schemeClr val="lt1"/>
              </a:solidFill>
              <a:latin typeface="Nunito"/>
              <a:ea typeface="Nunito"/>
              <a:cs typeface="Nunito"/>
              <a:sym typeface="Nunito"/>
            </a:endParaRPr>
          </a:p>
        </p:txBody>
      </p:sp>
      <p:cxnSp>
        <p:nvCxnSpPr>
          <p:cNvPr id="685" name="Google Shape;685;p26"/>
          <p:cNvCxnSpPr>
            <a:stCxn id="684" idx="3"/>
            <a:endCxn id="679" idx="1"/>
          </p:cNvCxnSpPr>
          <p:nvPr/>
        </p:nvCxnSpPr>
        <p:spPr>
          <a:xfrm>
            <a:off x="6528198" y="2659309"/>
            <a:ext cx="1227000" cy="1500"/>
          </a:xfrm>
          <a:prstGeom prst="straightConnector1">
            <a:avLst/>
          </a:prstGeom>
          <a:noFill/>
          <a:ln cap="flat" cmpd="sng" w="9125">
            <a:solidFill>
              <a:srgbClr val="1D5A9C"/>
            </a:solidFill>
            <a:prstDash val="solid"/>
            <a:round/>
            <a:headEnd len="med" w="med" type="none"/>
            <a:tailEnd len="med" w="med" type="triangle"/>
          </a:ln>
        </p:spPr>
      </p:cxnSp>
      <p:sp>
        <p:nvSpPr>
          <p:cNvPr id="686" name="Google Shape;686;p26"/>
          <p:cNvSpPr txBox="1"/>
          <p:nvPr/>
        </p:nvSpPr>
        <p:spPr>
          <a:xfrm>
            <a:off x="5019783" y="2798618"/>
            <a:ext cx="1941300" cy="591600"/>
          </a:xfrm>
          <a:prstGeom prst="rect">
            <a:avLst/>
          </a:prstGeom>
          <a:noFill/>
          <a:ln>
            <a:noFill/>
          </a:ln>
        </p:spPr>
        <p:txBody>
          <a:bodyPr anchorCtr="0" anchor="ctr" bIns="87600" lIns="87600" spcFirstLastPara="1" rIns="87600" wrap="square" tIns="87600">
            <a:noAutofit/>
          </a:bodyPr>
          <a:lstStyle/>
          <a:p>
            <a:pPr indent="0" lvl="0" marL="0" rtl="0" algn="l">
              <a:spcBef>
                <a:spcPts val="0"/>
              </a:spcBef>
              <a:spcAft>
                <a:spcPts val="0"/>
              </a:spcAft>
              <a:buNone/>
            </a:pPr>
            <a:r>
              <a:rPr i="1" lang="en" sz="670">
                <a:solidFill>
                  <a:srgbClr val="1D5A9C"/>
                </a:solidFill>
                <a:latin typeface="Nunito SemiBold"/>
                <a:ea typeface="Nunito SemiBold"/>
                <a:cs typeface="Nunito SemiBold"/>
                <a:sym typeface="Nunito SemiBold"/>
              </a:rPr>
              <a:t>Metadata Tagging( DEPARTMENT_TAGGER_REGISTRY)- capturing key parameters to enhance retrieval accuracy.</a:t>
            </a:r>
            <a:endParaRPr i="1" sz="670">
              <a:solidFill>
                <a:srgbClr val="1D5A9C"/>
              </a:solidFill>
              <a:latin typeface="Nunito SemiBold"/>
              <a:ea typeface="Nunito SemiBold"/>
              <a:cs typeface="Nunito SemiBold"/>
              <a:sym typeface="Nunito SemiBold"/>
            </a:endParaRPr>
          </a:p>
        </p:txBody>
      </p:sp>
      <p:sp>
        <p:nvSpPr>
          <p:cNvPr id="687" name="Google Shape;687;p26"/>
          <p:cNvSpPr txBox="1"/>
          <p:nvPr/>
        </p:nvSpPr>
        <p:spPr>
          <a:xfrm>
            <a:off x="244599" y="983548"/>
            <a:ext cx="2980200" cy="878100"/>
          </a:xfrm>
          <a:prstGeom prst="rect">
            <a:avLst/>
          </a:prstGeom>
          <a:noFill/>
          <a:ln>
            <a:noFill/>
          </a:ln>
        </p:spPr>
        <p:txBody>
          <a:bodyPr anchorCtr="0" anchor="ctr" bIns="87600" lIns="87600" spcFirstLastPara="1" rIns="87600" wrap="square" tIns="87600">
            <a:noAutofit/>
          </a:bodyPr>
          <a:lstStyle/>
          <a:p>
            <a:pPr indent="0" lvl="0" marL="0" rtl="0" algn="l">
              <a:spcBef>
                <a:spcPts val="0"/>
              </a:spcBef>
              <a:spcAft>
                <a:spcPts val="0"/>
              </a:spcAft>
              <a:buNone/>
            </a:pPr>
            <a:r>
              <a:rPr i="1" lang="en" sz="700">
                <a:solidFill>
                  <a:schemeClr val="dk1"/>
                </a:solidFill>
                <a:latin typeface="Nunito SemiBold"/>
                <a:ea typeface="Nunito SemiBold"/>
                <a:cs typeface="Nunito SemiBold"/>
                <a:sym typeface="Nunito SemiBold"/>
              </a:rPr>
              <a:t>Each department/ Sub Department has its own key parameters that are useful for responding to user queries such as ANDA number and medicine name for the Regulatory department. Similarly, for the HR department, it might be policy number, policy category, etc. Metadata tagging helps improve retrieval accuracy by applying filters during chunk retrieval, which reduces the search space and returns the most relevant chunks.</a:t>
            </a:r>
            <a:endParaRPr i="1" sz="700">
              <a:solidFill>
                <a:schemeClr val="dk1"/>
              </a:solidFill>
              <a:latin typeface="Nunito SemiBold"/>
              <a:ea typeface="Nunito SemiBold"/>
              <a:cs typeface="Nunito SemiBold"/>
              <a:sym typeface="Nunito SemiBold"/>
            </a:endParaRPr>
          </a:p>
        </p:txBody>
      </p:sp>
      <p:cxnSp>
        <p:nvCxnSpPr>
          <p:cNvPr id="688" name="Google Shape;688;p26"/>
          <p:cNvCxnSpPr>
            <a:stCxn id="676" idx="3"/>
            <a:endCxn id="679" idx="0"/>
          </p:cNvCxnSpPr>
          <p:nvPr/>
        </p:nvCxnSpPr>
        <p:spPr>
          <a:xfrm>
            <a:off x="7157876" y="1499774"/>
            <a:ext cx="1089600" cy="1009200"/>
          </a:xfrm>
          <a:prstGeom prst="bentConnector2">
            <a:avLst/>
          </a:prstGeom>
          <a:noFill/>
          <a:ln cap="flat" cmpd="sng" w="9125">
            <a:solidFill>
              <a:srgbClr val="1D5A9C"/>
            </a:solidFill>
            <a:prstDash val="solid"/>
            <a:round/>
            <a:headEnd len="med" w="med" type="none"/>
            <a:tailEnd len="med" w="med" type="triangle"/>
          </a:ln>
        </p:spPr>
      </p:cxnSp>
      <p:sp>
        <p:nvSpPr>
          <p:cNvPr id="689" name="Google Shape;689;p26"/>
          <p:cNvSpPr txBox="1"/>
          <p:nvPr/>
        </p:nvSpPr>
        <p:spPr>
          <a:xfrm>
            <a:off x="7588400" y="1125025"/>
            <a:ext cx="904200" cy="309600"/>
          </a:xfrm>
          <a:prstGeom prst="rect">
            <a:avLst/>
          </a:prstGeom>
          <a:noFill/>
          <a:ln>
            <a:noFill/>
          </a:ln>
        </p:spPr>
        <p:txBody>
          <a:bodyPr anchorCtr="0" anchor="t" bIns="87600" lIns="87600" spcFirstLastPara="1" rIns="87600" wrap="square" tIns="87600">
            <a:spAutoFit/>
          </a:bodyPr>
          <a:lstStyle/>
          <a:p>
            <a:pPr indent="0" lvl="0" marL="0" rtl="0" algn="l">
              <a:spcBef>
                <a:spcPts val="0"/>
              </a:spcBef>
              <a:spcAft>
                <a:spcPts val="0"/>
              </a:spcAft>
              <a:buNone/>
            </a:pPr>
            <a:r>
              <a:rPr b="1" i="1" lang="en" sz="862">
                <a:solidFill>
                  <a:schemeClr val="dk1"/>
                </a:solidFill>
                <a:latin typeface="Nunito"/>
                <a:ea typeface="Nunito"/>
                <a:cs typeface="Nunito"/>
                <a:sym typeface="Nunito"/>
              </a:rPr>
              <a:t>*Vectorization</a:t>
            </a:r>
            <a:endParaRPr b="1" sz="1533">
              <a:solidFill>
                <a:schemeClr val="dk1"/>
              </a:solidFill>
            </a:endParaRPr>
          </a:p>
        </p:txBody>
      </p:sp>
      <p:sp>
        <p:nvSpPr>
          <p:cNvPr id="690" name="Google Shape;690;p26"/>
          <p:cNvSpPr txBox="1"/>
          <p:nvPr/>
        </p:nvSpPr>
        <p:spPr>
          <a:xfrm>
            <a:off x="283307" y="1906473"/>
            <a:ext cx="1822500" cy="531000"/>
          </a:xfrm>
          <a:prstGeom prst="rect">
            <a:avLst/>
          </a:prstGeom>
          <a:noFill/>
          <a:ln>
            <a:noFill/>
          </a:ln>
        </p:spPr>
        <p:txBody>
          <a:bodyPr anchorCtr="0" anchor="t" bIns="87600" lIns="87600" spcFirstLastPara="1" rIns="87600" wrap="square" tIns="87600">
            <a:spAutoFit/>
          </a:bodyPr>
          <a:lstStyle/>
          <a:p>
            <a:pPr indent="0" lvl="0" marL="0" rtl="0" algn="l">
              <a:spcBef>
                <a:spcPts val="0"/>
              </a:spcBef>
              <a:spcAft>
                <a:spcPts val="0"/>
              </a:spcAft>
              <a:buNone/>
            </a:pPr>
            <a:r>
              <a:rPr b="1" i="1" lang="en" sz="766">
                <a:solidFill>
                  <a:srgbClr val="1D5A9C"/>
                </a:solidFill>
                <a:latin typeface="Nunito"/>
                <a:ea typeface="Nunito"/>
                <a:cs typeface="Nunito"/>
                <a:sym typeface="Nunito"/>
              </a:rPr>
              <a:t>* Incoming File Upload/ Modification → Parsing Trigger → Parsing Pipeline → Source + Document</a:t>
            </a:r>
            <a:endParaRPr b="1" sz="1437">
              <a:solidFill>
                <a:srgbClr val="1D5A9C"/>
              </a:solidFill>
            </a:endParaRPr>
          </a:p>
        </p:txBody>
      </p:sp>
      <p:cxnSp>
        <p:nvCxnSpPr>
          <p:cNvPr id="691" name="Google Shape;691;p26"/>
          <p:cNvCxnSpPr>
            <a:stCxn id="684" idx="0"/>
            <a:endCxn id="676" idx="2"/>
          </p:cNvCxnSpPr>
          <p:nvPr/>
        </p:nvCxnSpPr>
        <p:spPr>
          <a:xfrm rot="-5400000">
            <a:off x="5637048" y="2300509"/>
            <a:ext cx="363000" cy="600"/>
          </a:xfrm>
          <a:prstGeom prst="bentConnector3">
            <a:avLst>
              <a:gd fmla="val 50005" name="adj1"/>
            </a:avLst>
          </a:prstGeom>
          <a:noFill/>
          <a:ln cap="flat" cmpd="sng" w="9125">
            <a:solidFill>
              <a:srgbClr val="1D5A9C"/>
            </a:solidFill>
            <a:prstDash val="solid"/>
            <a:round/>
            <a:headEnd len="med" w="med" type="none"/>
            <a:tailEnd len="med" w="med" type="triangle"/>
          </a:ln>
        </p:spPr>
      </p:cxnSp>
      <p:pic>
        <p:nvPicPr>
          <p:cNvPr id="692" name="Google Shape;692;p26"/>
          <p:cNvPicPr preferRelativeResize="0"/>
          <p:nvPr/>
        </p:nvPicPr>
        <p:blipFill>
          <a:blip r:embed="rId4">
            <a:alphaModFix/>
          </a:blip>
          <a:stretch>
            <a:fillRect/>
          </a:stretch>
        </p:blipFill>
        <p:spPr>
          <a:xfrm>
            <a:off x="1082911" y="3254258"/>
            <a:ext cx="447773" cy="335393"/>
          </a:xfrm>
          <a:prstGeom prst="rect">
            <a:avLst/>
          </a:prstGeom>
          <a:noFill/>
          <a:ln>
            <a:noFill/>
          </a:ln>
        </p:spPr>
      </p:pic>
      <p:sp>
        <p:nvSpPr>
          <p:cNvPr id="693" name="Google Shape;693;p26"/>
          <p:cNvSpPr txBox="1"/>
          <p:nvPr/>
        </p:nvSpPr>
        <p:spPr>
          <a:xfrm>
            <a:off x="983901" y="2941880"/>
            <a:ext cx="1744500" cy="501600"/>
          </a:xfrm>
          <a:prstGeom prst="rect">
            <a:avLst/>
          </a:prstGeom>
          <a:noFill/>
          <a:ln>
            <a:noFill/>
          </a:ln>
        </p:spPr>
        <p:txBody>
          <a:bodyPr anchorCtr="0" anchor="t" bIns="87600" lIns="87600" spcFirstLastPara="1" rIns="87600" wrap="square" tIns="87600">
            <a:spAutoFit/>
          </a:bodyPr>
          <a:lstStyle/>
          <a:p>
            <a:pPr indent="0" lvl="0" marL="0" rtl="0" algn="l">
              <a:spcBef>
                <a:spcPts val="0"/>
              </a:spcBef>
              <a:spcAft>
                <a:spcPts val="0"/>
              </a:spcAft>
              <a:buNone/>
            </a:pPr>
            <a:r>
              <a:rPr b="1" i="1" lang="en" sz="670">
                <a:solidFill>
                  <a:schemeClr val="dk1"/>
                </a:solidFill>
                <a:latin typeface="Nunito"/>
                <a:ea typeface="Nunito"/>
                <a:cs typeface="Nunito"/>
                <a:sym typeface="Nunito"/>
              </a:rPr>
              <a:t>Cloud (S3/GCS/Azure/MinIO)</a:t>
            </a:r>
            <a:endParaRPr b="1" i="1" sz="670">
              <a:solidFill>
                <a:schemeClr val="dk1"/>
              </a:solidFill>
              <a:latin typeface="Nunito"/>
              <a:ea typeface="Nunito"/>
              <a:cs typeface="Nunito"/>
              <a:sym typeface="Nunito"/>
            </a:endParaRPr>
          </a:p>
          <a:p>
            <a:pPr indent="0" lvl="0" marL="0" rtl="0" algn="l">
              <a:spcBef>
                <a:spcPts val="0"/>
              </a:spcBef>
              <a:spcAft>
                <a:spcPts val="0"/>
              </a:spcAft>
              <a:buNone/>
            </a:pPr>
            <a:r>
              <a:rPr b="1" i="1" lang="en" sz="670">
                <a:solidFill>
                  <a:schemeClr val="dk1"/>
                </a:solidFill>
                <a:latin typeface="Nunito"/>
                <a:ea typeface="Nunito"/>
                <a:cs typeface="Nunito"/>
                <a:sym typeface="Nunito"/>
              </a:rPr>
              <a:t>Non-Cloud (File Server/SharePoint/DB)</a:t>
            </a:r>
            <a:endParaRPr b="1" i="1" sz="670">
              <a:solidFill>
                <a:schemeClr val="dk1"/>
              </a:solidFill>
              <a:latin typeface="Nunito"/>
              <a:ea typeface="Nunito"/>
              <a:cs typeface="Nunito"/>
              <a:sym typeface="Nunito"/>
            </a:endParaRPr>
          </a:p>
          <a:p>
            <a:pPr indent="0" lvl="0" marL="0" rtl="0" algn="l">
              <a:spcBef>
                <a:spcPts val="0"/>
              </a:spcBef>
              <a:spcAft>
                <a:spcPts val="0"/>
              </a:spcAft>
              <a:buNone/>
            </a:pPr>
            <a:r>
              <a:rPr b="1" i="1" lang="en" sz="766">
                <a:solidFill>
                  <a:schemeClr val="dk1"/>
                </a:solidFill>
                <a:latin typeface="Nunito"/>
                <a:ea typeface="Nunito"/>
                <a:cs typeface="Nunito"/>
                <a:sym typeface="Nunito"/>
              </a:rPr>
              <a:t> </a:t>
            </a:r>
            <a:endParaRPr b="1" sz="1437">
              <a:solidFill>
                <a:schemeClr val="dk1"/>
              </a:solidFill>
            </a:endParaRPr>
          </a:p>
        </p:txBody>
      </p:sp>
      <p:sp>
        <p:nvSpPr>
          <p:cNvPr id="694" name="Google Shape;694;p26"/>
          <p:cNvSpPr txBox="1"/>
          <p:nvPr/>
        </p:nvSpPr>
        <p:spPr>
          <a:xfrm>
            <a:off x="2181438" y="4331800"/>
            <a:ext cx="2469600" cy="684900"/>
          </a:xfrm>
          <a:prstGeom prst="rect">
            <a:avLst/>
          </a:prstGeom>
          <a:noFill/>
          <a:ln>
            <a:noFill/>
          </a:ln>
        </p:spPr>
        <p:txBody>
          <a:bodyPr anchorCtr="0" anchor="ctr" bIns="87600" lIns="87600" spcFirstLastPara="1" rIns="87600" wrap="square" tIns="87600">
            <a:noAutofit/>
          </a:bodyPr>
          <a:lstStyle/>
          <a:p>
            <a:pPr indent="0" lvl="0" marL="0" rtl="0" algn="just">
              <a:lnSpc>
                <a:spcPct val="115000"/>
              </a:lnSpc>
              <a:spcBef>
                <a:spcPts val="1437"/>
              </a:spcBef>
              <a:spcAft>
                <a:spcPts val="1437"/>
              </a:spcAft>
              <a:buNone/>
            </a:pPr>
            <a:r>
              <a:rPr i="1" lang="en" sz="670">
                <a:solidFill>
                  <a:schemeClr val="dk1"/>
                </a:solidFill>
                <a:latin typeface="Nunito"/>
                <a:ea typeface="Nunito"/>
                <a:cs typeface="Nunito"/>
                <a:sym typeface="Nunito"/>
              </a:rPr>
              <a:t>For historical data that already exists in the database, uploads (bulk uploads) will be handled during the initial setup and configuration of the department-wise chatbot using tools like S3 Event Notification, Pub/Sub Notifications, Event Grid etc</a:t>
            </a:r>
            <a:endParaRPr i="1" sz="670">
              <a:solidFill>
                <a:schemeClr val="dk1"/>
              </a:solidFill>
              <a:latin typeface="Nunito"/>
              <a:ea typeface="Nunito"/>
              <a:cs typeface="Nunito"/>
              <a:sym typeface="Nunito"/>
            </a:endParaRPr>
          </a:p>
        </p:txBody>
      </p:sp>
      <p:sp>
        <p:nvSpPr>
          <p:cNvPr id="695" name="Google Shape;695;p26"/>
          <p:cNvSpPr txBox="1"/>
          <p:nvPr/>
        </p:nvSpPr>
        <p:spPr>
          <a:xfrm>
            <a:off x="5054773" y="4083614"/>
            <a:ext cx="1419900" cy="354000"/>
          </a:xfrm>
          <a:prstGeom prst="rect">
            <a:avLst/>
          </a:prstGeom>
          <a:solidFill>
            <a:srgbClr val="1D5A9C"/>
          </a:solidFill>
          <a:ln>
            <a:noFill/>
          </a:ln>
        </p:spPr>
        <p:txBody>
          <a:bodyPr anchorCtr="0" anchor="t" bIns="87600" lIns="87600" spcFirstLastPara="1" rIns="87600" wrap="square" tIns="87600">
            <a:spAutoFit/>
          </a:bodyPr>
          <a:lstStyle/>
          <a:p>
            <a:pPr indent="0" lvl="0" marL="0" rtl="0" algn="ctr">
              <a:spcBef>
                <a:spcPts val="0"/>
              </a:spcBef>
              <a:spcAft>
                <a:spcPts val="0"/>
              </a:spcAft>
              <a:buNone/>
            </a:pPr>
            <a:r>
              <a:rPr b="1" lang="en" sz="1149">
                <a:solidFill>
                  <a:schemeClr val="lt1"/>
                </a:solidFill>
                <a:latin typeface="Nunito"/>
                <a:ea typeface="Nunito"/>
                <a:cs typeface="Nunito"/>
                <a:sym typeface="Nunito"/>
              </a:rPr>
              <a:t>Documents</a:t>
            </a:r>
            <a:endParaRPr b="1" sz="1149">
              <a:solidFill>
                <a:schemeClr val="lt1"/>
              </a:solidFill>
              <a:latin typeface="Nunito"/>
              <a:ea typeface="Nunito"/>
              <a:cs typeface="Nunito"/>
              <a:sym typeface="Nunito"/>
            </a:endParaRPr>
          </a:p>
        </p:txBody>
      </p:sp>
      <p:cxnSp>
        <p:nvCxnSpPr>
          <p:cNvPr id="696" name="Google Shape;696;p26"/>
          <p:cNvCxnSpPr>
            <a:stCxn id="695" idx="1"/>
          </p:cNvCxnSpPr>
          <p:nvPr/>
        </p:nvCxnSpPr>
        <p:spPr>
          <a:xfrm rot="10800000">
            <a:off x="1777873" y="4260614"/>
            <a:ext cx="3276900" cy="0"/>
          </a:xfrm>
          <a:prstGeom prst="straightConnector1">
            <a:avLst/>
          </a:prstGeom>
          <a:noFill/>
          <a:ln cap="flat" cmpd="sng" w="9125">
            <a:solidFill>
              <a:srgbClr val="1D5A9C"/>
            </a:solidFill>
            <a:prstDash val="solid"/>
            <a:round/>
            <a:headEnd len="med" w="med" type="none"/>
            <a:tailEnd len="med" w="med" type="triangle"/>
          </a:ln>
        </p:spPr>
      </p:cxnSp>
      <p:pic>
        <p:nvPicPr>
          <p:cNvPr id="697" name="Google Shape;697;p26"/>
          <p:cNvPicPr preferRelativeResize="0"/>
          <p:nvPr/>
        </p:nvPicPr>
        <p:blipFill>
          <a:blip r:embed="rId5">
            <a:alphaModFix/>
          </a:blip>
          <a:stretch>
            <a:fillRect/>
          </a:stretch>
        </p:blipFill>
        <p:spPr>
          <a:xfrm>
            <a:off x="1620358" y="3254250"/>
            <a:ext cx="359822" cy="309615"/>
          </a:xfrm>
          <a:prstGeom prst="rect">
            <a:avLst/>
          </a:prstGeom>
          <a:noFill/>
          <a:ln>
            <a:noFill/>
          </a:ln>
        </p:spPr>
      </p:pic>
      <p:sp>
        <p:nvSpPr>
          <p:cNvPr id="698" name="Google Shape;698;p26"/>
          <p:cNvSpPr txBox="1"/>
          <p:nvPr/>
        </p:nvSpPr>
        <p:spPr>
          <a:xfrm>
            <a:off x="2739589" y="2807964"/>
            <a:ext cx="1744500" cy="550800"/>
          </a:xfrm>
          <a:prstGeom prst="rect">
            <a:avLst/>
          </a:prstGeom>
          <a:noFill/>
          <a:ln>
            <a:noFill/>
          </a:ln>
        </p:spPr>
        <p:txBody>
          <a:bodyPr anchorCtr="0" anchor="ctr" bIns="87600" lIns="87600" spcFirstLastPara="1" rIns="87600" wrap="square" tIns="87600">
            <a:noAutofit/>
          </a:bodyPr>
          <a:lstStyle/>
          <a:p>
            <a:pPr indent="0" lvl="0" marL="0" rtl="0" algn="l">
              <a:spcBef>
                <a:spcPts val="0"/>
              </a:spcBef>
              <a:spcAft>
                <a:spcPts val="0"/>
              </a:spcAft>
              <a:buNone/>
            </a:pPr>
            <a:r>
              <a:rPr i="1" lang="en" sz="670">
                <a:solidFill>
                  <a:srgbClr val="1D5A9C"/>
                </a:solidFill>
                <a:latin typeface="Nunito SemiBold"/>
                <a:ea typeface="Nunito SemiBold"/>
                <a:cs typeface="Nunito SemiBold"/>
                <a:sym typeface="Nunito SemiBold"/>
              </a:rPr>
              <a:t>The document is split into smaller parts with header structure preserved, along with basic metadata like document_source and upload_date.</a:t>
            </a:r>
            <a:endParaRPr i="1" sz="670">
              <a:solidFill>
                <a:srgbClr val="1D5A9C"/>
              </a:solidFill>
              <a:latin typeface="Nunito SemiBold"/>
              <a:ea typeface="Nunito SemiBold"/>
              <a:cs typeface="Nunito SemiBold"/>
              <a:sym typeface="Nunito SemiBold"/>
            </a:endParaRPr>
          </a:p>
        </p:txBody>
      </p:sp>
      <p:sp>
        <p:nvSpPr>
          <p:cNvPr id="699" name="Google Shape;699;p26"/>
          <p:cNvSpPr txBox="1"/>
          <p:nvPr/>
        </p:nvSpPr>
        <p:spPr>
          <a:xfrm>
            <a:off x="7588392" y="3414043"/>
            <a:ext cx="1318200" cy="531000"/>
          </a:xfrm>
          <a:prstGeom prst="rect">
            <a:avLst/>
          </a:prstGeom>
          <a:solidFill>
            <a:srgbClr val="1D5A9C"/>
          </a:solidFill>
          <a:ln>
            <a:noFill/>
          </a:ln>
        </p:spPr>
        <p:txBody>
          <a:bodyPr anchorCtr="0" anchor="t" bIns="87600" lIns="87600" spcFirstLastPara="1" rIns="87600" wrap="square" tIns="87600">
            <a:spAutoFit/>
          </a:bodyPr>
          <a:lstStyle/>
          <a:p>
            <a:pPr indent="0" lvl="0" marL="0" rtl="0" algn="ctr">
              <a:spcBef>
                <a:spcPts val="0"/>
              </a:spcBef>
              <a:spcAft>
                <a:spcPts val="0"/>
              </a:spcAft>
              <a:buNone/>
            </a:pPr>
            <a:r>
              <a:rPr b="1" lang="en" sz="1149">
                <a:solidFill>
                  <a:schemeClr val="lt1"/>
                </a:solidFill>
                <a:latin typeface="Nunito"/>
                <a:ea typeface="Nunito"/>
                <a:cs typeface="Nunito"/>
                <a:sym typeface="Nunito"/>
              </a:rPr>
              <a:t>Document Registry</a:t>
            </a:r>
            <a:endParaRPr b="1" sz="1149">
              <a:solidFill>
                <a:schemeClr val="lt1"/>
              </a:solidFill>
              <a:latin typeface="Nunito"/>
              <a:ea typeface="Nunito"/>
              <a:cs typeface="Nunito"/>
              <a:sym typeface="Nunito"/>
            </a:endParaRPr>
          </a:p>
        </p:txBody>
      </p:sp>
      <p:cxnSp>
        <p:nvCxnSpPr>
          <p:cNvPr id="700" name="Google Shape;700;p26"/>
          <p:cNvCxnSpPr>
            <a:stCxn id="679" idx="2"/>
            <a:endCxn id="699" idx="0"/>
          </p:cNvCxnSpPr>
          <p:nvPr/>
        </p:nvCxnSpPr>
        <p:spPr>
          <a:xfrm>
            <a:off x="8247450" y="2812601"/>
            <a:ext cx="0" cy="601500"/>
          </a:xfrm>
          <a:prstGeom prst="straightConnector1">
            <a:avLst/>
          </a:prstGeom>
          <a:noFill/>
          <a:ln cap="flat" cmpd="sng" w="9125">
            <a:solidFill>
              <a:srgbClr val="1D5A9C"/>
            </a:solidFill>
            <a:prstDash val="solid"/>
            <a:round/>
            <a:headEnd len="med" w="med" type="none"/>
            <a:tailEnd len="med" w="med" type="triangle"/>
          </a:ln>
        </p:spPr>
      </p:cxnSp>
      <p:cxnSp>
        <p:nvCxnSpPr>
          <p:cNvPr id="701" name="Google Shape;701;p26"/>
          <p:cNvCxnSpPr>
            <a:endCxn id="699" idx="1"/>
          </p:cNvCxnSpPr>
          <p:nvPr/>
        </p:nvCxnSpPr>
        <p:spPr>
          <a:xfrm flipH="1" rot="10800000">
            <a:off x="1780992" y="3679543"/>
            <a:ext cx="5807400" cy="303600"/>
          </a:xfrm>
          <a:prstGeom prst="bentConnector3">
            <a:avLst>
              <a:gd fmla="val 50000" name="adj1"/>
            </a:avLst>
          </a:prstGeom>
          <a:noFill/>
          <a:ln cap="flat" cmpd="sng" w="9125">
            <a:solidFill>
              <a:srgbClr val="1D5A9C"/>
            </a:solidFill>
            <a:prstDash val="dash"/>
            <a:round/>
            <a:headEnd len="med" w="med" type="triangle"/>
            <a:tailEnd len="med" w="med" type="triangle"/>
          </a:ln>
        </p:spPr>
      </p:cxnSp>
      <p:sp>
        <p:nvSpPr>
          <p:cNvPr id="702" name="Google Shape;702;p26"/>
          <p:cNvSpPr txBox="1"/>
          <p:nvPr/>
        </p:nvSpPr>
        <p:spPr>
          <a:xfrm>
            <a:off x="2947964" y="3511761"/>
            <a:ext cx="1744500" cy="550800"/>
          </a:xfrm>
          <a:prstGeom prst="rect">
            <a:avLst/>
          </a:prstGeom>
          <a:noFill/>
          <a:ln>
            <a:noFill/>
          </a:ln>
        </p:spPr>
        <p:txBody>
          <a:bodyPr anchorCtr="0" anchor="ctr" bIns="87600" lIns="87600" spcFirstLastPara="1" rIns="87600" wrap="square" tIns="87600">
            <a:noAutofit/>
          </a:bodyPr>
          <a:lstStyle/>
          <a:p>
            <a:pPr indent="0" lvl="0" marL="0" rtl="0" algn="l">
              <a:spcBef>
                <a:spcPts val="0"/>
              </a:spcBef>
              <a:spcAft>
                <a:spcPts val="0"/>
              </a:spcAft>
              <a:buNone/>
            </a:pPr>
            <a:r>
              <a:rPr i="1" lang="en" sz="670">
                <a:solidFill>
                  <a:srgbClr val="1D5A9C"/>
                </a:solidFill>
                <a:latin typeface="Nunito SemiBold"/>
                <a:ea typeface="Nunito SemiBold"/>
                <a:cs typeface="Nunito SemiBold"/>
                <a:sym typeface="Nunito SemiBold"/>
              </a:rPr>
              <a:t>The uploaded document is checked in the document registry for previous versions.</a:t>
            </a:r>
            <a:endParaRPr i="1" sz="670">
              <a:solidFill>
                <a:srgbClr val="1D5A9C"/>
              </a:solidFill>
              <a:latin typeface="Nunito SemiBold"/>
              <a:ea typeface="Nunito SemiBold"/>
              <a:cs typeface="Nunito SemiBold"/>
              <a:sym typeface="Nunito SemiBold"/>
            </a:endParaRPr>
          </a:p>
        </p:txBody>
      </p:sp>
      <p:sp>
        <p:nvSpPr>
          <p:cNvPr id="703" name="Google Shape;703;p26"/>
          <p:cNvSpPr/>
          <p:nvPr/>
        </p:nvSpPr>
        <p:spPr>
          <a:xfrm>
            <a:off x="185700" y="91350"/>
            <a:ext cx="8740200" cy="486600"/>
          </a:xfrm>
          <a:prstGeom prst="roundRect">
            <a:avLst>
              <a:gd fmla="val 16667" name="adj"/>
            </a:avLst>
          </a:prstGeom>
          <a:solidFill>
            <a:srgbClr val="0062A5"/>
          </a:solidFill>
          <a:ln cap="flat" cmpd="sng" w="9525">
            <a:solidFill>
              <a:srgbClr val="0062A5"/>
            </a:solidFill>
            <a:prstDash val="solid"/>
            <a:round/>
            <a:headEnd len="sm" w="sm" type="none"/>
            <a:tailEnd len="sm" w="sm" type="none"/>
          </a:ln>
        </p:spPr>
        <p:txBody>
          <a:bodyPr anchorCtr="0" anchor="ctr" bIns="0" lIns="91425" spcFirstLastPara="1" rIns="91425" wrap="square" tIns="0">
            <a:noAutofit/>
          </a:bodyPr>
          <a:lstStyle/>
          <a:p>
            <a:pPr indent="0" lvl="0" marL="0" rtl="0" algn="l">
              <a:lnSpc>
                <a:spcPct val="108000"/>
              </a:lnSpc>
              <a:spcBef>
                <a:spcPts val="0"/>
              </a:spcBef>
              <a:spcAft>
                <a:spcPts val="0"/>
              </a:spcAft>
              <a:buNone/>
            </a:pPr>
            <a:r>
              <a:rPr b="1" lang="en" sz="1800">
                <a:solidFill>
                  <a:srgbClr val="FFFFFF"/>
                </a:solidFill>
                <a:latin typeface="Jost"/>
                <a:ea typeface="Jost"/>
                <a:cs typeface="Jost"/>
                <a:sym typeface="Jost"/>
              </a:rPr>
              <a:t>RAG Framework: Vector Database Indexing</a:t>
            </a:r>
            <a:endParaRPr b="1" sz="1800">
              <a:solidFill>
                <a:srgbClr val="FFFFFF"/>
              </a:solidFill>
              <a:latin typeface="Jost"/>
              <a:ea typeface="Jost"/>
              <a:cs typeface="Jost"/>
              <a:sym typeface="Jost"/>
            </a:endParaRPr>
          </a:p>
        </p:txBody>
      </p:sp>
      <p:sp>
        <p:nvSpPr>
          <p:cNvPr id="704" name="Google Shape;704;p26"/>
          <p:cNvSpPr txBox="1"/>
          <p:nvPr>
            <p:ph idx="12" type="sldNum"/>
          </p:nvPr>
        </p:nvSpPr>
        <p:spPr>
          <a:xfrm>
            <a:off x="8472458" y="4663217"/>
            <a:ext cx="548700" cy="393600"/>
          </a:xfrm>
          <a:prstGeom prst="rect">
            <a:avLst/>
          </a:prstGeom>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en" sz="1200">
                <a:latin typeface="Jost"/>
                <a:ea typeface="Jost"/>
                <a:cs typeface="Jost"/>
                <a:sym typeface="Jost"/>
              </a:rPr>
              <a:t>‹#›</a:t>
            </a:fld>
            <a:endParaRPr sz="1200">
              <a:latin typeface="Jost"/>
              <a:ea typeface="Jost"/>
              <a:cs typeface="Jost"/>
              <a:sym typeface="Jost"/>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8" name="Shape 708"/>
        <p:cNvGrpSpPr/>
        <p:nvPr/>
      </p:nvGrpSpPr>
      <p:grpSpPr>
        <a:xfrm>
          <a:off x="0" y="0"/>
          <a:ext cx="0" cy="0"/>
          <a:chOff x="0" y="0"/>
          <a:chExt cx="0" cy="0"/>
        </a:xfrm>
      </p:grpSpPr>
      <p:sp>
        <p:nvSpPr>
          <p:cNvPr id="709" name="Google Shape;709;p27"/>
          <p:cNvSpPr txBox="1"/>
          <p:nvPr/>
        </p:nvSpPr>
        <p:spPr>
          <a:xfrm>
            <a:off x="352846" y="3109968"/>
            <a:ext cx="825600" cy="307800"/>
          </a:xfrm>
          <a:prstGeom prst="rect">
            <a:avLst/>
          </a:prstGeom>
          <a:noFill/>
          <a:ln cap="flat" cmpd="sng" w="9525">
            <a:solidFill>
              <a:srgbClr val="0B5394"/>
            </a:solidFill>
            <a:prstDash val="solid"/>
            <a:round/>
            <a:headEnd len="sm" w="sm" type="none"/>
            <a:tailEnd len="sm" w="sm" type="none"/>
          </a:ln>
        </p:spPr>
        <p:txBody>
          <a:bodyPr anchorCtr="0" anchor="ctr"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800"/>
              <a:buFont typeface="Arial"/>
              <a:buNone/>
            </a:pPr>
            <a:r>
              <a:rPr b="1" lang="en" sz="800">
                <a:solidFill>
                  <a:srgbClr val="1D5A9C"/>
                </a:solidFill>
                <a:latin typeface="Nunito"/>
                <a:ea typeface="Nunito"/>
                <a:cs typeface="Nunito"/>
                <a:sym typeface="Nunito"/>
              </a:rPr>
              <a:t>User Query</a:t>
            </a:r>
            <a:endParaRPr b="1" i="0" sz="800" u="none" cap="none" strike="noStrike">
              <a:solidFill>
                <a:srgbClr val="1D5A9C"/>
              </a:solidFill>
              <a:latin typeface="Nunito"/>
              <a:ea typeface="Nunito"/>
              <a:cs typeface="Nunito"/>
              <a:sym typeface="Nunito"/>
            </a:endParaRPr>
          </a:p>
        </p:txBody>
      </p:sp>
      <p:sp>
        <p:nvSpPr>
          <p:cNvPr id="710" name="Google Shape;710;p27"/>
          <p:cNvSpPr txBox="1"/>
          <p:nvPr/>
        </p:nvSpPr>
        <p:spPr>
          <a:xfrm>
            <a:off x="180793" y="1922263"/>
            <a:ext cx="1169700" cy="307800"/>
          </a:xfrm>
          <a:prstGeom prst="rect">
            <a:avLst/>
          </a:prstGeom>
          <a:noFill/>
          <a:ln cap="flat" cmpd="sng" w="9525">
            <a:solidFill>
              <a:srgbClr val="0B5394"/>
            </a:solidFill>
            <a:prstDash val="solid"/>
            <a:round/>
            <a:headEnd len="sm" w="sm" type="none"/>
            <a:tailEnd len="sm" w="sm" type="none"/>
          </a:ln>
        </p:spPr>
        <p:txBody>
          <a:bodyPr anchorCtr="0" anchor="ctr" bIns="91425" lIns="91425" spcFirstLastPara="1" rIns="91425" wrap="square" tIns="91425">
            <a:spAutoFit/>
          </a:bodyPr>
          <a:lstStyle/>
          <a:p>
            <a:pPr indent="0" lvl="0" marL="0" marR="0" rtl="0" algn="l">
              <a:lnSpc>
                <a:spcPct val="100000"/>
              </a:lnSpc>
              <a:spcBef>
                <a:spcPts val="0"/>
              </a:spcBef>
              <a:spcAft>
                <a:spcPts val="0"/>
              </a:spcAft>
              <a:buClr>
                <a:srgbClr val="000000"/>
              </a:buClr>
              <a:buSzPts val="800"/>
              <a:buFont typeface="Arial"/>
              <a:buNone/>
            </a:pPr>
            <a:r>
              <a:rPr b="1" lang="en" sz="800">
                <a:solidFill>
                  <a:srgbClr val="1D5A9C"/>
                </a:solidFill>
                <a:latin typeface="Nunito"/>
                <a:ea typeface="Nunito"/>
                <a:cs typeface="Nunito"/>
                <a:sym typeface="Nunito"/>
              </a:rPr>
              <a:t>Agent-Orchestration</a:t>
            </a:r>
            <a:endParaRPr b="1" i="0" sz="800" u="none" cap="none" strike="noStrike">
              <a:solidFill>
                <a:srgbClr val="1D5A9C"/>
              </a:solidFill>
              <a:latin typeface="Nunito"/>
              <a:ea typeface="Nunito"/>
              <a:cs typeface="Nunito"/>
              <a:sym typeface="Nunito"/>
            </a:endParaRPr>
          </a:p>
        </p:txBody>
      </p:sp>
      <p:sp>
        <p:nvSpPr>
          <p:cNvPr id="711" name="Google Shape;711;p27"/>
          <p:cNvSpPr txBox="1"/>
          <p:nvPr/>
        </p:nvSpPr>
        <p:spPr>
          <a:xfrm>
            <a:off x="1892959" y="1922226"/>
            <a:ext cx="993300" cy="307800"/>
          </a:xfrm>
          <a:prstGeom prst="rect">
            <a:avLst/>
          </a:prstGeom>
          <a:noFill/>
          <a:ln cap="flat" cmpd="sng" w="9525">
            <a:solidFill>
              <a:srgbClr val="0B5394"/>
            </a:solidFill>
            <a:prstDash val="solid"/>
            <a:round/>
            <a:headEnd len="sm" w="sm" type="none"/>
            <a:tailEnd len="sm" w="sm" type="none"/>
          </a:ln>
        </p:spPr>
        <p:txBody>
          <a:bodyPr anchorCtr="0" anchor="ctr"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800"/>
              <a:buFont typeface="Arial"/>
              <a:buNone/>
            </a:pPr>
            <a:r>
              <a:rPr b="1" lang="en" sz="800">
                <a:solidFill>
                  <a:srgbClr val="1D5A9C"/>
                </a:solidFill>
                <a:latin typeface="Nunito"/>
                <a:ea typeface="Nunito"/>
                <a:cs typeface="Nunito"/>
                <a:sym typeface="Nunito"/>
              </a:rPr>
              <a:t>Agent Selection</a:t>
            </a:r>
            <a:endParaRPr b="1" i="0" sz="800" u="none" cap="none" strike="noStrike">
              <a:solidFill>
                <a:srgbClr val="1D5A9C"/>
              </a:solidFill>
              <a:latin typeface="Nunito"/>
              <a:ea typeface="Nunito"/>
              <a:cs typeface="Nunito"/>
              <a:sym typeface="Nunito"/>
            </a:endParaRPr>
          </a:p>
        </p:txBody>
      </p:sp>
      <p:sp>
        <p:nvSpPr>
          <p:cNvPr id="712" name="Google Shape;712;p27"/>
          <p:cNvSpPr txBox="1"/>
          <p:nvPr/>
        </p:nvSpPr>
        <p:spPr>
          <a:xfrm>
            <a:off x="4070925" y="1306525"/>
            <a:ext cx="2339400" cy="1539300"/>
          </a:xfrm>
          <a:prstGeom prst="rect">
            <a:avLst/>
          </a:prstGeom>
          <a:noFill/>
          <a:ln cap="flat" cmpd="sng" w="9525">
            <a:solidFill>
              <a:srgbClr val="0B5394"/>
            </a:solidFill>
            <a:prstDash val="solid"/>
            <a:round/>
            <a:headEnd len="sm" w="sm" type="none"/>
            <a:tailEnd len="sm" w="sm" type="none"/>
          </a:ln>
        </p:spPr>
        <p:txBody>
          <a:bodyPr anchorCtr="0" anchor="ctr"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800"/>
              <a:buFont typeface="Arial"/>
              <a:buNone/>
            </a:pPr>
            <a:r>
              <a:rPr b="1" lang="en" sz="800">
                <a:solidFill>
                  <a:schemeClr val="dk1"/>
                </a:solidFill>
                <a:latin typeface="Nunito"/>
                <a:ea typeface="Nunito"/>
                <a:cs typeface="Nunito"/>
                <a:sym typeface="Nunito"/>
              </a:rPr>
              <a:t>Meta Data Filter</a:t>
            </a:r>
            <a:endParaRPr b="1" sz="800">
              <a:solidFill>
                <a:schemeClr val="dk1"/>
              </a:solidFill>
              <a:latin typeface="Nunito"/>
              <a:ea typeface="Nunito"/>
              <a:cs typeface="Nunito"/>
              <a:sym typeface="Nunito"/>
            </a:endParaRPr>
          </a:p>
          <a:p>
            <a:pPr indent="0" lvl="0" marL="0" marR="0" rtl="0" algn="l">
              <a:lnSpc>
                <a:spcPct val="100000"/>
              </a:lnSpc>
              <a:spcBef>
                <a:spcPts val="0"/>
              </a:spcBef>
              <a:spcAft>
                <a:spcPts val="0"/>
              </a:spcAft>
              <a:buClr>
                <a:srgbClr val="000000"/>
              </a:buClr>
              <a:buSzPts val="800"/>
              <a:buFont typeface="Arial"/>
              <a:buNone/>
            </a:pPr>
            <a:r>
              <a:rPr b="1" lang="en" sz="800">
                <a:solidFill>
                  <a:srgbClr val="1D5A9C"/>
                </a:solidFill>
                <a:latin typeface="Nunito"/>
                <a:ea typeface="Nunito"/>
                <a:cs typeface="Nunito"/>
                <a:sym typeface="Nunito"/>
              </a:rPr>
              <a:t>{</a:t>
            </a:r>
            <a:endParaRPr b="1" sz="800">
              <a:solidFill>
                <a:srgbClr val="1D5A9C"/>
              </a:solidFill>
              <a:latin typeface="Nunito"/>
              <a:ea typeface="Nunito"/>
              <a:cs typeface="Nunito"/>
              <a:sym typeface="Nunito"/>
            </a:endParaRPr>
          </a:p>
          <a:p>
            <a:pPr indent="0" lvl="0" marL="0" marR="0" rtl="0" algn="l">
              <a:lnSpc>
                <a:spcPct val="100000"/>
              </a:lnSpc>
              <a:spcBef>
                <a:spcPts val="0"/>
              </a:spcBef>
              <a:spcAft>
                <a:spcPts val="0"/>
              </a:spcAft>
              <a:buClr>
                <a:srgbClr val="000000"/>
              </a:buClr>
              <a:buSzPts val="800"/>
              <a:buFont typeface="Arial"/>
              <a:buNone/>
            </a:pPr>
            <a:r>
              <a:rPr b="1" lang="en" sz="800">
                <a:solidFill>
                  <a:srgbClr val="1D5A9C"/>
                </a:solidFill>
                <a:latin typeface="Nunito"/>
                <a:ea typeface="Nunito"/>
                <a:cs typeface="Nunito"/>
                <a:sym typeface="Nunito"/>
              </a:rPr>
              <a:t>                "medicine_name": get_medicine_name(filename),</a:t>
            </a:r>
            <a:endParaRPr b="1" sz="800">
              <a:solidFill>
                <a:srgbClr val="1D5A9C"/>
              </a:solidFill>
              <a:latin typeface="Nunito"/>
              <a:ea typeface="Nunito"/>
              <a:cs typeface="Nunito"/>
              <a:sym typeface="Nunito"/>
            </a:endParaRPr>
          </a:p>
          <a:p>
            <a:pPr indent="0" lvl="0" marL="0" marR="0" rtl="0" algn="l">
              <a:lnSpc>
                <a:spcPct val="100000"/>
              </a:lnSpc>
              <a:spcBef>
                <a:spcPts val="0"/>
              </a:spcBef>
              <a:spcAft>
                <a:spcPts val="0"/>
              </a:spcAft>
              <a:buClr>
                <a:srgbClr val="000000"/>
              </a:buClr>
              <a:buSzPts val="800"/>
              <a:buFont typeface="Arial"/>
              <a:buNone/>
            </a:pPr>
            <a:r>
              <a:rPr b="1" lang="en" sz="800">
                <a:solidFill>
                  <a:srgbClr val="1D5A9C"/>
                </a:solidFill>
                <a:latin typeface="Nunito"/>
                <a:ea typeface="Nunito"/>
                <a:cs typeface="Nunito"/>
                <a:sym typeface="Nunito"/>
              </a:rPr>
              <a:t>                "anda_number": get_anda_number(filename),</a:t>
            </a:r>
            <a:endParaRPr b="1" sz="800">
              <a:solidFill>
                <a:srgbClr val="1D5A9C"/>
              </a:solidFill>
              <a:latin typeface="Nunito"/>
              <a:ea typeface="Nunito"/>
              <a:cs typeface="Nunito"/>
              <a:sym typeface="Nunito"/>
            </a:endParaRPr>
          </a:p>
          <a:p>
            <a:pPr indent="0" lvl="0" marL="0" marR="0" rtl="0" algn="l">
              <a:lnSpc>
                <a:spcPct val="100000"/>
              </a:lnSpc>
              <a:spcBef>
                <a:spcPts val="0"/>
              </a:spcBef>
              <a:spcAft>
                <a:spcPts val="0"/>
              </a:spcAft>
              <a:buClr>
                <a:srgbClr val="000000"/>
              </a:buClr>
              <a:buSzPts val="800"/>
              <a:buFont typeface="Arial"/>
              <a:buNone/>
            </a:pPr>
            <a:r>
              <a:rPr b="1" lang="en" sz="800">
                <a:solidFill>
                  <a:srgbClr val="1D5A9C"/>
                </a:solidFill>
                <a:latin typeface="Nunito"/>
                <a:ea typeface="Nunito"/>
                <a:cs typeface="Nunito"/>
                <a:sym typeface="Nunito"/>
              </a:rPr>
              <a:t>                "country_code": get_country_code(filename),</a:t>
            </a:r>
            <a:endParaRPr b="1" sz="800">
              <a:solidFill>
                <a:srgbClr val="1D5A9C"/>
              </a:solidFill>
              <a:latin typeface="Nunito"/>
              <a:ea typeface="Nunito"/>
              <a:cs typeface="Nunito"/>
              <a:sym typeface="Nunito"/>
            </a:endParaRPr>
          </a:p>
          <a:p>
            <a:pPr indent="0" lvl="0" marL="0" marR="0" rtl="0" algn="l">
              <a:lnSpc>
                <a:spcPct val="100000"/>
              </a:lnSpc>
              <a:spcBef>
                <a:spcPts val="0"/>
              </a:spcBef>
              <a:spcAft>
                <a:spcPts val="0"/>
              </a:spcAft>
              <a:buClr>
                <a:srgbClr val="000000"/>
              </a:buClr>
              <a:buSzPts val="800"/>
              <a:buFont typeface="Arial"/>
              <a:buNone/>
            </a:pPr>
            <a:r>
              <a:rPr b="1" lang="en" sz="800">
                <a:solidFill>
                  <a:srgbClr val="1D5A9C"/>
                </a:solidFill>
                <a:latin typeface="Nunito"/>
                <a:ea typeface="Nunito"/>
                <a:cs typeface="Nunito"/>
                <a:sym typeface="Nunito"/>
              </a:rPr>
              <a:t>                "deficiency_response_date": get_deficiency_response_date(filename)</a:t>
            </a:r>
            <a:endParaRPr b="1" sz="800">
              <a:solidFill>
                <a:srgbClr val="1D5A9C"/>
              </a:solidFill>
              <a:latin typeface="Nunito"/>
              <a:ea typeface="Nunito"/>
              <a:cs typeface="Nunito"/>
              <a:sym typeface="Nunito"/>
            </a:endParaRPr>
          </a:p>
          <a:p>
            <a:pPr indent="0" lvl="0" marL="0" marR="0" rtl="0" algn="l">
              <a:lnSpc>
                <a:spcPct val="100000"/>
              </a:lnSpc>
              <a:spcBef>
                <a:spcPts val="0"/>
              </a:spcBef>
              <a:spcAft>
                <a:spcPts val="0"/>
              </a:spcAft>
              <a:buClr>
                <a:srgbClr val="000000"/>
              </a:buClr>
              <a:buSzPts val="800"/>
              <a:buFont typeface="Arial"/>
              <a:buNone/>
            </a:pPr>
            <a:r>
              <a:rPr b="1" lang="en" sz="800">
                <a:solidFill>
                  <a:srgbClr val="1D5A9C"/>
                </a:solidFill>
                <a:latin typeface="Nunito"/>
                <a:ea typeface="Nunito"/>
                <a:cs typeface="Nunito"/>
                <a:sym typeface="Nunito"/>
              </a:rPr>
              <a:t>}</a:t>
            </a:r>
            <a:endParaRPr b="1" sz="800">
              <a:solidFill>
                <a:srgbClr val="1D5A9C"/>
              </a:solidFill>
              <a:latin typeface="Nunito"/>
              <a:ea typeface="Nunito"/>
              <a:cs typeface="Nunito"/>
              <a:sym typeface="Nunito"/>
            </a:endParaRPr>
          </a:p>
        </p:txBody>
      </p:sp>
      <p:cxnSp>
        <p:nvCxnSpPr>
          <p:cNvPr id="713" name="Google Shape;713;p27"/>
          <p:cNvCxnSpPr>
            <a:stCxn id="711" idx="3"/>
            <a:endCxn id="712" idx="1"/>
          </p:cNvCxnSpPr>
          <p:nvPr/>
        </p:nvCxnSpPr>
        <p:spPr>
          <a:xfrm>
            <a:off x="2886259" y="2076126"/>
            <a:ext cx="1184700" cy="0"/>
          </a:xfrm>
          <a:prstGeom prst="straightConnector1">
            <a:avLst/>
          </a:prstGeom>
          <a:noFill/>
          <a:ln cap="flat" cmpd="sng" w="19050">
            <a:solidFill>
              <a:srgbClr val="1D5A9C"/>
            </a:solidFill>
            <a:prstDash val="solid"/>
            <a:round/>
            <a:headEnd len="sm" w="sm" type="none"/>
            <a:tailEnd len="med" w="med" type="stealth"/>
          </a:ln>
        </p:spPr>
      </p:cxnSp>
      <p:cxnSp>
        <p:nvCxnSpPr>
          <p:cNvPr id="714" name="Google Shape;714;p27"/>
          <p:cNvCxnSpPr>
            <a:stCxn id="710" idx="3"/>
            <a:endCxn id="711" idx="1"/>
          </p:cNvCxnSpPr>
          <p:nvPr/>
        </p:nvCxnSpPr>
        <p:spPr>
          <a:xfrm>
            <a:off x="1350493" y="2076163"/>
            <a:ext cx="542400" cy="0"/>
          </a:xfrm>
          <a:prstGeom prst="straightConnector1">
            <a:avLst/>
          </a:prstGeom>
          <a:noFill/>
          <a:ln cap="flat" cmpd="sng" w="19050">
            <a:solidFill>
              <a:srgbClr val="1D5A9C"/>
            </a:solidFill>
            <a:prstDash val="solid"/>
            <a:round/>
            <a:headEnd len="sm" w="sm" type="none"/>
            <a:tailEnd len="med" w="med" type="stealth"/>
          </a:ln>
        </p:spPr>
      </p:cxnSp>
      <p:sp>
        <p:nvSpPr>
          <p:cNvPr id="715" name="Google Shape;715;p27"/>
          <p:cNvSpPr txBox="1"/>
          <p:nvPr/>
        </p:nvSpPr>
        <p:spPr>
          <a:xfrm>
            <a:off x="7622789" y="1922222"/>
            <a:ext cx="993300" cy="307800"/>
          </a:xfrm>
          <a:prstGeom prst="rect">
            <a:avLst/>
          </a:prstGeom>
          <a:noFill/>
          <a:ln cap="flat" cmpd="sng" w="9525">
            <a:solidFill>
              <a:srgbClr val="0B5394"/>
            </a:solidFill>
            <a:prstDash val="solid"/>
            <a:round/>
            <a:headEnd len="sm" w="sm" type="none"/>
            <a:tailEnd len="sm" w="sm" type="none"/>
          </a:ln>
        </p:spPr>
        <p:txBody>
          <a:bodyPr anchorCtr="0" anchor="ctr"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800"/>
              <a:buFont typeface="Arial"/>
              <a:buNone/>
            </a:pPr>
            <a:r>
              <a:rPr b="1" lang="en" sz="800">
                <a:solidFill>
                  <a:srgbClr val="1D5A9C"/>
                </a:solidFill>
                <a:latin typeface="Nunito"/>
                <a:ea typeface="Nunito"/>
                <a:cs typeface="Nunito"/>
                <a:sym typeface="Nunito"/>
              </a:rPr>
              <a:t>Vector-DB</a:t>
            </a:r>
            <a:endParaRPr b="1" i="0" sz="800" u="none" cap="none" strike="noStrike">
              <a:solidFill>
                <a:srgbClr val="1D5A9C"/>
              </a:solidFill>
              <a:latin typeface="Nunito"/>
              <a:ea typeface="Nunito"/>
              <a:cs typeface="Nunito"/>
              <a:sym typeface="Nunito"/>
            </a:endParaRPr>
          </a:p>
        </p:txBody>
      </p:sp>
      <p:sp>
        <p:nvSpPr>
          <p:cNvPr id="716" name="Google Shape;716;p27"/>
          <p:cNvSpPr txBox="1"/>
          <p:nvPr/>
        </p:nvSpPr>
        <p:spPr>
          <a:xfrm>
            <a:off x="7592191" y="3690622"/>
            <a:ext cx="1054500" cy="307800"/>
          </a:xfrm>
          <a:prstGeom prst="rect">
            <a:avLst/>
          </a:prstGeom>
          <a:noFill/>
          <a:ln cap="flat" cmpd="sng" w="9525">
            <a:solidFill>
              <a:srgbClr val="0B5394"/>
            </a:solidFill>
            <a:prstDash val="solid"/>
            <a:round/>
            <a:headEnd len="sm" w="sm" type="none"/>
            <a:tailEnd len="sm" w="sm" type="none"/>
          </a:ln>
        </p:spPr>
        <p:txBody>
          <a:bodyPr anchorCtr="0" anchor="ctr" bIns="91425" lIns="91425" spcFirstLastPara="1" rIns="91425" wrap="square" tIns="91425">
            <a:spAutoFit/>
          </a:bodyPr>
          <a:lstStyle/>
          <a:p>
            <a:pPr indent="0" lvl="0" marL="0" marR="0" rtl="0" algn="l">
              <a:lnSpc>
                <a:spcPct val="100000"/>
              </a:lnSpc>
              <a:spcBef>
                <a:spcPts val="0"/>
              </a:spcBef>
              <a:spcAft>
                <a:spcPts val="0"/>
              </a:spcAft>
              <a:buClr>
                <a:srgbClr val="000000"/>
              </a:buClr>
              <a:buSzPts val="800"/>
              <a:buFont typeface="Arial"/>
              <a:buNone/>
            </a:pPr>
            <a:r>
              <a:rPr b="1" lang="en" sz="800">
                <a:solidFill>
                  <a:srgbClr val="1D5A9C"/>
                </a:solidFill>
                <a:latin typeface="Nunito"/>
                <a:ea typeface="Nunito"/>
                <a:cs typeface="Nunito"/>
                <a:sym typeface="Nunito"/>
              </a:rPr>
              <a:t>Chunks Retrieved</a:t>
            </a:r>
            <a:endParaRPr b="1" i="0" sz="800" u="none" cap="none" strike="noStrike">
              <a:solidFill>
                <a:srgbClr val="1D5A9C"/>
              </a:solidFill>
              <a:latin typeface="Nunito"/>
              <a:ea typeface="Nunito"/>
              <a:cs typeface="Nunito"/>
              <a:sym typeface="Nunito"/>
            </a:endParaRPr>
          </a:p>
        </p:txBody>
      </p:sp>
      <p:sp>
        <p:nvSpPr>
          <p:cNvPr id="717" name="Google Shape;717;p27"/>
          <p:cNvSpPr txBox="1"/>
          <p:nvPr/>
        </p:nvSpPr>
        <p:spPr>
          <a:xfrm>
            <a:off x="185700" y="1050100"/>
            <a:ext cx="1849200" cy="812700"/>
          </a:xfrm>
          <a:prstGeom prst="rect">
            <a:avLst/>
          </a:prstGeom>
          <a:noFill/>
          <a:ln>
            <a:noFill/>
          </a:ln>
        </p:spPr>
        <p:txBody>
          <a:bodyPr anchorCtr="0" anchor="ctr" bIns="91425" lIns="91425" spcFirstLastPara="1" rIns="91425" wrap="square" tIns="91425">
            <a:noAutofit/>
          </a:bodyPr>
          <a:lstStyle/>
          <a:p>
            <a:pPr indent="0" lvl="0" marL="0" rtl="0" algn="just">
              <a:spcBef>
                <a:spcPts val="0"/>
              </a:spcBef>
              <a:spcAft>
                <a:spcPts val="0"/>
              </a:spcAft>
              <a:buNone/>
            </a:pPr>
            <a:r>
              <a:rPr lang="en" sz="800">
                <a:solidFill>
                  <a:schemeClr val="dk2"/>
                </a:solidFill>
                <a:latin typeface="Nunito"/>
                <a:ea typeface="Nunito"/>
                <a:cs typeface="Nunito"/>
                <a:sym typeface="Nunito"/>
              </a:rPr>
              <a:t>Agent Orchestration rephrases the query using chat history and routes it to the appropriate department, sub-department, and agent based on the user’s RBAC.</a:t>
            </a:r>
            <a:endParaRPr sz="800">
              <a:solidFill>
                <a:schemeClr val="dk2"/>
              </a:solidFill>
              <a:latin typeface="Nunito"/>
              <a:ea typeface="Nunito"/>
              <a:cs typeface="Nunito"/>
              <a:sym typeface="Nunito"/>
            </a:endParaRPr>
          </a:p>
        </p:txBody>
      </p:sp>
      <p:sp>
        <p:nvSpPr>
          <p:cNvPr id="718" name="Google Shape;718;p27"/>
          <p:cNvSpPr txBox="1"/>
          <p:nvPr/>
        </p:nvSpPr>
        <p:spPr>
          <a:xfrm>
            <a:off x="1704002" y="2334951"/>
            <a:ext cx="1798200" cy="8328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en" sz="800">
                <a:solidFill>
                  <a:schemeClr val="dk2"/>
                </a:solidFill>
                <a:latin typeface="Nunito"/>
                <a:ea typeface="Nunito"/>
                <a:cs typeface="Nunito"/>
                <a:sym typeface="Nunito"/>
              </a:rPr>
              <a:t>Each agent has its own set of information, such as an index, database, and namespace, that it searches. This helps reduce the overall search space for the system.</a:t>
            </a:r>
            <a:endParaRPr sz="800">
              <a:solidFill>
                <a:schemeClr val="dk2"/>
              </a:solidFill>
              <a:latin typeface="Nunito"/>
              <a:ea typeface="Nunito"/>
              <a:cs typeface="Nunito"/>
              <a:sym typeface="Nunito"/>
            </a:endParaRPr>
          </a:p>
        </p:txBody>
      </p:sp>
      <p:sp>
        <p:nvSpPr>
          <p:cNvPr id="719" name="Google Shape;719;p27"/>
          <p:cNvSpPr txBox="1"/>
          <p:nvPr/>
        </p:nvSpPr>
        <p:spPr>
          <a:xfrm>
            <a:off x="4070925" y="2930800"/>
            <a:ext cx="2496300" cy="11697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n" sz="800">
                <a:solidFill>
                  <a:schemeClr val="dk2"/>
                </a:solidFill>
                <a:latin typeface="Nunito"/>
                <a:ea typeface="Nunito"/>
                <a:cs typeface="Nunito"/>
                <a:sym typeface="Nunito"/>
              </a:rPr>
              <a:t>The metadata filter is dynamic and extracts keywords from the normalized user query. The type of keywords to be extracted is defined as a custom state for each department and sub-department. For example, in the regulatory department, metadata such as ANDA number and medicine name are set as defaults. Similarly, each department has its own defined metadata filters.</a:t>
            </a:r>
            <a:endParaRPr sz="800">
              <a:solidFill>
                <a:schemeClr val="dk2"/>
              </a:solidFill>
              <a:latin typeface="Nunito"/>
              <a:ea typeface="Nunito"/>
              <a:cs typeface="Nunito"/>
              <a:sym typeface="Nunito"/>
            </a:endParaRPr>
          </a:p>
        </p:txBody>
      </p:sp>
      <p:cxnSp>
        <p:nvCxnSpPr>
          <p:cNvPr id="720" name="Google Shape;720;p27"/>
          <p:cNvCxnSpPr>
            <a:stCxn id="712" idx="3"/>
            <a:endCxn id="715" idx="1"/>
          </p:cNvCxnSpPr>
          <p:nvPr/>
        </p:nvCxnSpPr>
        <p:spPr>
          <a:xfrm>
            <a:off x="6410325" y="2076175"/>
            <a:ext cx="1212600" cy="600"/>
          </a:xfrm>
          <a:prstGeom prst="bentConnector3">
            <a:avLst>
              <a:gd fmla="val 49994" name="adj1"/>
            </a:avLst>
          </a:prstGeom>
          <a:noFill/>
          <a:ln cap="flat" cmpd="sng" w="9525">
            <a:solidFill>
              <a:srgbClr val="1D5A9C"/>
            </a:solidFill>
            <a:prstDash val="solid"/>
            <a:round/>
            <a:headEnd len="med" w="med" type="none"/>
            <a:tailEnd len="med" w="med" type="triangle"/>
          </a:ln>
        </p:spPr>
      </p:cxnSp>
      <p:sp>
        <p:nvSpPr>
          <p:cNvPr id="721" name="Google Shape;721;p27"/>
          <p:cNvSpPr txBox="1"/>
          <p:nvPr/>
        </p:nvSpPr>
        <p:spPr>
          <a:xfrm>
            <a:off x="7220350" y="1001900"/>
            <a:ext cx="1798200" cy="8004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n" sz="800">
                <a:solidFill>
                  <a:schemeClr val="dk2"/>
                </a:solidFill>
                <a:latin typeface="Nunito"/>
                <a:ea typeface="Nunito"/>
                <a:cs typeface="Nunito"/>
                <a:sym typeface="Nunito"/>
              </a:rPr>
              <a:t>The query is searched in the vector database using the applied filters, which further reduce the search space and improve the accuracy of document retrieval.</a:t>
            </a:r>
            <a:endParaRPr sz="800">
              <a:solidFill>
                <a:schemeClr val="dk2"/>
              </a:solidFill>
              <a:latin typeface="Nunito"/>
              <a:ea typeface="Nunito"/>
              <a:cs typeface="Nunito"/>
              <a:sym typeface="Nunito"/>
            </a:endParaRPr>
          </a:p>
        </p:txBody>
      </p:sp>
      <p:cxnSp>
        <p:nvCxnSpPr>
          <p:cNvPr id="722" name="Google Shape;722;p27"/>
          <p:cNvCxnSpPr>
            <a:stCxn id="709" idx="0"/>
            <a:endCxn id="710" idx="2"/>
          </p:cNvCxnSpPr>
          <p:nvPr/>
        </p:nvCxnSpPr>
        <p:spPr>
          <a:xfrm rot="10800000">
            <a:off x="765646" y="2230068"/>
            <a:ext cx="0" cy="879900"/>
          </a:xfrm>
          <a:prstGeom prst="straightConnector1">
            <a:avLst/>
          </a:prstGeom>
          <a:noFill/>
          <a:ln cap="flat" cmpd="sng" w="19050">
            <a:solidFill>
              <a:srgbClr val="1D5A9C"/>
            </a:solidFill>
            <a:prstDash val="solid"/>
            <a:round/>
            <a:headEnd len="sm" w="sm" type="none"/>
            <a:tailEnd len="med" w="med" type="stealth"/>
          </a:ln>
        </p:spPr>
      </p:cxnSp>
      <p:cxnSp>
        <p:nvCxnSpPr>
          <p:cNvPr id="723" name="Google Shape;723;p27"/>
          <p:cNvCxnSpPr>
            <a:stCxn id="715" idx="2"/>
            <a:endCxn id="716" idx="0"/>
          </p:cNvCxnSpPr>
          <p:nvPr/>
        </p:nvCxnSpPr>
        <p:spPr>
          <a:xfrm>
            <a:off x="8119439" y="2230022"/>
            <a:ext cx="0" cy="1460700"/>
          </a:xfrm>
          <a:prstGeom prst="straightConnector1">
            <a:avLst/>
          </a:prstGeom>
          <a:noFill/>
          <a:ln cap="flat" cmpd="sng" w="9525">
            <a:solidFill>
              <a:srgbClr val="1D5A9C"/>
            </a:solidFill>
            <a:prstDash val="solid"/>
            <a:round/>
            <a:headEnd len="med" w="med" type="none"/>
            <a:tailEnd len="med" w="med" type="triangle"/>
          </a:ln>
        </p:spPr>
      </p:cxnSp>
      <p:sp>
        <p:nvSpPr>
          <p:cNvPr id="724" name="Google Shape;724;p27"/>
          <p:cNvSpPr/>
          <p:nvPr/>
        </p:nvSpPr>
        <p:spPr>
          <a:xfrm>
            <a:off x="7109800" y="2729800"/>
            <a:ext cx="903900" cy="3078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latin typeface="Nunito"/>
                <a:ea typeface="Nunito"/>
                <a:cs typeface="Nunito"/>
                <a:sym typeface="Nunito"/>
              </a:rPr>
              <a:t>Re-ranking</a:t>
            </a:r>
            <a:endParaRPr sz="1100">
              <a:latin typeface="Nunito"/>
              <a:ea typeface="Nunito"/>
              <a:cs typeface="Nunito"/>
              <a:sym typeface="Nunito"/>
            </a:endParaRPr>
          </a:p>
        </p:txBody>
      </p:sp>
      <p:sp>
        <p:nvSpPr>
          <p:cNvPr id="725" name="Google Shape;725;p27"/>
          <p:cNvSpPr txBox="1"/>
          <p:nvPr/>
        </p:nvSpPr>
        <p:spPr>
          <a:xfrm>
            <a:off x="7220350" y="3998425"/>
            <a:ext cx="1798200" cy="390600"/>
          </a:xfrm>
          <a:prstGeom prst="rect">
            <a:avLst/>
          </a:prstGeom>
          <a:noFill/>
          <a:ln>
            <a:noFill/>
          </a:ln>
        </p:spPr>
        <p:txBody>
          <a:bodyPr anchorCtr="0" anchor="t" bIns="91425" lIns="91425" spcFirstLastPara="1" rIns="91425" wrap="square" tIns="91425">
            <a:normAutofit lnSpcReduction="20000"/>
          </a:bodyPr>
          <a:lstStyle/>
          <a:p>
            <a:pPr indent="0" lvl="0" marL="0" rtl="0" algn="ctr">
              <a:spcBef>
                <a:spcPts val="0"/>
              </a:spcBef>
              <a:spcAft>
                <a:spcPts val="0"/>
              </a:spcAft>
              <a:buNone/>
            </a:pPr>
            <a:r>
              <a:rPr lang="en" sz="800">
                <a:solidFill>
                  <a:schemeClr val="dk2"/>
                </a:solidFill>
                <a:latin typeface="Nunito"/>
                <a:ea typeface="Nunito"/>
                <a:cs typeface="Nunito"/>
                <a:sym typeface="Nunito"/>
              </a:rPr>
              <a:t>The retrieved chunks are of highest match score </a:t>
            </a:r>
            <a:endParaRPr sz="800">
              <a:solidFill>
                <a:schemeClr val="dk2"/>
              </a:solidFill>
              <a:latin typeface="Nunito"/>
              <a:ea typeface="Nunito"/>
              <a:cs typeface="Nunito"/>
              <a:sym typeface="Nunito"/>
            </a:endParaRPr>
          </a:p>
        </p:txBody>
      </p:sp>
      <p:pic>
        <p:nvPicPr>
          <p:cNvPr id="726" name="Google Shape;726;p27"/>
          <p:cNvPicPr preferRelativeResize="0"/>
          <p:nvPr/>
        </p:nvPicPr>
        <p:blipFill rotWithShape="1">
          <a:blip r:embed="rId3">
            <a:alphaModFix amt="5000"/>
          </a:blip>
          <a:srcRect b="24947" l="0" r="49114" t="0"/>
          <a:stretch/>
        </p:blipFill>
        <p:spPr>
          <a:xfrm>
            <a:off x="6813" y="1340738"/>
            <a:ext cx="357773" cy="3846226"/>
          </a:xfrm>
          <a:prstGeom prst="rect">
            <a:avLst/>
          </a:prstGeom>
          <a:noFill/>
          <a:ln>
            <a:noFill/>
          </a:ln>
        </p:spPr>
      </p:pic>
      <p:sp>
        <p:nvSpPr>
          <p:cNvPr id="727" name="Google Shape;727;p27"/>
          <p:cNvSpPr txBox="1"/>
          <p:nvPr/>
        </p:nvSpPr>
        <p:spPr>
          <a:xfrm>
            <a:off x="8028138" y="613450"/>
            <a:ext cx="1307100" cy="44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000">
                <a:solidFill>
                  <a:srgbClr val="FF0000"/>
                </a:solidFill>
              </a:rPr>
              <a:t>**Confidential**</a:t>
            </a:r>
            <a:endParaRPr b="1" sz="1000">
              <a:solidFill>
                <a:srgbClr val="FF0000"/>
              </a:solidFill>
            </a:endParaRPr>
          </a:p>
        </p:txBody>
      </p:sp>
      <p:sp>
        <p:nvSpPr>
          <p:cNvPr id="728" name="Google Shape;728;p27"/>
          <p:cNvSpPr/>
          <p:nvPr/>
        </p:nvSpPr>
        <p:spPr>
          <a:xfrm>
            <a:off x="185700" y="91350"/>
            <a:ext cx="8740200" cy="486600"/>
          </a:xfrm>
          <a:prstGeom prst="roundRect">
            <a:avLst>
              <a:gd fmla="val 16667" name="adj"/>
            </a:avLst>
          </a:prstGeom>
          <a:solidFill>
            <a:srgbClr val="0062A5"/>
          </a:solidFill>
          <a:ln cap="flat" cmpd="sng" w="9525">
            <a:solidFill>
              <a:srgbClr val="0062A5"/>
            </a:solidFill>
            <a:prstDash val="solid"/>
            <a:round/>
            <a:headEnd len="sm" w="sm" type="none"/>
            <a:tailEnd len="sm" w="sm" type="none"/>
          </a:ln>
        </p:spPr>
        <p:txBody>
          <a:bodyPr anchorCtr="0" anchor="ctr" bIns="0" lIns="91425" spcFirstLastPara="1" rIns="91425" wrap="square" tIns="0">
            <a:noAutofit/>
          </a:bodyPr>
          <a:lstStyle/>
          <a:p>
            <a:pPr indent="0" lvl="0" marL="0" rtl="0" algn="l">
              <a:lnSpc>
                <a:spcPct val="129600"/>
              </a:lnSpc>
              <a:spcBef>
                <a:spcPts val="0"/>
              </a:spcBef>
              <a:spcAft>
                <a:spcPts val="0"/>
              </a:spcAft>
              <a:buNone/>
            </a:pPr>
            <a:r>
              <a:rPr b="1" lang="en" sz="1800">
                <a:solidFill>
                  <a:srgbClr val="FFFFFF"/>
                </a:solidFill>
                <a:latin typeface="Jost"/>
                <a:ea typeface="Jost"/>
                <a:cs typeface="Jost"/>
                <a:sym typeface="Jost"/>
              </a:rPr>
              <a:t>RAG Retrieval Process: Metadata Filtering</a:t>
            </a:r>
            <a:endParaRPr b="1" sz="1800">
              <a:solidFill>
                <a:srgbClr val="FFFFFF"/>
              </a:solidFill>
              <a:latin typeface="Jost"/>
              <a:ea typeface="Jost"/>
              <a:cs typeface="Jost"/>
              <a:sym typeface="Jost"/>
            </a:endParaRPr>
          </a:p>
        </p:txBody>
      </p:sp>
      <p:sp>
        <p:nvSpPr>
          <p:cNvPr id="729" name="Google Shape;729;p27"/>
          <p:cNvSpPr txBox="1"/>
          <p:nvPr>
            <p:ph idx="12" type="sldNum"/>
          </p:nvPr>
        </p:nvSpPr>
        <p:spPr>
          <a:xfrm>
            <a:off x="8472458" y="4663217"/>
            <a:ext cx="548700" cy="393600"/>
          </a:xfrm>
          <a:prstGeom prst="rect">
            <a:avLst/>
          </a:prstGeom>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en" sz="1200">
                <a:latin typeface="Jost"/>
                <a:ea typeface="Jost"/>
                <a:cs typeface="Jost"/>
                <a:sym typeface="Jost"/>
              </a:rPr>
              <a:t>‹#›</a:t>
            </a:fld>
            <a:endParaRPr sz="1200">
              <a:latin typeface="Jost"/>
              <a:ea typeface="Jost"/>
              <a:cs typeface="Jost"/>
              <a:sym typeface="Jost"/>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3" name="Shape 733"/>
        <p:cNvGrpSpPr/>
        <p:nvPr/>
      </p:nvGrpSpPr>
      <p:grpSpPr>
        <a:xfrm>
          <a:off x="0" y="0"/>
          <a:ext cx="0" cy="0"/>
          <a:chOff x="0" y="0"/>
          <a:chExt cx="0" cy="0"/>
        </a:xfrm>
      </p:grpSpPr>
      <p:sp>
        <p:nvSpPr>
          <p:cNvPr id="734" name="Google Shape;734;p28"/>
          <p:cNvSpPr txBox="1"/>
          <p:nvPr/>
        </p:nvSpPr>
        <p:spPr>
          <a:xfrm>
            <a:off x="7709076" y="1925725"/>
            <a:ext cx="1116000" cy="307800"/>
          </a:xfrm>
          <a:prstGeom prst="rect">
            <a:avLst/>
          </a:prstGeom>
          <a:noFill/>
          <a:ln cap="flat" cmpd="sng" w="9525">
            <a:solidFill>
              <a:srgbClr val="0B5394"/>
            </a:solidFill>
            <a:prstDash val="solid"/>
            <a:round/>
            <a:headEnd len="sm" w="sm" type="none"/>
            <a:tailEnd len="sm" w="sm" type="none"/>
          </a:ln>
        </p:spPr>
        <p:txBody>
          <a:bodyPr anchorCtr="0" anchor="ctr" bIns="91425" lIns="91425" spcFirstLastPara="1" rIns="91425" wrap="square" tIns="91425">
            <a:spAutoFit/>
          </a:bodyPr>
          <a:lstStyle/>
          <a:p>
            <a:pPr indent="0" lvl="0" marL="0" marR="0" rtl="0" algn="l">
              <a:lnSpc>
                <a:spcPct val="100000"/>
              </a:lnSpc>
              <a:spcBef>
                <a:spcPts val="0"/>
              </a:spcBef>
              <a:spcAft>
                <a:spcPts val="0"/>
              </a:spcAft>
              <a:buClr>
                <a:srgbClr val="000000"/>
              </a:buClr>
              <a:buSzPts val="800"/>
              <a:buFont typeface="Arial"/>
              <a:buNone/>
            </a:pPr>
            <a:r>
              <a:rPr b="1" lang="en" sz="800">
                <a:solidFill>
                  <a:srgbClr val="1D5A9C"/>
                </a:solidFill>
                <a:latin typeface="Nunito"/>
                <a:ea typeface="Nunito"/>
                <a:cs typeface="Nunito"/>
                <a:sym typeface="Nunito"/>
              </a:rPr>
              <a:t>Chatbot Response</a:t>
            </a:r>
            <a:endParaRPr b="1" i="0" sz="800" u="none" cap="none" strike="noStrike">
              <a:solidFill>
                <a:srgbClr val="1D5A9C"/>
              </a:solidFill>
              <a:latin typeface="Nunito"/>
              <a:ea typeface="Nunito"/>
              <a:cs typeface="Nunito"/>
              <a:sym typeface="Nunito"/>
            </a:endParaRPr>
          </a:p>
        </p:txBody>
      </p:sp>
      <p:sp>
        <p:nvSpPr>
          <p:cNvPr id="735" name="Google Shape;735;p28"/>
          <p:cNvSpPr/>
          <p:nvPr/>
        </p:nvSpPr>
        <p:spPr>
          <a:xfrm>
            <a:off x="7447469" y="3011113"/>
            <a:ext cx="1639200" cy="438900"/>
          </a:xfrm>
          <a:prstGeom prst="rect">
            <a:avLst/>
          </a:prstGeom>
          <a:noFill/>
          <a:ln cap="flat" cmpd="sng" w="9525">
            <a:solidFill>
              <a:srgbClr val="0B539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900"/>
              <a:buFont typeface="Arial"/>
              <a:buNone/>
            </a:pPr>
            <a:r>
              <a:t/>
            </a:r>
            <a:endParaRPr b="1" i="0" sz="900" u="none" cap="none" strike="noStrike">
              <a:solidFill>
                <a:srgbClr val="1D5A9C"/>
              </a:solidFill>
              <a:latin typeface="Nunito"/>
              <a:ea typeface="Nunito"/>
              <a:cs typeface="Nunito"/>
              <a:sym typeface="Nunito"/>
            </a:endParaRPr>
          </a:p>
          <a:p>
            <a:pPr indent="0" lvl="0" marL="0" marR="0" rtl="0" algn="r">
              <a:lnSpc>
                <a:spcPct val="100000"/>
              </a:lnSpc>
              <a:spcBef>
                <a:spcPts val="0"/>
              </a:spcBef>
              <a:spcAft>
                <a:spcPts val="0"/>
              </a:spcAft>
              <a:buClr>
                <a:schemeClr val="dk1"/>
              </a:buClr>
              <a:buSzPts val="1100"/>
              <a:buFont typeface="Arial"/>
              <a:buNone/>
            </a:pPr>
            <a:r>
              <a:rPr b="1" i="0" lang="en" sz="900" u="none" cap="none" strike="noStrike">
                <a:solidFill>
                  <a:srgbClr val="1D5A9C"/>
                </a:solidFill>
                <a:latin typeface="Nunito"/>
                <a:ea typeface="Nunito"/>
                <a:cs typeface="Nunito"/>
                <a:sym typeface="Nunito"/>
              </a:rPr>
              <a:t>Feedback Loop Layer Learning &amp; Adaptation Engine</a:t>
            </a:r>
            <a:endParaRPr b="1" i="0" sz="900" u="none" cap="none" strike="noStrike">
              <a:solidFill>
                <a:srgbClr val="1D5A9C"/>
              </a:solidFill>
              <a:latin typeface="Nunito"/>
              <a:ea typeface="Nunito"/>
              <a:cs typeface="Nunito"/>
              <a:sym typeface="Nunito"/>
            </a:endParaRPr>
          </a:p>
          <a:p>
            <a:pPr indent="0" lvl="1" marL="342900" marR="0" rtl="0" algn="r">
              <a:lnSpc>
                <a:spcPct val="100000"/>
              </a:lnSpc>
              <a:spcBef>
                <a:spcPts val="0"/>
              </a:spcBef>
              <a:spcAft>
                <a:spcPts val="0"/>
              </a:spcAft>
              <a:buClr>
                <a:srgbClr val="000000"/>
              </a:buClr>
              <a:buSzPts val="800"/>
              <a:buFont typeface="Arial"/>
              <a:buNone/>
            </a:pPr>
            <a:r>
              <a:t/>
            </a:r>
            <a:endParaRPr b="1" i="0" sz="800" u="none" cap="none" strike="noStrike">
              <a:solidFill>
                <a:schemeClr val="dk1"/>
              </a:solidFill>
              <a:latin typeface="Nunito"/>
              <a:ea typeface="Nunito"/>
              <a:cs typeface="Nunito"/>
              <a:sym typeface="Nunito"/>
            </a:endParaRPr>
          </a:p>
        </p:txBody>
      </p:sp>
      <p:sp>
        <p:nvSpPr>
          <p:cNvPr id="736" name="Google Shape;736;p28"/>
          <p:cNvSpPr txBox="1"/>
          <p:nvPr/>
        </p:nvSpPr>
        <p:spPr>
          <a:xfrm>
            <a:off x="7447473" y="3547350"/>
            <a:ext cx="1575900" cy="833700"/>
          </a:xfrm>
          <a:prstGeom prst="rect">
            <a:avLst/>
          </a:prstGeom>
          <a:noFill/>
          <a:ln cap="flat" cmpd="sng" w="9525">
            <a:solidFill>
              <a:srgbClr val="0B5394"/>
            </a:solidFill>
            <a:prstDash val="dashDot"/>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i="1" lang="en" sz="800">
                <a:solidFill>
                  <a:schemeClr val="dk1"/>
                </a:solidFill>
                <a:latin typeface="Nunito"/>
                <a:ea typeface="Nunito"/>
                <a:cs typeface="Nunito"/>
                <a:sym typeface="Nunito"/>
              </a:rPr>
              <a:t>1- </a:t>
            </a:r>
            <a:r>
              <a:rPr b="0" i="1" lang="en" sz="800" u="none" cap="none" strike="noStrike">
                <a:solidFill>
                  <a:schemeClr val="dk1"/>
                </a:solidFill>
                <a:latin typeface="Nunito"/>
                <a:ea typeface="Nunito"/>
                <a:cs typeface="Nunito"/>
                <a:sym typeface="Nunito"/>
              </a:rPr>
              <a:t>Capture thumbs up/thumbs down + comments </a:t>
            </a:r>
            <a:r>
              <a:rPr i="1" lang="en" sz="800">
                <a:solidFill>
                  <a:schemeClr val="dk1"/>
                </a:solidFill>
                <a:latin typeface="Nunito"/>
                <a:ea typeface="Nunito"/>
                <a:cs typeface="Nunito"/>
                <a:sym typeface="Nunito"/>
              </a:rPr>
              <a:t>+ other information</a:t>
            </a:r>
            <a:r>
              <a:rPr b="0" i="1" lang="en" sz="800" u="none" cap="none" strike="noStrike">
                <a:solidFill>
                  <a:schemeClr val="dk1"/>
                </a:solidFill>
                <a:latin typeface="Nunito"/>
                <a:ea typeface="Nunito"/>
                <a:cs typeface="Nunito"/>
                <a:sym typeface="Nunito"/>
              </a:rPr>
              <a:t>                  </a:t>
            </a:r>
            <a:endParaRPr b="0" i="1" sz="800" u="none" cap="none" strike="noStrike">
              <a:solidFill>
                <a:schemeClr val="dk1"/>
              </a:solidFill>
              <a:latin typeface="Nunito"/>
              <a:ea typeface="Nunito"/>
              <a:cs typeface="Nunito"/>
              <a:sym typeface="Nunito"/>
            </a:endParaRPr>
          </a:p>
          <a:p>
            <a:pPr indent="0" lvl="0" marL="0" marR="0" rtl="0" algn="l">
              <a:lnSpc>
                <a:spcPct val="100000"/>
              </a:lnSpc>
              <a:spcBef>
                <a:spcPts val="0"/>
              </a:spcBef>
              <a:spcAft>
                <a:spcPts val="0"/>
              </a:spcAft>
              <a:buNone/>
            </a:pPr>
            <a:r>
              <a:rPr i="1" lang="en" sz="800">
                <a:solidFill>
                  <a:schemeClr val="dk1"/>
                </a:solidFill>
                <a:latin typeface="Nunito"/>
                <a:ea typeface="Nunito"/>
                <a:cs typeface="Nunito"/>
                <a:sym typeface="Nunito"/>
              </a:rPr>
              <a:t>2- </a:t>
            </a:r>
            <a:r>
              <a:rPr b="0" i="1" lang="en" sz="800" u="none" cap="none" strike="noStrike">
                <a:solidFill>
                  <a:schemeClr val="dk1"/>
                </a:solidFill>
                <a:latin typeface="Nunito"/>
                <a:ea typeface="Nunito"/>
                <a:cs typeface="Nunito"/>
                <a:sym typeface="Nunito"/>
              </a:rPr>
              <a:t>Logs to feedback Data</a:t>
            </a:r>
            <a:r>
              <a:rPr i="1" lang="en" sz="800">
                <a:solidFill>
                  <a:schemeClr val="dk1"/>
                </a:solidFill>
                <a:latin typeface="Nunito"/>
                <a:ea typeface="Nunito"/>
                <a:cs typeface="Nunito"/>
                <a:sym typeface="Nunito"/>
              </a:rPr>
              <a:t>base</a:t>
            </a:r>
            <a:r>
              <a:rPr b="0" i="1" lang="en" sz="800" u="none" cap="none" strike="noStrike">
                <a:solidFill>
                  <a:schemeClr val="dk1"/>
                </a:solidFill>
                <a:latin typeface="Nunito"/>
                <a:ea typeface="Nunito"/>
                <a:cs typeface="Nunito"/>
                <a:sym typeface="Nunito"/>
              </a:rPr>
              <a:t>                   </a:t>
            </a:r>
            <a:endParaRPr b="0" i="1" sz="800" u="none" cap="none" strike="noStrike">
              <a:solidFill>
                <a:schemeClr val="dk1"/>
              </a:solidFill>
              <a:latin typeface="Nunito"/>
              <a:ea typeface="Nunito"/>
              <a:cs typeface="Nunito"/>
              <a:sym typeface="Nunito"/>
            </a:endParaRPr>
          </a:p>
          <a:p>
            <a:pPr indent="0" lvl="0" marL="0" marR="0" rtl="0" algn="l">
              <a:lnSpc>
                <a:spcPct val="100000"/>
              </a:lnSpc>
              <a:spcBef>
                <a:spcPts val="0"/>
              </a:spcBef>
              <a:spcAft>
                <a:spcPts val="0"/>
              </a:spcAft>
              <a:buNone/>
            </a:pPr>
            <a:r>
              <a:rPr i="1" lang="en" sz="800">
                <a:solidFill>
                  <a:schemeClr val="dk1"/>
                </a:solidFill>
                <a:latin typeface="Nunito"/>
                <a:ea typeface="Nunito"/>
                <a:cs typeface="Nunito"/>
                <a:sym typeface="Nunito"/>
              </a:rPr>
              <a:t>3- </a:t>
            </a:r>
            <a:r>
              <a:rPr b="0" i="1" lang="en" sz="800" u="none" cap="none" strike="noStrike">
                <a:solidFill>
                  <a:schemeClr val="dk1"/>
                </a:solidFill>
                <a:latin typeface="Nunito"/>
                <a:ea typeface="Nunito"/>
                <a:cs typeface="Nunito"/>
                <a:sym typeface="Nunito"/>
              </a:rPr>
              <a:t>Used for prompt tuning / model  improvement </a:t>
            </a:r>
            <a:endParaRPr b="0" i="1" sz="800" u="none" cap="none" strike="noStrike">
              <a:solidFill>
                <a:schemeClr val="dk1"/>
              </a:solidFill>
              <a:latin typeface="Nunito"/>
              <a:ea typeface="Nunito"/>
              <a:cs typeface="Nunito"/>
              <a:sym typeface="Nunito"/>
            </a:endParaRPr>
          </a:p>
        </p:txBody>
      </p:sp>
      <p:cxnSp>
        <p:nvCxnSpPr>
          <p:cNvPr id="737" name="Google Shape;737;p28"/>
          <p:cNvCxnSpPr>
            <a:stCxn id="734" idx="2"/>
            <a:endCxn id="735" idx="0"/>
          </p:cNvCxnSpPr>
          <p:nvPr/>
        </p:nvCxnSpPr>
        <p:spPr>
          <a:xfrm>
            <a:off x="8267076" y="2233525"/>
            <a:ext cx="0" cy="777600"/>
          </a:xfrm>
          <a:prstGeom prst="straightConnector1">
            <a:avLst/>
          </a:prstGeom>
          <a:noFill/>
          <a:ln cap="flat" cmpd="sng" w="9525">
            <a:solidFill>
              <a:schemeClr val="dk2"/>
            </a:solidFill>
            <a:prstDash val="solid"/>
            <a:round/>
            <a:headEnd len="med" w="med" type="none"/>
            <a:tailEnd len="med" w="med" type="triangle"/>
          </a:ln>
        </p:spPr>
      </p:cxnSp>
      <p:sp>
        <p:nvSpPr>
          <p:cNvPr id="738" name="Google Shape;738;p28"/>
          <p:cNvSpPr txBox="1"/>
          <p:nvPr/>
        </p:nvSpPr>
        <p:spPr>
          <a:xfrm>
            <a:off x="5888426" y="3076674"/>
            <a:ext cx="1116000" cy="307800"/>
          </a:xfrm>
          <a:prstGeom prst="rect">
            <a:avLst/>
          </a:prstGeom>
          <a:noFill/>
          <a:ln cap="flat" cmpd="sng" w="9525">
            <a:solidFill>
              <a:srgbClr val="0B5394"/>
            </a:solidFill>
            <a:prstDash val="solid"/>
            <a:round/>
            <a:headEnd len="sm" w="sm" type="none"/>
            <a:tailEnd len="sm" w="sm" type="none"/>
          </a:ln>
        </p:spPr>
        <p:txBody>
          <a:bodyPr anchorCtr="0" anchor="ctr"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800"/>
              <a:buFont typeface="Arial"/>
              <a:buNone/>
            </a:pPr>
            <a:r>
              <a:rPr b="1" lang="en" sz="800">
                <a:solidFill>
                  <a:srgbClr val="1D5A9C"/>
                </a:solidFill>
                <a:latin typeface="Nunito"/>
                <a:ea typeface="Nunito"/>
                <a:cs typeface="Nunito"/>
                <a:sym typeface="Nunito"/>
              </a:rPr>
              <a:t>Feedback Database</a:t>
            </a:r>
            <a:endParaRPr b="1" i="0" sz="800" u="none" cap="none" strike="noStrike">
              <a:solidFill>
                <a:srgbClr val="1D5A9C"/>
              </a:solidFill>
              <a:latin typeface="Nunito"/>
              <a:ea typeface="Nunito"/>
              <a:cs typeface="Nunito"/>
              <a:sym typeface="Nunito"/>
            </a:endParaRPr>
          </a:p>
        </p:txBody>
      </p:sp>
      <p:sp>
        <p:nvSpPr>
          <p:cNvPr id="739" name="Google Shape;739;p28"/>
          <p:cNvSpPr txBox="1"/>
          <p:nvPr/>
        </p:nvSpPr>
        <p:spPr>
          <a:xfrm>
            <a:off x="4254775" y="3426750"/>
            <a:ext cx="1404600" cy="797700"/>
          </a:xfrm>
          <a:prstGeom prst="rect">
            <a:avLst/>
          </a:prstGeom>
          <a:noFill/>
          <a:ln cap="flat" cmpd="sng" w="9525">
            <a:solidFill>
              <a:srgbClr val="0B5394"/>
            </a:solidFill>
            <a:prstDash val="dashDot"/>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700"/>
              <a:buFont typeface="Arial"/>
              <a:buNone/>
            </a:pPr>
            <a:r>
              <a:rPr i="1" lang="en" sz="800">
                <a:solidFill>
                  <a:schemeClr val="dk1"/>
                </a:solidFill>
                <a:latin typeface="Nunito"/>
                <a:ea typeface="Nunito"/>
                <a:cs typeface="Nunito"/>
                <a:sym typeface="Nunito"/>
              </a:rPr>
              <a:t>1- Grading done by Human evaluator / LLM Evaluator( GPT-4-x)</a:t>
            </a:r>
            <a:endParaRPr i="1" sz="800">
              <a:solidFill>
                <a:schemeClr val="dk1"/>
              </a:solidFill>
              <a:latin typeface="Nunito"/>
              <a:ea typeface="Nunito"/>
              <a:cs typeface="Nunito"/>
              <a:sym typeface="Nunito"/>
            </a:endParaRPr>
          </a:p>
          <a:p>
            <a:pPr indent="0" lvl="0" marL="0" marR="0" rtl="0" algn="l">
              <a:lnSpc>
                <a:spcPct val="100000"/>
              </a:lnSpc>
              <a:spcBef>
                <a:spcPts val="0"/>
              </a:spcBef>
              <a:spcAft>
                <a:spcPts val="0"/>
              </a:spcAft>
              <a:buClr>
                <a:srgbClr val="000000"/>
              </a:buClr>
              <a:buSzPts val="700"/>
              <a:buFont typeface="Arial"/>
              <a:buNone/>
            </a:pPr>
            <a:r>
              <a:rPr i="1" lang="en" sz="800">
                <a:solidFill>
                  <a:schemeClr val="dk1"/>
                </a:solidFill>
                <a:latin typeface="Nunito"/>
                <a:ea typeface="Nunito"/>
                <a:cs typeface="Nunito"/>
                <a:sym typeface="Nunito"/>
              </a:rPr>
              <a:t>2- Classification of feedback to genuine or not genuine</a:t>
            </a:r>
            <a:endParaRPr i="1" sz="800">
              <a:solidFill>
                <a:schemeClr val="dk1"/>
              </a:solidFill>
              <a:latin typeface="Nunito"/>
              <a:ea typeface="Nunito"/>
              <a:cs typeface="Nunito"/>
              <a:sym typeface="Nunito"/>
            </a:endParaRPr>
          </a:p>
        </p:txBody>
      </p:sp>
      <p:cxnSp>
        <p:nvCxnSpPr>
          <p:cNvPr id="740" name="Google Shape;740;p28"/>
          <p:cNvCxnSpPr>
            <a:stCxn id="735" idx="1"/>
            <a:endCxn id="738" idx="3"/>
          </p:cNvCxnSpPr>
          <p:nvPr/>
        </p:nvCxnSpPr>
        <p:spPr>
          <a:xfrm rot="10800000">
            <a:off x="7004369" y="3230563"/>
            <a:ext cx="443100" cy="0"/>
          </a:xfrm>
          <a:prstGeom prst="straightConnector1">
            <a:avLst/>
          </a:prstGeom>
          <a:noFill/>
          <a:ln cap="flat" cmpd="sng" w="9525">
            <a:solidFill>
              <a:schemeClr val="dk2"/>
            </a:solidFill>
            <a:prstDash val="solid"/>
            <a:round/>
            <a:headEnd len="med" w="med" type="none"/>
            <a:tailEnd len="med" w="med" type="triangle"/>
          </a:ln>
        </p:spPr>
      </p:cxnSp>
      <p:sp>
        <p:nvSpPr>
          <p:cNvPr id="741" name="Google Shape;741;p28"/>
          <p:cNvSpPr txBox="1"/>
          <p:nvPr/>
        </p:nvSpPr>
        <p:spPr>
          <a:xfrm>
            <a:off x="2671643" y="3076675"/>
            <a:ext cx="1404600" cy="307800"/>
          </a:xfrm>
          <a:prstGeom prst="rect">
            <a:avLst/>
          </a:prstGeom>
          <a:noFill/>
          <a:ln cap="flat" cmpd="sng" w="9525">
            <a:solidFill>
              <a:srgbClr val="0B5394"/>
            </a:solidFill>
            <a:prstDash val="solid"/>
            <a:round/>
            <a:headEnd len="sm" w="sm" type="none"/>
            <a:tailEnd len="sm" w="sm" type="none"/>
          </a:ln>
        </p:spPr>
        <p:txBody>
          <a:bodyPr anchorCtr="0" anchor="ctr"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800"/>
              <a:buFont typeface="Arial"/>
              <a:buNone/>
            </a:pPr>
            <a:r>
              <a:rPr b="1" lang="en" sz="800">
                <a:solidFill>
                  <a:srgbClr val="1D5A9C"/>
                </a:solidFill>
                <a:latin typeface="Nunito"/>
                <a:ea typeface="Nunito"/>
                <a:cs typeface="Nunito"/>
                <a:sym typeface="Nunito"/>
              </a:rPr>
              <a:t>Fine Tuning Data set</a:t>
            </a:r>
            <a:endParaRPr b="1" i="0" sz="800" u="none" cap="none" strike="noStrike">
              <a:solidFill>
                <a:srgbClr val="1D5A9C"/>
              </a:solidFill>
              <a:latin typeface="Nunito"/>
              <a:ea typeface="Nunito"/>
              <a:cs typeface="Nunito"/>
              <a:sym typeface="Nunito"/>
            </a:endParaRPr>
          </a:p>
        </p:txBody>
      </p:sp>
      <p:sp>
        <p:nvSpPr>
          <p:cNvPr id="742" name="Google Shape;742;p28"/>
          <p:cNvSpPr txBox="1"/>
          <p:nvPr/>
        </p:nvSpPr>
        <p:spPr>
          <a:xfrm>
            <a:off x="1504533" y="3076680"/>
            <a:ext cx="825600" cy="307800"/>
          </a:xfrm>
          <a:prstGeom prst="rect">
            <a:avLst/>
          </a:prstGeom>
          <a:noFill/>
          <a:ln cap="flat" cmpd="sng" w="9525">
            <a:solidFill>
              <a:srgbClr val="0B5394"/>
            </a:solidFill>
            <a:prstDash val="solid"/>
            <a:round/>
            <a:headEnd len="sm" w="sm" type="none"/>
            <a:tailEnd len="sm" w="sm" type="none"/>
          </a:ln>
        </p:spPr>
        <p:txBody>
          <a:bodyPr anchorCtr="0" anchor="ctr"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800"/>
              <a:buFont typeface="Arial"/>
              <a:buNone/>
            </a:pPr>
            <a:r>
              <a:rPr b="1" lang="en" sz="800">
                <a:solidFill>
                  <a:srgbClr val="1D5A9C"/>
                </a:solidFill>
                <a:latin typeface="Nunito"/>
                <a:ea typeface="Nunito"/>
                <a:cs typeface="Nunito"/>
                <a:sym typeface="Nunito"/>
              </a:rPr>
              <a:t>Fine-tuning</a:t>
            </a:r>
            <a:endParaRPr b="1" i="0" sz="800" u="none" cap="none" strike="noStrike">
              <a:solidFill>
                <a:srgbClr val="1D5A9C"/>
              </a:solidFill>
              <a:latin typeface="Nunito"/>
              <a:ea typeface="Nunito"/>
              <a:cs typeface="Nunito"/>
              <a:sym typeface="Nunito"/>
            </a:endParaRPr>
          </a:p>
        </p:txBody>
      </p:sp>
      <p:cxnSp>
        <p:nvCxnSpPr>
          <p:cNvPr id="743" name="Google Shape;743;p28"/>
          <p:cNvCxnSpPr>
            <a:stCxn id="741" idx="1"/>
            <a:endCxn id="742" idx="3"/>
          </p:cNvCxnSpPr>
          <p:nvPr/>
        </p:nvCxnSpPr>
        <p:spPr>
          <a:xfrm rot="10800000">
            <a:off x="2330243" y="3230575"/>
            <a:ext cx="341400" cy="0"/>
          </a:xfrm>
          <a:prstGeom prst="straightConnector1">
            <a:avLst/>
          </a:prstGeom>
          <a:noFill/>
          <a:ln cap="flat" cmpd="sng" w="9525">
            <a:solidFill>
              <a:schemeClr val="dk2"/>
            </a:solidFill>
            <a:prstDash val="solid"/>
            <a:round/>
            <a:headEnd len="med" w="med" type="none"/>
            <a:tailEnd len="med" w="med" type="triangle"/>
          </a:ln>
        </p:spPr>
      </p:cxnSp>
      <p:sp>
        <p:nvSpPr>
          <p:cNvPr id="744" name="Google Shape;744;p28"/>
          <p:cNvSpPr txBox="1"/>
          <p:nvPr/>
        </p:nvSpPr>
        <p:spPr>
          <a:xfrm>
            <a:off x="4694105" y="2722513"/>
            <a:ext cx="1474800" cy="292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700">
                <a:solidFill>
                  <a:srgbClr val="351C75"/>
                </a:solidFill>
                <a:latin typeface="Nunito"/>
                <a:ea typeface="Nunito"/>
                <a:cs typeface="Nunito"/>
                <a:sym typeface="Nunito"/>
              </a:rPr>
              <a:t>Threshold = 2000 + data points</a:t>
            </a:r>
            <a:endParaRPr i="1" sz="700">
              <a:solidFill>
                <a:srgbClr val="351C75"/>
              </a:solidFill>
              <a:latin typeface="Nunito"/>
              <a:ea typeface="Nunito"/>
              <a:cs typeface="Nunito"/>
              <a:sym typeface="Nunito"/>
            </a:endParaRPr>
          </a:p>
        </p:txBody>
      </p:sp>
      <p:sp>
        <p:nvSpPr>
          <p:cNvPr id="745" name="Google Shape;745;p28"/>
          <p:cNvSpPr txBox="1"/>
          <p:nvPr/>
        </p:nvSpPr>
        <p:spPr>
          <a:xfrm>
            <a:off x="298621" y="3015030"/>
            <a:ext cx="825600" cy="431100"/>
          </a:xfrm>
          <a:prstGeom prst="rect">
            <a:avLst/>
          </a:prstGeom>
          <a:noFill/>
          <a:ln cap="flat" cmpd="sng" w="9525">
            <a:solidFill>
              <a:srgbClr val="0B5394"/>
            </a:solidFill>
            <a:prstDash val="solid"/>
            <a:round/>
            <a:headEnd len="sm" w="sm" type="none"/>
            <a:tailEnd len="sm" w="sm" type="none"/>
          </a:ln>
        </p:spPr>
        <p:txBody>
          <a:bodyPr anchorCtr="0" anchor="ctr"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800"/>
              <a:buFont typeface="Arial"/>
              <a:buNone/>
            </a:pPr>
            <a:r>
              <a:rPr b="1" lang="en" sz="800">
                <a:solidFill>
                  <a:srgbClr val="1D5A9C"/>
                </a:solidFill>
                <a:latin typeface="Nunito"/>
                <a:ea typeface="Nunito"/>
                <a:cs typeface="Nunito"/>
                <a:sym typeface="Nunito"/>
              </a:rPr>
              <a:t>Evaluation Scores</a:t>
            </a:r>
            <a:endParaRPr b="1" i="0" sz="800" u="none" cap="none" strike="noStrike">
              <a:solidFill>
                <a:srgbClr val="1D5A9C"/>
              </a:solidFill>
              <a:latin typeface="Nunito"/>
              <a:ea typeface="Nunito"/>
              <a:cs typeface="Nunito"/>
              <a:sym typeface="Nunito"/>
            </a:endParaRPr>
          </a:p>
        </p:txBody>
      </p:sp>
      <p:sp>
        <p:nvSpPr>
          <p:cNvPr id="746" name="Google Shape;746;p28"/>
          <p:cNvSpPr txBox="1"/>
          <p:nvPr/>
        </p:nvSpPr>
        <p:spPr>
          <a:xfrm>
            <a:off x="298625" y="3489775"/>
            <a:ext cx="1039800" cy="507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700">
                <a:solidFill>
                  <a:srgbClr val="351C75"/>
                </a:solidFill>
                <a:latin typeface="Nunito"/>
                <a:ea typeface="Nunito"/>
                <a:cs typeface="Nunito"/>
                <a:sym typeface="Nunito"/>
              </a:rPr>
              <a:t>Cosine Similarity</a:t>
            </a:r>
            <a:endParaRPr i="1" sz="700">
              <a:solidFill>
                <a:srgbClr val="351C75"/>
              </a:solidFill>
              <a:latin typeface="Nunito"/>
              <a:ea typeface="Nunito"/>
              <a:cs typeface="Nunito"/>
              <a:sym typeface="Nunito"/>
            </a:endParaRPr>
          </a:p>
          <a:p>
            <a:pPr indent="0" lvl="0" marL="0" rtl="0" algn="l">
              <a:spcBef>
                <a:spcPts val="0"/>
              </a:spcBef>
              <a:spcAft>
                <a:spcPts val="0"/>
              </a:spcAft>
              <a:buNone/>
            </a:pPr>
            <a:r>
              <a:rPr i="1" lang="en" sz="700">
                <a:solidFill>
                  <a:srgbClr val="351C75"/>
                </a:solidFill>
                <a:latin typeface="Nunito"/>
                <a:ea typeface="Nunito"/>
                <a:cs typeface="Nunito"/>
                <a:sym typeface="Nunito"/>
              </a:rPr>
              <a:t>Recall@k</a:t>
            </a:r>
            <a:endParaRPr i="1" sz="700">
              <a:solidFill>
                <a:srgbClr val="351C75"/>
              </a:solidFill>
              <a:latin typeface="Nunito"/>
              <a:ea typeface="Nunito"/>
              <a:cs typeface="Nunito"/>
              <a:sym typeface="Nunito"/>
            </a:endParaRPr>
          </a:p>
          <a:p>
            <a:pPr indent="0" lvl="0" marL="0" rtl="0" algn="l">
              <a:spcBef>
                <a:spcPts val="0"/>
              </a:spcBef>
              <a:spcAft>
                <a:spcPts val="0"/>
              </a:spcAft>
              <a:buNone/>
            </a:pPr>
            <a:r>
              <a:rPr i="1" lang="en" sz="700">
                <a:solidFill>
                  <a:srgbClr val="351C75"/>
                </a:solidFill>
                <a:latin typeface="Nunito"/>
                <a:ea typeface="Nunito"/>
                <a:cs typeface="Nunito"/>
                <a:sym typeface="Nunito"/>
              </a:rPr>
              <a:t>Custom Rubrics</a:t>
            </a:r>
            <a:endParaRPr i="1" sz="700">
              <a:solidFill>
                <a:srgbClr val="351C75"/>
              </a:solidFill>
              <a:latin typeface="Nunito"/>
              <a:ea typeface="Nunito"/>
              <a:cs typeface="Nunito"/>
              <a:sym typeface="Nunito"/>
            </a:endParaRPr>
          </a:p>
        </p:txBody>
      </p:sp>
      <p:sp>
        <p:nvSpPr>
          <p:cNvPr id="747" name="Google Shape;747;p28"/>
          <p:cNvSpPr txBox="1"/>
          <p:nvPr/>
        </p:nvSpPr>
        <p:spPr>
          <a:xfrm>
            <a:off x="737370" y="949547"/>
            <a:ext cx="825600" cy="400200"/>
          </a:xfrm>
          <a:prstGeom prst="rect">
            <a:avLst/>
          </a:prstGeom>
          <a:noFill/>
          <a:ln cap="flat" cmpd="sng" w="9525">
            <a:solidFill>
              <a:srgbClr val="0B5394"/>
            </a:solidFill>
            <a:prstDash val="solid"/>
            <a:round/>
            <a:headEnd len="sm" w="sm" type="none"/>
            <a:tailEnd len="sm" w="sm" type="none"/>
          </a:ln>
        </p:spPr>
        <p:txBody>
          <a:bodyPr anchorCtr="0" anchor="ctr" bIns="91425" lIns="91425" spcFirstLastPara="1" rIns="91425" wrap="square" tIns="91425">
            <a:normAutofit/>
          </a:bodyPr>
          <a:lstStyle/>
          <a:p>
            <a:pPr indent="0" lvl="0" marL="0" marR="0" rtl="0" algn="ctr">
              <a:lnSpc>
                <a:spcPct val="100000"/>
              </a:lnSpc>
              <a:spcBef>
                <a:spcPts val="0"/>
              </a:spcBef>
              <a:spcAft>
                <a:spcPts val="0"/>
              </a:spcAft>
              <a:buClr>
                <a:srgbClr val="000000"/>
              </a:buClr>
              <a:buSzPts val="800"/>
              <a:buFont typeface="Arial"/>
              <a:buNone/>
            </a:pPr>
            <a:r>
              <a:rPr b="1" lang="en" sz="800">
                <a:solidFill>
                  <a:srgbClr val="1D5A9C"/>
                </a:solidFill>
                <a:latin typeface="Nunito"/>
                <a:ea typeface="Nunito"/>
                <a:cs typeface="Nunito"/>
                <a:sym typeface="Nunito"/>
              </a:rPr>
              <a:t>User Query</a:t>
            </a:r>
            <a:endParaRPr b="1" i="0" sz="800" u="none" cap="none" strike="noStrike">
              <a:solidFill>
                <a:srgbClr val="1D5A9C"/>
              </a:solidFill>
              <a:latin typeface="Nunito"/>
              <a:ea typeface="Nunito"/>
              <a:cs typeface="Nunito"/>
              <a:sym typeface="Nunito"/>
            </a:endParaRPr>
          </a:p>
        </p:txBody>
      </p:sp>
      <p:sp>
        <p:nvSpPr>
          <p:cNvPr id="748" name="Google Shape;748;p28"/>
          <p:cNvSpPr txBox="1"/>
          <p:nvPr/>
        </p:nvSpPr>
        <p:spPr>
          <a:xfrm>
            <a:off x="4070700" y="1751226"/>
            <a:ext cx="1240800" cy="677100"/>
          </a:xfrm>
          <a:prstGeom prst="rect">
            <a:avLst/>
          </a:prstGeom>
          <a:noFill/>
          <a:ln cap="flat" cmpd="sng" w="9525">
            <a:solidFill>
              <a:srgbClr val="0B5394"/>
            </a:solidFill>
            <a:prstDash val="solid"/>
            <a:round/>
            <a:headEnd len="sm" w="sm" type="none"/>
            <a:tailEnd len="sm" w="sm" type="none"/>
          </a:ln>
        </p:spPr>
        <p:txBody>
          <a:bodyPr anchorCtr="0" anchor="ctr"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800"/>
              <a:buFont typeface="Arial"/>
              <a:buNone/>
            </a:pPr>
            <a:r>
              <a:rPr b="1" lang="en" sz="800">
                <a:solidFill>
                  <a:srgbClr val="1D5A9C"/>
                </a:solidFill>
                <a:latin typeface="Nunito"/>
                <a:ea typeface="Nunito"/>
                <a:cs typeface="Nunito"/>
                <a:sym typeface="Nunito"/>
              </a:rPr>
              <a:t>Custom LLM Model</a:t>
            </a:r>
            <a:br>
              <a:rPr b="1" lang="en" sz="800">
                <a:solidFill>
                  <a:srgbClr val="1D5A9C"/>
                </a:solidFill>
                <a:latin typeface="Nunito"/>
                <a:ea typeface="Nunito"/>
                <a:cs typeface="Nunito"/>
                <a:sym typeface="Nunito"/>
              </a:rPr>
            </a:br>
            <a:br>
              <a:rPr b="1" lang="en" sz="800">
                <a:solidFill>
                  <a:srgbClr val="1D5A9C"/>
                </a:solidFill>
                <a:latin typeface="Nunito"/>
                <a:ea typeface="Nunito"/>
                <a:cs typeface="Nunito"/>
                <a:sym typeface="Nunito"/>
              </a:rPr>
            </a:br>
            <a:br>
              <a:rPr b="1" lang="en" sz="800">
                <a:solidFill>
                  <a:srgbClr val="1D5A9C"/>
                </a:solidFill>
                <a:latin typeface="Nunito"/>
                <a:ea typeface="Nunito"/>
                <a:cs typeface="Nunito"/>
                <a:sym typeface="Nunito"/>
              </a:rPr>
            </a:br>
            <a:endParaRPr b="1" i="0" sz="800" u="none" cap="none" strike="noStrike">
              <a:solidFill>
                <a:srgbClr val="1D5A9C"/>
              </a:solidFill>
              <a:latin typeface="Nunito"/>
              <a:ea typeface="Nunito"/>
              <a:cs typeface="Nunito"/>
              <a:sym typeface="Nunito"/>
            </a:endParaRPr>
          </a:p>
        </p:txBody>
      </p:sp>
      <p:cxnSp>
        <p:nvCxnSpPr>
          <p:cNvPr id="749" name="Google Shape;749;p28"/>
          <p:cNvCxnSpPr>
            <a:stCxn id="745" idx="0"/>
            <a:endCxn id="748" idx="1"/>
          </p:cNvCxnSpPr>
          <p:nvPr/>
        </p:nvCxnSpPr>
        <p:spPr>
          <a:xfrm rot="-5400000">
            <a:off x="1928521" y="872730"/>
            <a:ext cx="925200" cy="3359400"/>
          </a:xfrm>
          <a:prstGeom prst="bentConnector2">
            <a:avLst/>
          </a:prstGeom>
          <a:noFill/>
          <a:ln cap="flat" cmpd="sng" w="9525">
            <a:solidFill>
              <a:schemeClr val="dk2"/>
            </a:solidFill>
            <a:prstDash val="solid"/>
            <a:round/>
            <a:headEnd len="med" w="med" type="none"/>
            <a:tailEnd len="med" w="med" type="triangle"/>
          </a:ln>
        </p:spPr>
      </p:cxnSp>
      <p:cxnSp>
        <p:nvCxnSpPr>
          <p:cNvPr id="750" name="Google Shape;750;p28"/>
          <p:cNvCxnSpPr>
            <a:stCxn id="748" idx="3"/>
            <a:endCxn id="734" idx="1"/>
          </p:cNvCxnSpPr>
          <p:nvPr/>
        </p:nvCxnSpPr>
        <p:spPr>
          <a:xfrm flipH="1" rot="10800000">
            <a:off x="5311500" y="2079576"/>
            <a:ext cx="2397600" cy="10200"/>
          </a:xfrm>
          <a:prstGeom prst="straightConnector1">
            <a:avLst/>
          </a:prstGeom>
          <a:noFill/>
          <a:ln cap="flat" cmpd="sng" w="9525">
            <a:solidFill>
              <a:schemeClr val="dk2"/>
            </a:solidFill>
            <a:prstDash val="solid"/>
            <a:round/>
            <a:headEnd len="med" w="med" type="none"/>
            <a:tailEnd len="med" w="med" type="triangle"/>
          </a:ln>
        </p:spPr>
      </p:cxnSp>
      <p:sp>
        <p:nvSpPr>
          <p:cNvPr id="751" name="Google Shape;751;p28"/>
          <p:cNvSpPr txBox="1"/>
          <p:nvPr/>
        </p:nvSpPr>
        <p:spPr>
          <a:xfrm>
            <a:off x="120750" y="1565188"/>
            <a:ext cx="1065300" cy="507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700">
                <a:solidFill>
                  <a:srgbClr val="351C75"/>
                </a:solidFill>
                <a:latin typeface="Nunito"/>
                <a:ea typeface="Nunito"/>
                <a:cs typeface="Nunito"/>
                <a:sym typeface="Nunito"/>
              </a:rPr>
              <a:t>If accuracy increases model is upgraded and re-deployed</a:t>
            </a:r>
            <a:endParaRPr i="1" sz="700">
              <a:solidFill>
                <a:srgbClr val="351C75"/>
              </a:solidFill>
              <a:latin typeface="Nunito"/>
              <a:ea typeface="Nunito"/>
              <a:cs typeface="Nunito"/>
              <a:sym typeface="Nunito"/>
            </a:endParaRPr>
          </a:p>
        </p:txBody>
      </p:sp>
      <p:cxnSp>
        <p:nvCxnSpPr>
          <p:cNvPr id="752" name="Google Shape;752;p28"/>
          <p:cNvCxnSpPr>
            <a:stCxn id="742" idx="1"/>
            <a:endCxn id="745" idx="3"/>
          </p:cNvCxnSpPr>
          <p:nvPr/>
        </p:nvCxnSpPr>
        <p:spPr>
          <a:xfrm rot="10800000">
            <a:off x="1124133" y="3230580"/>
            <a:ext cx="380400" cy="0"/>
          </a:xfrm>
          <a:prstGeom prst="straightConnector1">
            <a:avLst/>
          </a:prstGeom>
          <a:noFill/>
          <a:ln cap="flat" cmpd="sng" w="9525">
            <a:solidFill>
              <a:schemeClr val="dk2"/>
            </a:solidFill>
            <a:prstDash val="solid"/>
            <a:round/>
            <a:headEnd len="med" w="med" type="none"/>
            <a:tailEnd len="med" w="med" type="triangle"/>
          </a:ln>
        </p:spPr>
      </p:cxnSp>
      <p:cxnSp>
        <p:nvCxnSpPr>
          <p:cNvPr id="753" name="Google Shape;753;p28"/>
          <p:cNvCxnSpPr>
            <a:endCxn id="741" idx="3"/>
          </p:cNvCxnSpPr>
          <p:nvPr/>
        </p:nvCxnSpPr>
        <p:spPr>
          <a:xfrm rot="10800000">
            <a:off x="4076243" y="3230575"/>
            <a:ext cx="261300" cy="600"/>
          </a:xfrm>
          <a:prstGeom prst="straightConnector1">
            <a:avLst/>
          </a:prstGeom>
          <a:noFill/>
          <a:ln cap="flat" cmpd="sng" w="9525">
            <a:solidFill>
              <a:schemeClr val="dk2"/>
            </a:solidFill>
            <a:prstDash val="solid"/>
            <a:round/>
            <a:headEnd len="med" w="med" type="none"/>
            <a:tailEnd len="med" w="med" type="triangle"/>
          </a:ln>
        </p:spPr>
      </p:cxnSp>
      <p:sp>
        <p:nvSpPr>
          <p:cNvPr id="754" name="Google Shape;754;p28"/>
          <p:cNvSpPr txBox="1"/>
          <p:nvPr/>
        </p:nvSpPr>
        <p:spPr>
          <a:xfrm>
            <a:off x="6749881" y="2603963"/>
            <a:ext cx="1166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700">
                <a:solidFill>
                  <a:srgbClr val="351C75"/>
                </a:solidFill>
                <a:latin typeface="Nunito"/>
                <a:ea typeface="Nunito"/>
                <a:cs typeface="Nunito"/>
                <a:sym typeface="Nunito"/>
              </a:rPr>
              <a:t>Data point created and added to the database</a:t>
            </a:r>
            <a:endParaRPr i="1" sz="700">
              <a:solidFill>
                <a:srgbClr val="351C75"/>
              </a:solidFill>
              <a:latin typeface="Nunito"/>
              <a:ea typeface="Nunito"/>
              <a:cs typeface="Nunito"/>
              <a:sym typeface="Nunito"/>
            </a:endParaRPr>
          </a:p>
        </p:txBody>
      </p:sp>
      <p:pic>
        <p:nvPicPr>
          <p:cNvPr id="755" name="Google Shape;755;p28"/>
          <p:cNvPicPr preferRelativeResize="0"/>
          <p:nvPr/>
        </p:nvPicPr>
        <p:blipFill rotWithShape="1">
          <a:blip r:embed="rId3">
            <a:alphaModFix/>
          </a:blip>
          <a:srcRect b="0" l="0" r="0" t="0"/>
          <a:stretch/>
        </p:blipFill>
        <p:spPr>
          <a:xfrm>
            <a:off x="7489263" y="3099400"/>
            <a:ext cx="262350" cy="262350"/>
          </a:xfrm>
          <a:prstGeom prst="rect">
            <a:avLst/>
          </a:prstGeom>
          <a:noFill/>
          <a:ln>
            <a:noFill/>
          </a:ln>
        </p:spPr>
      </p:pic>
      <p:sp>
        <p:nvSpPr>
          <p:cNvPr id="756" name="Google Shape;756;p28"/>
          <p:cNvSpPr txBox="1"/>
          <p:nvPr/>
        </p:nvSpPr>
        <p:spPr>
          <a:xfrm>
            <a:off x="6477864" y="4566652"/>
            <a:ext cx="1789200" cy="372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700"/>
              <a:buFont typeface="Arial"/>
              <a:buNone/>
            </a:pPr>
            <a:r>
              <a:rPr b="1" i="1" lang="en" sz="1000">
                <a:solidFill>
                  <a:schemeClr val="dk1"/>
                </a:solidFill>
                <a:latin typeface="Nunito"/>
                <a:ea typeface="Nunito"/>
                <a:cs typeface="Nunito"/>
                <a:sym typeface="Nunito"/>
              </a:rPr>
              <a:t>Feedback Data Collection</a:t>
            </a:r>
            <a:endParaRPr b="1" i="1" sz="1000" u="none" cap="none" strike="noStrike">
              <a:solidFill>
                <a:schemeClr val="dk1"/>
              </a:solidFill>
              <a:latin typeface="Nunito"/>
              <a:ea typeface="Nunito"/>
              <a:cs typeface="Nunito"/>
              <a:sym typeface="Nunito"/>
            </a:endParaRPr>
          </a:p>
        </p:txBody>
      </p:sp>
      <p:sp>
        <p:nvSpPr>
          <p:cNvPr id="757" name="Google Shape;757;p28"/>
          <p:cNvSpPr txBox="1"/>
          <p:nvPr/>
        </p:nvSpPr>
        <p:spPr>
          <a:xfrm>
            <a:off x="2391075" y="3446125"/>
            <a:ext cx="1734900" cy="1420500"/>
          </a:xfrm>
          <a:prstGeom prst="rect">
            <a:avLst/>
          </a:prstGeom>
          <a:noFill/>
          <a:ln cap="flat" cmpd="sng" w="9525">
            <a:solidFill>
              <a:srgbClr val="0B5394"/>
            </a:solidFill>
            <a:prstDash val="dashDot"/>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700"/>
              <a:buFont typeface="Arial"/>
              <a:buNone/>
            </a:pPr>
            <a:r>
              <a:rPr i="1" lang="en" sz="800">
                <a:solidFill>
                  <a:schemeClr val="dk1"/>
                </a:solidFill>
                <a:latin typeface="Nunito"/>
                <a:ea typeface="Nunito"/>
                <a:cs typeface="Nunito"/>
                <a:sym typeface="Nunito"/>
              </a:rPr>
              <a:t>1- Prompt + User_Query+ Retreieved_data + </a:t>
            </a:r>
            <a:r>
              <a:rPr b="1" i="1" lang="en" sz="800">
                <a:solidFill>
                  <a:schemeClr val="dk1"/>
                </a:solidFill>
                <a:latin typeface="Nunito"/>
                <a:ea typeface="Nunito"/>
                <a:cs typeface="Nunito"/>
                <a:sym typeface="Nunito"/>
              </a:rPr>
              <a:t>Ideal response</a:t>
            </a:r>
            <a:endParaRPr b="1" i="1" sz="800">
              <a:solidFill>
                <a:schemeClr val="dk1"/>
              </a:solidFill>
              <a:latin typeface="Nunito"/>
              <a:ea typeface="Nunito"/>
              <a:cs typeface="Nunito"/>
              <a:sym typeface="Nunito"/>
            </a:endParaRPr>
          </a:p>
          <a:p>
            <a:pPr indent="0" lvl="0" marL="0" marR="0" rtl="0" algn="l">
              <a:lnSpc>
                <a:spcPct val="100000"/>
              </a:lnSpc>
              <a:spcBef>
                <a:spcPts val="0"/>
              </a:spcBef>
              <a:spcAft>
                <a:spcPts val="0"/>
              </a:spcAft>
              <a:buClr>
                <a:srgbClr val="000000"/>
              </a:buClr>
              <a:buSzPts val="700"/>
              <a:buFont typeface="Arial"/>
              <a:buNone/>
            </a:pPr>
            <a:r>
              <a:rPr i="1" lang="en" sz="800">
                <a:solidFill>
                  <a:schemeClr val="dk1"/>
                </a:solidFill>
                <a:latin typeface="Nunito"/>
                <a:ea typeface="Nunito"/>
                <a:cs typeface="Nunito"/>
                <a:sym typeface="Nunito"/>
              </a:rPr>
              <a:t>2-All collected feedback is reviewed and analyzed by OpenAI’s teams and systems. This data helps identify weaknesses, improve accuracy, and enhance safety, but it is also processed with privacy in mind (personal information is minimized before training).</a:t>
            </a:r>
            <a:endParaRPr i="1" sz="800">
              <a:solidFill>
                <a:schemeClr val="dk1"/>
              </a:solidFill>
              <a:latin typeface="Nunito"/>
              <a:ea typeface="Nunito"/>
              <a:cs typeface="Nunito"/>
              <a:sym typeface="Nunito"/>
            </a:endParaRPr>
          </a:p>
        </p:txBody>
      </p:sp>
      <p:sp>
        <p:nvSpPr>
          <p:cNvPr id="758" name="Google Shape;758;p28"/>
          <p:cNvSpPr txBox="1"/>
          <p:nvPr/>
        </p:nvSpPr>
        <p:spPr>
          <a:xfrm>
            <a:off x="4330801" y="3067849"/>
            <a:ext cx="1116000" cy="307800"/>
          </a:xfrm>
          <a:prstGeom prst="rect">
            <a:avLst/>
          </a:prstGeom>
          <a:noFill/>
          <a:ln cap="flat" cmpd="sng" w="9525">
            <a:solidFill>
              <a:srgbClr val="0B5394"/>
            </a:solidFill>
            <a:prstDash val="solid"/>
            <a:round/>
            <a:headEnd len="sm" w="sm" type="none"/>
            <a:tailEnd len="sm" w="sm" type="none"/>
          </a:ln>
        </p:spPr>
        <p:txBody>
          <a:bodyPr anchorCtr="0" anchor="ctr"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800"/>
              <a:buFont typeface="Arial"/>
              <a:buNone/>
            </a:pPr>
            <a:r>
              <a:rPr b="1" lang="en" sz="800">
                <a:solidFill>
                  <a:srgbClr val="1D5A9C"/>
                </a:solidFill>
                <a:latin typeface="Nunito"/>
                <a:ea typeface="Nunito"/>
                <a:cs typeface="Nunito"/>
                <a:sym typeface="Nunito"/>
              </a:rPr>
              <a:t>Feedback Grader</a:t>
            </a:r>
            <a:endParaRPr b="1" i="0" sz="800" u="none" cap="none" strike="noStrike">
              <a:solidFill>
                <a:srgbClr val="1D5A9C"/>
              </a:solidFill>
              <a:latin typeface="Nunito"/>
              <a:ea typeface="Nunito"/>
              <a:cs typeface="Nunito"/>
              <a:sym typeface="Nunito"/>
            </a:endParaRPr>
          </a:p>
        </p:txBody>
      </p:sp>
      <p:cxnSp>
        <p:nvCxnSpPr>
          <p:cNvPr id="759" name="Google Shape;759;p28"/>
          <p:cNvCxnSpPr/>
          <p:nvPr/>
        </p:nvCxnSpPr>
        <p:spPr>
          <a:xfrm flipH="1">
            <a:off x="5458675" y="3223850"/>
            <a:ext cx="439500" cy="7500"/>
          </a:xfrm>
          <a:prstGeom prst="straightConnector1">
            <a:avLst/>
          </a:prstGeom>
          <a:noFill/>
          <a:ln cap="flat" cmpd="sng" w="9525">
            <a:solidFill>
              <a:schemeClr val="dk2"/>
            </a:solidFill>
            <a:prstDash val="solid"/>
            <a:round/>
            <a:headEnd len="med" w="med" type="none"/>
            <a:tailEnd len="med" w="med" type="triangle"/>
          </a:ln>
        </p:spPr>
      </p:cxnSp>
      <p:sp>
        <p:nvSpPr>
          <p:cNvPr id="760" name="Google Shape;760;p28"/>
          <p:cNvSpPr txBox="1"/>
          <p:nvPr/>
        </p:nvSpPr>
        <p:spPr>
          <a:xfrm>
            <a:off x="556850" y="114825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761" name="Google Shape;761;p28"/>
          <p:cNvSpPr txBox="1"/>
          <p:nvPr/>
        </p:nvSpPr>
        <p:spPr>
          <a:xfrm>
            <a:off x="5837900" y="3486000"/>
            <a:ext cx="1404600" cy="677100"/>
          </a:xfrm>
          <a:prstGeom prst="rect">
            <a:avLst/>
          </a:prstGeom>
          <a:noFill/>
          <a:ln cap="flat" cmpd="sng" w="9525">
            <a:solidFill>
              <a:srgbClr val="0B5394"/>
            </a:solidFill>
            <a:prstDash val="dashDot"/>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700"/>
              <a:buFont typeface="Arial"/>
              <a:buNone/>
            </a:pPr>
            <a:r>
              <a:rPr i="1" lang="en" sz="800">
                <a:solidFill>
                  <a:schemeClr val="dk1"/>
                </a:solidFill>
                <a:latin typeface="Nunito"/>
                <a:ea typeface="Nunito"/>
                <a:cs typeface="Nunito"/>
                <a:sym typeface="Nunito"/>
              </a:rPr>
              <a:t>1- Prompt + User_Query+ Retrieved_Data + </a:t>
            </a:r>
            <a:r>
              <a:rPr b="1" i="1" lang="en" sz="800">
                <a:solidFill>
                  <a:schemeClr val="dk1"/>
                </a:solidFill>
                <a:latin typeface="Nunito"/>
                <a:ea typeface="Nunito"/>
                <a:cs typeface="Nunito"/>
                <a:sym typeface="Nunito"/>
              </a:rPr>
              <a:t>Generated_Response </a:t>
            </a:r>
            <a:r>
              <a:rPr i="1" lang="en" sz="800">
                <a:solidFill>
                  <a:schemeClr val="dk1"/>
                </a:solidFill>
                <a:latin typeface="Nunito"/>
                <a:ea typeface="Nunito"/>
                <a:cs typeface="Nunito"/>
                <a:sym typeface="Nunito"/>
              </a:rPr>
              <a:t>+ user comments  + Agent Used, etc.</a:t>
            </a:r>
            <a:endParaRPr i="1" sz="800">
              <a:solidFill>
                <a:schemeClr val="dk1"/>
              </a:solidFill>
              <a:latin typeface="Nunito"/>
              <a:ea typeface="Nunito"/>
              <a:cs typeface="Nunito"/>
              <a:sym typeface="Nunito"/>
            </a:endParaRPr>
          </a:p>
        </p:txBody>
      </p:sp>
      <p:sp>
        <p:nvSpPr>
          <p:cNvPr id="762" name="Google Shape;762;p28"/>
          <p:cNvSpPr txBox="1"/>
          <p:nvPr/>
        </p:nvSpPr>
        <p:spPr>
          <a:xfrm>
            <a:off x="8028138" y="613450"/>
            <a:ext cx="1307100" cy="44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000">
                <a:solidFill>
                  <a:srgbClr val="FF0000"/>
                </a:solidFill>
              </a:rPr>
              <a:t>**Confidential**</a:t>
            </a:r>
            <a:endParaRPr b="1" sz="1000">
              <a:solidFill>
                <a:srgbClr val="FF0000"/>
              </a:solidFill>
            </a:endParaRPr>
          </a:p>
        </p:txBody>
      </p:sp>
      <p:cxnSp>
        <p:nvCxnSpPr>
          <p:cNvPr id="763" name="Google Shape;763;p28"/>
          <p:cNvCxnSpPr/>
          <p:nvPr/>
        </p:nvCxnSpPr>
        <p:spPr>
          <a:xfrm>
            <a:off x="1562396" y="1164980"/>
            <a:ext cx="2464800" cy="797700"/>
          </a:xfrm>
          <a:prstGeom prst="bentConnector3">
            <a:avLst>
              <a:gd fmla="val 50000" name="adj1"/>
            </a:avLst>
          </a:prstGeom>
          <a:noFill/>
          <a:ln cap="flat" cmpd="sng" w="9525">
            <a:solidFill>
              <a:schemeClr val="dk2"/>
            </a:solidFill>
            <a:prstDash val="solid"/>
            <a:round/>
            <a:headEnd len="med" w="med" type="none"/>
            <a:tailEnd len="med" w="med" type="triangle"/>
          </a:ln>
        </p:spPr>
      </p:cxnSp>
      <p:sp>
        <p:nvSpPr>
          <p:cNvPr id="764" name="Google Shape;764;p28"/>
          <p:cNvSpPr txBox="1"/>
          <p:nvPr/>
        </p:nvSpPr>
        <p:spPr>
          <a:xfrm>
            <a:off x="1384675" y="3527300"/>
            <a:ext cx="1065300" cy="72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700">
                <a:solidFill>
                  <a:srgbClr val="351C75"/>
                </a:solidFill>
                <a:latin typeface="Nunito"/>
                <a:ea typeface="Nunito"/>
                <a:cs typeface="Nunito"/>
                <a:sym typeface="Nunito"/>
              </a:rPr>
              <a:t>1- The copy of the deployed llm is fine-tuned.</a:t>
            </a:r>
            <a:endParaRPr i="1" sz="700">
              <a:solidFill>
                <a:srgbClr val="351C75"/>
              </a:solidFill>
              <a:latin typeface="Nunito"/>
              <a:ea typeface="Nunito"/>
              <a:cs typeface="Nunito"/>
              <a:sym typeface="Nunito"/>
            </a:endParaRPr>
          </a:p>
          <a:p>
            <a:pPr indent="0" lvl="0" marL="0" rtl="0" algn="l">
              <a:spcBef>
                <a:spcPts val="0"/>
              </a:spcBef>
              <a:spcAft>
                <a:spcPts val="0"/>
              </a:spcAft>
              <a:buNone/>
            </a:pPr>
            <a:r>
              <a:rPr i="1" lang="en" sz="700">
                <a:solidFill>
                  <a:srgbClr val="351C75"/>
                </a:solidFill>
                <a:latin typeface="Nunito"/>
                <a:ea typeface="Nunito"/>
                <a:cs typeface="Nunito"/>
                <a:sym typeface="Nunito"/>
              </a:rPr>
              <a:t>2- The data is kept private and safe</a:t>
            </a:r>
            <a:endParaRPr i="1" sz="700">
              <a:solidFill>
                <a:srgbClr val="351C75"/>
              </a:solidFill>
              <a:latin typeface="Nunito"/>
              <a:ea typeface="Nunito"/>
              <a:cs typeface="Nunito"/>
              <a:sym typeface="Nunito"/>
            </a:endParaRPr>
          </a:p>
        </p:txBody>
      </p:sp>
      <p:pic>
        <p:nvPicPr>
          <p:cNvPr id="765" name="Google Shape;765;p28"/>
          <p:cNvPicPr preferRelativeResize="0"/>
          <p:nvPr/>
        </p:nvPicPr>
        <p:blipFill rotWithShape="1">
          <a:blip r:embed="rId4">
            <a:alphaModFix/>
          </a:blip>
          <a:srcRect b="0" l="0" r="0" t="0"/>
          <a:stretch/>
        </p:blipFill>
        <p:spPr>
          <a:xfrm>
            <a:off x="4691095" y="2133366"/>
            <a:ext cx="197921" cy="161044"/>
          </a:xfrm>
          <a:prstGeom prst="rect">
            <a:avLst/>
          </a:prstGeom>
          <a:noFill/>
          <a:ln>
            <a:noFill/>
          </a:ln>
        </p:spPr>
      </p:pic>
      <p:sp>
        <p:nvSpPr>
          <p:cNvPr id="766" name="Google Shape;766;p28"/>
          <p:cNvSpPr txBox="1"/>
          <p:nvPr/>
        </p:nvSpPr>
        <p:spPr>
          <a:xfrm>
            <a:off x="4015532" y="904700"/>
            <a:ext cx="1357800" cy="292500"/>
          </a:xfrm>
          <a:prstGeom prst="rect">
            <a:avLst/>
          </a:prstGeom>
          <a:noFill/>
          <a:ln cap="flat" cmpd="sng" w="9525">
            <a:solidFill>
              <a:srgbClr val="0B5394"/>
            </a:solidFill>
            <a:prstDash val="solid"/>
            <a:round/>
            <a:headEnd len="sm" w="sm" type="none"/>
            <a:tailEnd len="sm" w="sm" type="none"/>
          </a:ln>
        </p:spPr>
        <p:txBody>
          <a:bodyPr anchorCtr="0" anchor="ctr" bIns="91425" lIns="91425" spcFirstLastPara="1" rIns="91425" wrap="square" tIns="91425">
            <a:normAutofit fontScale="92500" lnSpcReduction="10000"/>
          </a:bodyPr>
          <a:lstStyle/>
          <a:p>
            <a:pPr indent="0" lvl="0" marL="0" rtl="0" algn="l">
              <a:spcBef>
                <a:spcPts val="0"/>
              </a:spcBef>
              <a:spcAft>
                <a:spcPts val="0"/>
              </a:spcAft>
              <a:buClr>
                <a:schemeClr val="dk1"/>
              </a:buClr>
              <a:buSzPct val="137500"/>
              <a:buFont typeface="Arial"/>
              <a:buNone/>
            </a:pPr>
            <a:r>
              <a:rPr b="1" lang="en" sz="800">
                <a:solidFill>
                  <a:srgbClr val="0B5394"/>
                </a:solidFill>
              </a:rPr>
              <a:t>Google/Anthropic/</a:t>
            </a:r>
            <a:r>
              <a:rPr b="1" lang="en" sz="800">
                <a:solidFill>
                  <a:srgbClr val="1D5A9C"/>
                </a:solidFill>
                <a:latin typeface="Nunito"/>
                <a:ea typeface="Nunito"/>
                <a:cs typeface="Nunito"/>
                <a:sym typeface="Nunito"/>
              </a:rPr>
              <a:t>OpenAI</a:t>
            </a:r>
            <a:endParaRPr b="1" i="0" sz="800" u="none" cap="none" strike="noStrike">
              <a:solidFill>
                <a:srgbClr val="1D5A9C"/>
              </a:solidFill>
              <a:latin typeface="Nunito"/>
              <a:ea typeface="Nunito"/>
              <a:cs typeface="Nunito"/>
              <a:sym typeface="Nunito"/>
            </a:endParaRPr>
          </a:p>
        </p:txBody>
      </p:sp>
      <p:cxnSp>
        <p:nvCxnSpPr>
          <p:cNvPr id="767" name="Google Shape;767;p28"/>
          <p:cNvCxnSpPr>
            <a:stCxn id="766" idx="2"/>
            <a:endCxn id="748" idx="0"/>
          </p:cNvCxnSpPr>
          <p:nvPr/>
        </p:nvCxnSpPr>
        <p:spPr>
          <a:xfrm flipH="1">
            <a:off x="4691132" y="1197200"/>
            <a:ext cx="3300" cy="554100"/>
          </a:xfrm>
          <a:prstGeom prst="straightConnector1">
            <a:avLst/>
          </a:prstGeom>
          <a:noFill/>
          <a:ln cap="flat" cmpd="sng" w="9525">
            <a:solidFill>
              <a:schemeClr val="dk2"/>
            </a:solidFill>
            <a:prstDash val="solid"/>
            <a:round/>
            <a:headEnd len="med" w="med" type="none"/>
            <a:tailEnd len="med" w="med" type="triangle"/>
          </a:ln>
        </p:spPr>
      </p:cxnSp>
      <p:pic>
        <p:nvPicPr>
          <p:cNvPr descr="Generated image" id="768" name="Google Shape;768;p28"/>
          <p:cNvPicPr preferRelativeResize="0"/>
          <p:nvPr/>
        </p:nvPicPr>
        <p:blipFill rotWithShape="1">
          <a:blip r:embed="rId5">
            <a:alphaModFix/>
          </a:blip>
          <a:srcRect b="18038" l="14590" r="12309" t="8781"/>
          <a:stretch/>
        </p:blipFill>
        <p:spPr>
          <a:xfrm>
            <a:off x="4337549" y="2073266"/>
            <a:ext cx="262349" cy="281247"/>
          </a:xfrm>
          <a:prstGeom prst="rect">
            <a:avLst/>
          </a:prstGeom>
          <a:noFill/>
          <a:ln>
            <a:noFill/>
          </a:ln>
        </p:spPr>
      </p:pic>
      <p:sp>
        <p:nvSpPr>
          <p:cNvPr id="769" name="Google Shape;769;p28"/>
          <p:cNvSpPr txBox="1"/>
          <p:nvPr/>
        </p:nvSpPr>
        <p:spPr>
          <a:xfrm>
            <a:off x="4786000" y="697675"/>
            <a:ext cx="1474800" cy="16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b="1" sz="800">
              <a:solidFill>
                <a:srgbClr val="0B5394"/>
              </a:solidFill>
            </a:endParaRPr>
          </a:p>
        </p:txBody>
      </p:sp>
      <p:sp>
        <p:nvSpPr>
          <p:cNvPr id="770" name="Google Shape;770;p28"/>
          <p:cNvSpPr txBox="1"/>
          <p:nvPr/>
        </p:nvSpPr>
        <p:spPr>
          <a:xfrm>
            <a:off x="4269636" y="697675"/>
            <a:ext cx="1371900" cy="61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sz="700">
                <a:solidFill>
                  <a:srgbClr val="351C75"/>
                </a:solidFill>
              </a:rPr>
              <a:t>LLM Providers</a:t>
            </a:r>
            <a:endParaRPr i="1" sz="700">
              <a:solidFill>
                <a:srgbClr val="351C75"/>
              </a:solidFill>
            </a:endParaRPr>
          </a:p>
        </p:txBody>
      </p:sp>
      <p:pic>
        <p:nvPicPr>
          <p:cNvPr id="771" name="Google Shape;771;p28"/>
          <p:cNvPicPr preferRelativeResize="0"/>
          <p:nvPr/>
        </p:nvPicPr>
        <p:blipFill>
          <a:blip r:embed="rId6">
            <a:alphaModFix/>
          </a:blip>
          <a:stretch>
            <a:fillRect/>
          </a:stretch>
        </p:blipFill>
        <p:spPr>
          <a:xfrm>
            <a:off x="6132700" y="2693092"/>
            <a:ext cx="627425" cy="351358"/>
          </a:xfrm>
          <a:prstGeom prst="rect">
            <a:avLst/>
          </a:prstGeom>
          <a:noFill/>
          <a:ln>
            <a:noFill/>
          </a:ln>
        </p:spPr>
      </p:pic>
      <p:sp>
        <p:nvSpPr>
          <p:cNvPr id="772" name="Google Shape;772;p28"/>
          <p:cNvSpPr txBox="1"/>
          <p:nvPr/>
        </p:nvSpPr>
        <p:spPr>
          <a:xfrm>
            <a:off x="1039400" y="2668675"/>
            <a:ext cx="1065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700">
                <a:solidFill>
                  <a:srgbClr val="351C75"/>
                </a:solidFill>
                <a:latin typeface="Nunito"/>
                <a:ea typeface="Nunito"/>
                <a:cs typeface="Nunito"/>
                <a:sym typeface="Nunito"/>
              </a:rPr>
              <a:t>Evaluation over ground truth data</a:t>
            </a:r>
            <a:endParaRPr i="1" sz="700">
              <a:solidFill>
                <a:srgbClr val="351C75"/>
              </a:solidFill>
              <a:latin typeface="Nunito"/>
              <a:ea typeface="Nunito"/>
              <a:cs typeface="Nunito"/>
              <a:sym typeface="Nunito"/>
            </a:endParaRPr>
          </a:p>
        </p:txBody>
      </p:sp>
      <p:sp>
        <p:nvSpPr>
          <p:cNvPr id="773" name="Google Shape;773;p28"/>
          <p:cNvSpPr txBox="1"/>
          <p:nvPr/>
        </p:nvSpPr>
        <p:spPr>
          <a:xfrm>
            <a:off x="2662000" y="2722525"/>
            <a:ext cx="1474800" cy="292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700">
                <a:solidFill>
                  <a:srgbClr val="351C75"/>
                </a:solidFill>
                <a:latin typeface="Nunito"/>
                <a:ea typeface="Nunito"/>
                <a:cs typeface="Nunito"/>
                <a:sym typeface="Nunito"/>
              </a:rPr>
              <a:t>Threshold = 1500 + data points</a:t>
            </a:r>
            <a:endParaRPr i="1" sz="700">
              <a:solidFill>
                <a:srgbClr val="351C75"/>
              </a:solidFill>
              <a:latin typeface="Nunito"/>
              <a:ea typeface="Nunito"/>
              <a:cs typeface="Nunito"/>
              <a:sym typeface="Nunito"/>
            </a:endParaRPr>
          </a:p>
        </p:txBody>
      </p:sp>
      <p:sp>
        <p:nvSpPr>
          <p:cNvPr id="774" name="Google Shape;774;p28"/>
          <p:cNvSpPr/>
          <p:nvPr/>
        </p:nvSpPr>
        <p:spPr>
          <a:xfrm>
            <a:off x="185700" y="91350"/>
            <a:ext cx="8740200" cy="486600"/>
          </a:xfrm>
          <a:prstGeom prst="roundRect">
            <a:avLst>
              <a:gd fmla="val 16667" name="adj"/>
            </a:avLst>
          </a:prstGeom>
          <a:solidFill>
            <a:srgbClr val="0062A5"/>
          </a:solidFill>
          <a:ln cap="flat" cmpd="sng" w="9525">
            <a:solidFill>
              <a:srgbClr val="0062A5"/>
            </a:solidFill>
            <a:prstDash val="solid"/>
            <a:round/>
            <a:headEnd len="sm" w="sm" type="none"/>
            <a:tailEnd len="sm" w="sm" type="none"/>
          </a:ln>
        </p:spPr>
        <p:txBody>
          <a:bodyPr anchorCtr="0" anchor="ctr" bIns="0" lIns="91425" spcFirstLastPara="1" rIns="91425" wrap="square" tIns="0">
            <a:noAutofit/>
          </a:bodyPr>
          <a:lstStyle/>
          <a:p>
            <a:pPr indent="0" lvl="0" marL="0" rtl="0" algn="l">
              <a:lnSpc>
                <a:spcPct val="108000"/>
              </a:lnSpc>
              <a:spcBef>
                <a:spcPts val="0"/>
              </a:spcBef>
              <a:spcAft>
                <a:spcPts val="0"/>
              </a:spcAft>
              <a:buNone/>
            </a:pPr>
            <a:r>
              <a:rPr b="1" lang="en" sz="1800">
                <a:solidFill>
                  <a:srgbClr val="FFFFFF"/>
                </a:solidFill>
                <a:latin typeface="Jost"/>
                <a:ea typeface="Jost"/>
                <a:cs typeface="Jost"/>
                <a:sym typeface="Jost"/>
              </a:rPr>
              <a:t>Feedback Loop: Retrieval Augmentation Fine Tuning(RAFT)</a:t>
            </a:r>
            <a:endParaRPr b="1" sz="1800">
              <a:solidFill>
                <a:srgbClr val="FFFFFF"/>
              </a:solidFill>
              <a:latin typeface="Jost"/>
              <a:ea typeface="Jost"/>
              <a:cs typeface="Jost"/>
              <a:sym typeface="Jost"/>
            </a:endParaRPr>
          </a:p>
        </p:txBody>
      </p:sp>
      <p:sp>
        <p:nvSpPr>
          <p:cNvPr id="775" name="Google Shape;775;p28"/>
          <p:cNvSpPr txBox="1"/>
          <p:nvPr>
            <p:ph idx="12" type="sldNum"/>
          </p:nvPr>
        </p:nvSpPr>
        <p:spPr>
          <a:xfrm>
            <a:off x="8472458" y="4663217"/>
            <a:ext cx="548700" cy="393600"/>
          </a:xfrm>
          <a:prstGeom prst="rect">
            <a:avLst/>
          </a:prstGeom>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en" sz="1200">
                <a:latin typeface="Jost"/>
                <a:ea typeface="Jost"/>
                <a:cs typeface="Jost"/>
                <a:sym typeface="Jost"/>
              </a:rPr>
              <a:t>‹#›</a:t>
            </a:fld>
            <a:endParaRPr sz="1200">
              <a:latin typeface="Jost"/>
              <a:ea typeface="Jost"/>
              <a:cs typeface="Jost"/>
              <a:sym typeface="Jost"/>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9" name="Shape 779"/>
        <p:cNvGrpSpPr/>
        <p:nvPr/>
      </p:nvGrpSpPr>
      <p:grpSpPr>
        <a:xfrm>
          <a:off x="0" y="0"/>
          <a:ext cx="0" cy="0"/>
          <a:chOff x="0" y="0"/>
          <a:chExt cx="0" cy="0"/>
        </a:xfrm>
      </p:grpSpPr>
      <p:pic>
        <p:nvPicPr>
          <p:cNvPr descr="a globe with an arrow pointing to it (Provided by Tenor)" id="780" name="Google Shape;780;p29"/>
          <p:cNvPicPr preferRelativeResize="0"/>
          <p:nvPr/>
        </p:nvPicPr>
        <p:blipFill>
          <a:blip r:embed="rId3">
            <a:alphaModFix/>
          </a:blip>
          <a:stretch>
            <a:fillRect/>
          </a:stretch>
        </p:blipFill>
        <p:spPr>
          <a:xfrm>
            <a:off x="371975" y="3828200"/>
            <a:ext cx="446400" cy="446400"/>
          </a:xfrm>
          <a:prstGeom prst="rect">
            <a:avLst/>
          </a:prstGeom>
          <a:noFill/>
          <a:ln>
            <a:noFill/>
          </a:ln>
        </p:spPr>
      </p:pic>
      <p:sp>
        <p:nvSpPr>
          <p:cNvPr id="781" name="Google Shape;781;p29"/>
          <p:cNvSpPr txBox="1"/>
          <p:nvPr/>
        </p:nvSpPr>
        <p:spPr>
          <a:xfrm>
            <a:off x="341175" y="786902"/>
            <a:ext cx="8311800" cy="1585500"/>
          </a:xfrm>
          <a:prstGeom prst="rect">
            <a:avLst/>
          </a:prstGeom>
          <a:noFill/>
          <a:ln>
            <a:noFill/>
          </a:ln>
        </p:spPr>
        <p:txBody>
          <a:bodyPr anchorCtr="0" anchor="t" bIns="91425" lIns="91425" spcFirstLastPara="1" rIns="91425" wrap="square" tIns="91425">
            <a:spAutoFit/>
          </a:bodyPr>
          <a:lstStyle/>
          <a:p>
            <a:pPr indent="-311150" lvl="0" marL="457200" rtl="0" algn="l">
              <a:lnSpc>
                <a:spcPct val="100000"/>
              </a:lnSpc>
              <a:spcBef>
                <a:spcPts val="0"/>
              </a:spcBef>
              <a:spcAft>
                <a:spcPts val="0"/>
              </a:spcAft>
              <a:buClr>
                <a:schemeClr val="dk2"/>
              </a:buClr>
              <a:buSzPts val="1300"/>
              <a:buFont typeface="Jost"/>
              <a:buChar char="-"/>
            </a:pPr>
            <a:r>
              <a:rPr lang="en" sz="1300">
                <a:solidFill>
                  <a:schemeClr val="dk2"/>
                </a:solidFill>
                <a:latin typeface="Jost"/>
                <a:ea typeface="Jost"/>
                <a:cs typeface="Jost"/>
                <a:sym typeface="Jost"/>
              </a:rPr>
              <a:t>Our comprehensive cloud infrastructure leverages AWS services to deliver a secure, scalable, and high-performance platform. This architecture integrates authentication, data management, and AI services in a cohesive ecosystem designed for enterprise-grade reliability.</a:t>
            </a:r>
            <a:br>
              <a:rPr lang="en" sz="1300">
                <a:solidFill>
                  <a:schemeClr val="dk2"/>
                </a:solidFill>
                <a:latin typeface="Jost"/>
                <a:ea typeface="Jost"/>
                <a:cs typeface="Jost"/>
                <a:sym typeface="Jost"/>
              </a:rPr>
            </a:br>
            <a:endParaRPr sz="1300">
              <a:solidFill>
                <a:schemeClr val="dk2"/>
              </a:solidFill>
              <a:latin typeface="Jost"/>
              <a:ea typeface="Jost"/>
              <a:cs typeface="Jost"/>
              <a:sym typeface="Jost"/>
            </a:endParaRPr>
          </a:p>
          <a:p>
            <a:pPr indent="-311150" lvl="0" marL="457200" rtl="0" algn="l">
              <a:lnSpc>
                <a:spcPct val="100000"/>
              </a:lnSpc>
              <a:spcBef>
                <a:spcPts val="0"/>
              </a:spcBef>
              <a:spcAft>
                <a:spcPts val="0"/>
              </a:spcAft>
              <a:buClr>
                <a:schemeClr val="dk2"/>
              </a:buClr>
              <a:buSzPts val="1300"/>
              <a:buFont typeface="Jost"/>
              <a:buChar char="-"/>
            </a:pPr>
            <a:r>
              <a:rPr lang="en" sz="1300">
                <a:solidFill>
                  <a:schemeClr val="dk2"/>
                </a:solidFill>
                <a:latin typeface="Jost"/>
                <a:ea typeface="Jost"/>
                <a:cs typeface="Jost"/>
                <a:sym typeface="Jost"/>
              </a:rPr>
              <a:t>A multi-layered security framework protects data, users, and services through encryption, access controls, network isolation, and continuous monitoring. Our defense-in-depth approach ensures comprehensive protection at every level.</a:t>
            </a:r>
            <a:endParaRPr sz="2000">
              <a:solidFill>
                <a:schemeClr val="dk2"/>
              </a:solidFill>
              <a:latin typeface="Jost"/>
              <a:ea typeface="Jost"/>
              <a:cs typeface="Jost"/>
              <a:sym typeface="Jost"/>
            </a:endParaRPr>
          </a:p>
        </p:txBody>
      </p:sp>
      <p:pic>
        <p:nvPicPr>
          <p:cNvPr id="782" name="Google Shape;782;p29"/>
          <p:cNvPicPr preferRelativeResize="0"/>
          <p:nvPr/>
        </p:nvPicPr>
        <p:blipFill>
          <a:blip r:embed="rId4">
            <a:alphaModFix/>
          </a:blip>
          <a:stretch>
            <a:fillRect/>
          </a:stretch>
        </p:blipFill>
        <p:spPr>
          <a:xfrm>
            <a:off x="1329900" y="3828200"/>
            <a:ext cx="446400" cy="446400"/>
          </a:xfrm>
          <a:prstGeom prst="rect">
            <a:avLst/>
          </a:prstGeom>
          <a:noFill/>
          <a:ln>
            <a:noFill/>
          </a:ln>
        </p:spPr>
      </p:pic>
      <p:cxnSp>
        <p:nvCxnSpPr>
          <p:cNvPr id="783" name="Google Shape;783;p29"/>
          <p:cNvCxnSpPr>
            <a:stCxn id="780" idx="3"/>
            <a:endCxn id="782" idx="1"/>
          </p:cNvCxnSpPr>
          <p:nvPr/>
        </p:nvCxnSpPr>
        <p:spPr>
          <a:xfrm>
            <a:off x="818375" y="4051400"/>
            <a:ext cx="511500" cy="0"/>
          </a:xfrm>
          <a:prstGeom prst="straightConnector1">
            <a:avLst/>
          </a:prstGeom>
          <a:noFill/>
          <a:ln cap="flat" cmpd="sng" w="9525">
            <a:solidFill>
              <a:schemeClr val="dk2"/>
            </a:solidFill>
            <a:prstDash val="solid"/>
            <a:round/>
            <a:headEnd len="med" w="med" type="none"/>
            <a:tailEnd len="med" w="med" type="triangle"/>
          </a:ln>
        </p:spPr>
      </p:cxnSp>
      <p:pic>
        <p:nvPicPr>
          <p:cNvPr id="784" name="Google Shape;784;p29"/>
          <p:cNvPicPr preferRelativeResize="0"/>
          <p:nvPr/>
        </p:nvPicPr>
        <p:blipFill>
          <a:blip r:embed="rId5">
            <a:alphaModFix/>
          </a:blip>
          <a:stretch>
            <a:fillRect/>
          </a:stretch>
        </p:blipFill>
        <p:spPr>
          <a:xfrm>
            <a:off x="2172400" y="3824537"/>
            <a:ext cx="446400" cy="453718"/>
          </a:xfrm>
          <a:prstGeom prst="rect">
            <a:avLst/>
          </a:prstGeom>
          <a:noFill/>
          <a:ln>
            <a:noFill/>
          </a:ln>
        </p:spPr>
      </p:pic>
      <p:cxnSp>
        <p:nvCxnSpPr>
          <p:cNvPr id="785" name="Google Shape;785;p29"/>
          <p:cNvCxnSpPr>
            <a:stCxn id="782" idx="3"/>
            <a:endCxn id="784" idx="1"/>
          </p:cNvCxnSpPr>
          <p:nvPr/>
        </p:nvCxnSpPr>
        <p:spPr>
          <a:xfrm>
            <a:off x="1776300" y="4051400"/>
            <a:ext cx="396000" cy="0"/>
          </a:xfrm>
          <a:prstGeom prst="straightConnector1">
            <a:avLst/>
          </a:prstGeom>
          <a:noFill/>
          <a:ln cap="flat" cmpd="sng" w="9525">
            <a:solidFill>
              <a:schemeClr val="dk2"/>
            </a:solidFill>
            <a:prstDash val="solid"/>
            <a:round/>
            <a:headEnd len="med" w="med" type="none"/>
            <a:tailEnd len="med" w="med" type="triangle"/>
          </a:ln>
        </p:spPr>
      </p:cxnSp>
      <p:pic>
        <p:nvPicPr>
          <p:cNvPr id="786" name="Google Shape;786;p29"/>
          <p:cNvPicPr preferRelativeResize="0"/>
          <p:nvPr/>
        </p:nvPicPr>
        <p:blipFill>
          <a:blip r:embed="rId6">
            <a:alphaModFix/>
          </a:blip>
          <a:stretch>
            <a:fillRect/>
          </a:stretch>
        </p:blipFill>
        <p:spPr>
          <a:xfrm>
            <a:off x="3014900" y="3824513"/>
            <a:ext cx="511501" cy="446390"/>
          </a:xfrm>
          <a:prstGeom prst="rect">
            <a:avLst/>
          </a:prstGeom>
          <a:noFill/>
          <a:ln>
            <a:noFill/>
          </a:ln>
        </p:spPr>
      </p:pic>
      <p:cxnSp>
        <p:nvCxnSpPr>
          <p:cNvPr id="787" name="Google Shape;787;p29"/>
          <p:cNvCxnSpPr>
            <a:stCxn id="784" idx="3"/>
            <a:endCxn id="786" idx="1"/>
          </p:cNvCxnSpPr>
          <p:nvPr/>
        </p:nvCxnSpPr>
        <p:spPr>
          <a:xfrm flipH="1" rot="10800000">
            <a:off x="2618800" y="4047797"/>
            <a:ext cx="396000" cy="3600"/>
          </a:xfrm>
          <a:prstGeom prst="straightConnector1">
            <a:avLst/>
          </a:prstGeom>
          <a:noFill/>
          <a:ln cap="flat" cmpd="sng" w="9525">
            <a:solidFill>
              <a:schemeClr val="dk2"/>
            </a:solidFill>
            <a:prstDash val="solid"/>
            <a:round/>
            <a:headEnd len="med" w="med" type="none"/>
            <a:tailEnd len="med" w="med" type="triangle"/>
          </a:ln>
        </p:spPr>
      </p:cxnSp>
      <p:sp>
        <p:nvSpPr>
          <p:cNvPr id="788" name="Google Shape;788;p29"/>
          <p:cNvSpPr/>
          <p:nvPr/>
        </p:nvSpPr>
        <p:spPr>
          <a:xfrm>
            <a:off x="3922500" y="2785550"/>
            <a:ext cx="4761300" cy="21912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789" name="Google Shape;789;p29"/>
          <p:cNvCxnSpPr>
            <a:stCxn id="786" idx="3"/>
            <a:endCxn id="788" idx="1"/>
          </p:cNvCxnSpPr>
          <p:nvPr/>
        </p:nvCxnSpPr>
        <p:spPr>
          <a:xfrm flipH="1" rot="10800000">
            <a:off x="3526401" y="3881207"/>
            <a:ext cx="396000" cy="166500"/>
          </a:xfrm>
          <a:prstGeom prst="bentConnector3">
            <a:avLst>
              <a:gd fmla="val 50013" name="adj1"/>
            </a:avLst>
          </a:prstGeom>
          <a:noFill/>
          <a:ln cap="flat" cmpd="sng" w="9525">
            <a:solidFill>
              <a:schemeClr val="dk2"/>
            </a:solidFill>
            <a:prstDash val="solid"/>
            <a:round/>
            <a:headEnd len="med" w="med" type="none"/>
            <a:tailEnd len="med" w="med" type="none"/>
          </a:ln>
        </p:spPr>
      </p:cxnSp>
      <p:pic>
        <p:nvPicPr>
          <p:cNvPr id="790" name="Google Shape;790;p29"/>
          <p:cNvPicPr preferRelativeResize="0"/>
          <p:nvPr/>
        </p:nvPicPr>
        <p:blipFill>
          <a:blip r:embed="rId7">
            <a:alphaModFix/>
          </a:blip>
          <a:stretch>
            <a:fillRect/>
          </a:stretch>
        </p:blipFill>
        <p:spPr>
          <a:xfrm>
            <a:off x="3922500" y="2806900"/>
            <a:ext cx="307800" cy="307800"/>
          </a:xfrm>
          <a:prstGeom prst="rect">
            <a:avLst/>
          </a:prstGeom>
          <a:noFill/>
          <a:ln>
            <a:noFill/>
          </a:ln>
        </p:spPr>
      </p:pic>
      <p:sp>
        <p:nvSpPr>
          <p:cNvPr id="791" name="Google Shape;791;p29"/>
          <p:cNvSpPr txBox="1"/>
          <p:nvPr/>
        </p:nvSpPr>
        <p:spPr>
          <a:xfrm>
            <a:off x="4201125" y="2785550"/>
            <a:ext cx="1038900" cy="269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dk2"/>
                </a:solidFill>
              </a:rPr>
              <a:t>AWS Region</a:t>
            </a:r>
            <a:endParaRPr sz="800">
              <a:solidFill>
                <a:schemeClr val="dk2"/>
              </a:solidFill>
            </a:endParaRPr>
          </a:p>
        </p:txBody>
      </p:sp>
      <p:sp>
        <p:nvSpPr>
          <p:cNvPr id="792" name="Google Shape;792;p29"/>
          <p:cNvSpPr/>
          <p:nvPr/>
        </p:nvSpPr>
        <p:spPr>
          <a:xfrm>
            <a:off x="4053225" y="3193850"/>
            <a:ext cx="4476600" cy="16674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793" name="Google Shape;793;p29"/>
          <p:cNvPicPr preferRelativeResize="0"/>
          <p:nvPr/>
        </p:nvPicPr>
        <p:blipFill>
          <a:blip r:embed="rId8">
            <a:alphaModFix/>
          </a:blip>
          <a:stretch>
            <a:fillRect/>
          </a:stretch>
        </p:blipFill>
        <p:spPr>
          <a:xfrm>
            <a:off x="4053225" y="3188150"/>
            <a:ext cx="396000" cy="396000"/>
          </a:xfrm>
          <a:prstGeom prst="rect">
            <a:avLst/>
          </a:prstGeom>
          <a:noFill/>
          <a:ln>
            <a:noFill/>
          </a:ln>
        </p:spPr>
      </p:pic>
      <p:sp>
        <p:nvSpPr>
          <p:cNvPr id="794" name="Google Shape;794;p29"/>
          <p:cNvSpPr/>
          <p:nvPr/>
        </p:nvSpPr>
        <p:spPr>
          <a:xfrm>
            <a:off x="4201125" y="3670000"/>
            <a:ext cx="1276500" cy="11046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95" name="Google Shape;795;p29"/>
          <p:cNvSpPr/>
          <p:nvPr/>
        </p:nvSpPr>
        <p:spPr>
          <a:xfrm>
            <a:off x="5672500" y="3630125"/>
            <a:ext cx="2664900" cy="11046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96" name="Google Shape;796;p29"/>
          <p:cNvSpPr txBox="1"/>
          <p:nvPr/>
        </p:nvSpPr>
        <p:spPr>
          <a:xfrm>
            <a:off x="4201125" y="3670000"/>
            <a:ext cx="1038900" cy="269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dk2"/>
                </a:solidFill>
              </a:rPr>
              <a:t>Public Subnet</a:t>
            </a:r>
            <a:endParaRPr sz="800">
              <a:solidFill>
                <a:schemeClr val="dk2"/>
              </a:solidFill>
            </a:endParaRPr>
          </a:p>
        </p:txBody>
      </p:sp>
      <p:sp>
        <p:nvSpPr>
          <p:cNvPr id="797" name="Google Shape;797;p29"/>
          <p:cNvSpPr txBox="1"/>
          <p:nvPr/>
        </p:nvSpPr>
        <p:spPr>
          <a:xfrm>
            <a:off x="5672500" y="3670000"/>
            <a:ext cx="1038900" cy="269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dk2"/>
                </a:solidFill>
              </a:rPr>
              <a:t>Private</a:t>
            </a:r>
            <a:r>
              <a:rPr lang="en" sz="800">
                <a:solidFill>
                  <a:schemeClr val="dk2"/>
                </a:solidFill>
              </a:rPr>
              <a:t> Subnet</a:t>
            </a:r>
            <a:endParaRPr sz="800">
              <a:solidFill>
                <a:schemeClr val="dk2"/>
              </a:solidFill>
            </a:endParaRPr>
          </a:p>
        </p:txBody>
      </p:sp>
      <p:pic>
        <p:nvPicPr>
          <p:cNvPr id="798" name="Google Shape;798;p29"/>
          <p:cNvPicPr preferRelativeResize="0"/>
          <p:nvPr/>
        </p:nvPicPr>
        <p:blipFill>
          <a:blip r:embed="rId9">
            <a:alphaModFix/>
          </a:blip>
          <a:stretch>
            <a:fillRect/>
          </a:stretch>
        </p:blipFill>
        <p:spPr>
          <a:xfrm>
            <a:off x="5899138" y="3939400"/>
            <a:ext cx="446400" cy="446400"/>
          </a:xfrm>
          <a:prstGeom prst="rect">
            <a:avLst/>
          </a:prstGeom>
          <a:solidFill>
            <a:schemeClr val="lt1"/>
          </a:solidFill>
          <a:ln>
            <a:noFill/>
          </a:ln>
        </p:spPr>
      </p:pic>
      <p:pic>
        <p:nvPicPr>
          <p:cNvPr id="799" name="Google Shape;799;p29"/>
          <p:cNvPicPr preferRelativeResize="0"/>
          <p:nvPr/>
        </p:nvPicPr>
        <p:blipFill>
          <a:blip r:embed="rId10">
            <a:alphaModFix/>
          </a:blip>
          <a:stretch>
            <a:fillRect/>
          </a:stretch>
        </p:blipFill>
        <p:spPr>
          <a:xfrm>
            <a:off x="6549248" y="3939398"/>
            <a:ext cx="446400" cy="446400"/>
          </a:xfrm>
          <a:prstGeom prst="rect">
            <a:avLst/>
          </a:prstGeom>
          <a:noFill/>
          <a:ln>
            <a:noFill/>
          </a:ln>
        </p:spPr>
      </p:pic>
      <p:pic>
        <p:nvPicPr>
          <p:cNvPr id="800" name="Google Shape;800;p29"/>
          <p:cNvPicPr preferRelativeResize="0"/>
          <p:nvPr/>
        </p:nvPicPr>
        <p:blipFill>
          <a:blip r:embed="rId11">
            <a:alphaModFix/>
          </a:blip>
          <a:stretch>
            <a:fillRect/>
          </a:stretch>
        </p:blipFill>
        <p:spPr>
          <a:xfrm>
            <a:off x="4240736" y="3939398"/>
            <a:ext cx="446400" cy="446400"/>
          </a:xfrm>
          <a:prstGeom prst="rect">
            <a:avLst/>
          </a:prstGeom>
          <a:noFill/>
          <a:ln>
            <a:noFill/>
          </a:ln>
        </p:spPr>
      </p:pic>
      <p:pic>
        <p:nvPicPr>
          <p:cNvPr id="801" name="Google Shape;801;p29"/>
          <p:cNvPicPr preferRelativeResize="0"/>
          <p:nvPr/>
        </p:nvPicPr>
        <p:blipFill>
          <a:blip r:embed="rId12">
            <a:alphaModFix/>
          </a:blip>
          <a:stretch>
            <a:fillRect/>
          </a:stretch>
        </p:blipFill>
        <p:spPr>
          <a:xfrm>
            <a:off x="4814625" y="3939399"/>
            <a:ext cx="446400" cy="446400"/>
          </a:xfrm>
          <a:prstGeom prst="rect">
            <a:avLst/>
          </a:prstGeom>
          <a:noFill/>
          <a:ln>
            <a:noFill/>
          </a:ln>
        </p:spPr>
      </p:pic>
      <p:pic>
        <p:nvPicPr>
          <p:cNvPr id="802" name="Google Shape;802;p29"/>
          <p:cNvPicPr preferRelativeResize="0"/>
          <p:nvPr/>
        </p:nvPicPr>
        <p:blipFill>
          <a:blip r:embed="rId13">
            <a:alphaModFix/>
          </a:blip>
          <a:stretch>
            <a:fillRect/>
          </a:stretch>
        </p:blipFill>
        <p:spPr>
          <a:xfrm>
            <a:off x="7123013" y="3939400"/>
            <a:ext cx="446400" cy="446400"/>
          </a:xfrm>
          <a:prstGeom prst="rect">
            <a:avLst/>
          </a:prstGeom>
          <a:solidFill>
            <a:schemeClr val="lt1"/>
          </a:solidFill>
          <a:ln>
            <a:noFill/>
          </a:ln>
        </p:spPr>
      </p:pic>
      <p:pic>
        <p:nvPicPr>
          <p:cNvPr id="803" name="Google Shape;803;p29"/>
          <p:cNvPicPr preferRelativeResize="0"/>
          <p:nvPr/>
        </p:nvPicPr>
        <p:blipFill>
          <a:blip r:embed="rId14">
            <a:alphaModFix/>
          </a:blip>
          <a:stretch>
            <a:fillRect/>
          </a:stretch>
        </p:blipFill>
        <p:spPr>
          <a:xfrm>
            <a:off x="7696800" y="3831850"/>
            <a:ext cx="511500" cy="511500"/>
          </a:xfrm>
          <a:prstGeom prst="rect">
            <a:avLst/>
          </a:prstGeom>
          <a:noFill/>
          <a:ln>
            <a:noFill/>
          </a:ln>
        </p:spPr>
      </p:pic>
      <p:sp>
        <p:nvSpPr>
          <p:cNvPr id="804" name="Google Shape;804;p29"/>
          <p:cNvSpPr txBox="1"/>
          <p:nvPr/>
        </p:nvSpPr>
        <p:spPr>
          <a:xfrm>
            <a:off x="1075000" y="3451625"/>
            <a:ext cx="10974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solidFill>
                  <a:schemeClr val="dk2"/>
                </a:solidFill>
              </a:rPr>
              <a:t>HTTPS Connection</a:t>
            </a:r>
            <a:endParaRPr sz="800">
              <a:solidFill>
                <a:schemeClr val="dk2"/>
              </a:solidFill>
            </a:endParaRPr>
          </a:p>
        </p:txBody>
      </p:sp>
      <p:sp>
        <p:nvSpPr>
          <p:cNvPr id="805" name="Google Shape;805;p29"/>
          <p:cNvSpPr txBox="1"/>
          <p:nvPr/>
        </p:nvSpPr>
        <p:spPr>
          <a:xfrm>
            <a:off x="1004400" y="4343350"/>
            <a:ext cx="10974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solidFill>
                  <a:schemeClr val="dk2"/>
                </a:solidFill>
              </a:rPr>
              <a:t>AWS Certification</a:t>
            </a:r>
            <a:endParaRPr sz="800">
              <a:solidFill>
                <a:schemeClr val="dk2"/>
              </a:solidFill>
            </a:endParaRPr>
          </a:p>
          <a:p>
            <a:pPr indent="0" lvl="0" marL="0" rtl="0" algn="l">
              <a:spcBef>
                <a:spcPts val="0"/>
              </a:spcBef>
              <a:spcAft>
                <a:spcPts val="0"/>
              </a:spcAft>
              <a:buNone/>
            </a:pPr>
            <a:r>
              <a:rPr lang="en" sz="800">
                <a:solidFill>
                  <a:schemeClr val="dk2"/>
                </a:solidFill>
              </a:rPr>
              <a:t>Manager</a:t>
            </a:r>
            <a:endParaRPr sz="800">
              <a:solidFill>
                <a:schemeClr val="dk2"/>
              </a:solidFill>
            </a:endParaRPr>
          </a:p>
        </p:txBody>
      </p:sp>
      <p:sp>
        <p:nvSpPr>
          <p:cNvPr id="806" name="Google Shape;806;p29"/>
          <p:cNvSpPr txBox="1"/>
          <p:nvPr/>
        </p:nvSpPr>
        <p:spPr>
          <a:xfrm>
            <a:off x="1962700" y="4343350"/>
            <a:ext cx="8658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solidFill>
                  <a:schemeClr val="dk2"/>
                </a:solidFill>
              </a:rPr>
              <a:t>AWS Route 53</a:t>
            </a:r>
            <a:endParaRPr sz="800">
              <a:solidFill>
                <a:schemeClr val="dk2"/>
              </a:solidFill>
            </a:endParaRPr>
          </a:p>
        </p:txBody>
      </p:sp>
      <p:sp>
        <p:nvSpPr>
          <p:cNvPr id="807" name="Google Shape;807;p29"/>
          <p:cNvSpPr txBox="1"/>
          <p:nvPr/>
        </p:nvSpPr>
        <p:spPr>
          <a:xfrm>
            <a:off x="2942600" y="4343350"/>
            <a:ext cx="8658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solidFill>
                  <a:schemeClr val="dk2"/>
                </a:solidFill>
              </a:rPr>
              <a:t>AWS WAF</a:t>
            </a:r>
            <a:endParaRPr sz="800">
              <a:solidFill>
                <a:schemeClr val="dk2"/>
              </a:solidFill>
            </a:endParaRPr>
          </a:p>
        </p:txBody>
      </p:sp>
      <p:sp>
        <p:nvSpPr>
          <p:cNvPr id="808" name="Google Shape;808;p29"/>
          <p:cNvSpPr txBox="1"/>
          <p:nvPr/>
        </p:nvSpPr>
        <p:spPr>
          <a:xfrm>
            <a:off x="4179522" y="4343350"/>
            <a:ext cx="6351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solidFill>
                  <a:schemeClr val="dk2"/>
                </a:solidFill>
              </a:rPr>
              <a:t>NAT Gateway</a:t>
            </a:r>
            <a:endParaRPr sz="800">
              <a:solidFill>
                <a:schemeClr val="dk2"/>
              </a:solidFill>
            </a:endParaRPr>
          </a:p>
        </p:txBody>
      </p:sp>
      <p:sp>
        <p:nvSpPr>
          <p:cNvPr id="809" name="Google Shape;809;p29"/>
          <p:cNvSpPr txBox="1"/>
          <p:nvPr/>
        </p:nvSpPr>
        <p:spPr>
          <a:xfrm>
            <a:off x="4862260" y="4343350"/>
            <a:ext cx="6351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solidFill>
                  <a:schemeClr val="dk2"/>
                </a:solidFill>
              </a:rPr>
              <a:t>ALB</a:t>
            </a:r>
            <a:endParaRPr sz="800">
              <a:solidFill>
                <a:schemeClr val="dk2"/>
              </a:solidFill>
            </a:endParaRPr>
          </a:p>
        </p:txBody>
      </p:sp>
      <p:sp>
        <p:nvSpPr>
          <p:cNvPr id="810" name="Google Shape;810;p29"/>
          <p:cNvSpPr txBox="1"/>
          <p:nvPr/>
        </p:nvSpPr>
        <p:spPr>
          <a:xfrm>
            <a:off x="5870349" y="4343350"/>
            <a:ext cx="4464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solidFill>
                  <a:schemeClr val="dk2"/>
                </a:solidFill>
              </a:rPr>
              <a:t>EKS</a:t>
            </a:r>
            <a:endParaRPr sz="800">
              <a:solidFill>
                <a:schemeClr val="dk2"/>
              </a:solidFill>
            </a:endParaRPr>
          </a:p>
        </p:txBody>
      </p:sp>
      <p:sp>
        <p:nvSpPr>
          <p:cNvPr id="811" name="Google Shape;811;p29"/>
          <p:cNvSpPr txBox="1"/>
          <p:nvPr/>
        </p:nvSpPr>
        <p:spPr>
          <a:xfrm>
            <a:off x="6454900" y="4343350"/>
            <a:ext cx="6351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solidFill>
                  <a:schemeClr val="dk2"/>
                </a:solidFill>
              </a:rPr>
              <a:t>Fargate</a:t>
            </a:r>
            <a:endParaRPr sz="800">
              <a:solidFill>
                <a:schemeClr val="dk2"/>
              </a:solidFill>
            </a:endParaRPr>
          </a:p>
        </p:txBody>
      </p:sp>
      <p:sp>
        <p:nvSpPr>
          <p:cNvPr id="812" name="Google Shape;812;p29"/>
          <p:cNvSpPr txBox="1"/>
          <p:nvPr/>
        </p:nvSpPr>
        <p:spPr>
          <a:xfrm>
            <a:off x="7170200" y="4343350"/>
            <a:ext cx="4464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solidFill>
                  <a:schemeClr val="dk2"/>
                </a:solidFill>
              </a:rPr>
              <a:t>RDS</a:t>
            </a:r>
            <a:endParaRPr sz="800">
              <a:solidFill>
                <a:schemeClr val="dk2"/>
              </a:solidFill>
            </a:endParaRPr>
          </a:p>
        </p:txBody>
      </p:sp>
      <p:sp>
        <p:nvSpPr>
          <p:cNvPr id="813" name="Google Shape;813;p29"/>
          <p:cNvSpPr txBox="1"/>
          <p:nvPr/>
        </p:nvSpPr>
        <p:spPr>
          <a:xfrm>
            <a:off x="7696800" y="4343350"/>
            <a:ext cx="4464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solidFill>
                  <a:schemeClr val="dk2"/>
                </a:solidFill>
              </a:rPr>
              <a:t>S3</a:t>
            </a:r>
            <a:endParaRPr sz="800">
              <a:solidFill>
                <a:schemeClr val="dk2"/>
              </a:solidFill>
            </a:endParaRPr>
          </a:p>
        </p:txBody>
      </p:sp>
      <p:sp>
        <p:nvSpPr>
          <p:cNvPr id="814" name="Google Shape;814;p29"/>
          <p:cNvSpPr txBox="1"/>
          <p:nvPr/>
        </p:nvSpPr>
        <p:spPr>
          <a:xfrm>
            <a:off x="2078050" y="3451625"/>
            <a:ext cx="6351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solidFill>
                  <a:schemeClr val="dk2"/>
                </a:solidFill>
              </a:rPr>
              <a:t>TLS/SSL</a:t>
            </a:r>
            <a:endParaRPr sz="800">
              <a:solidFill>
                <a:schemeClr val="dk2"/>
              </a:solidFill>
            </a:endParaRPr>
          </a:p>
        </p:txBody>
      </p:sp>
      <p:sp>
        <p:nvSpPr>
          <p:cNvPr id="815" name="Google Shape;815;p29"/>
          <p:cNvSpPr/>
          <p:nvPr/>
        </p:nvSpPr>
        <p:spPr>
          <a:xfrm>
            <a:off x="185700" y="91350"/>
            <a:ext cx="8740200" cy="486600"/>
          </a:xfrm>
          <a:prstGeom prst="roundRect">
            <a:avLst>
              <a:gd fmla="val 16667" name="adj"/>
            </a:avLst>
          </a:prstGeom>
          <a:solidFill>
            <a:srgbClr val="0062A5"/>
          </a:solidFill>
          <a:ln cap="flat" cmpd="sng" w="9525">
            <a:solidFill>
              <a:srgbClr val="0062A5"/>
            </a:solidFill>
            <a:prstDash val="solid"/>
            <a:round/>
            <a:headEnd len="sm" w="sm" type="none"/>
            <a:tailEnd len="sm" w="sm" type="none"/>
          </a:ln>
        </p:spPr>
        <p:txBody>
          <a:bodyPr anchorCtr="0" anchor="ctr" bIns="0" lIns="91425" spcFirstLastPara="1" rIns="91425" wrap="square" tIns="0">
            <a:noAutofit/>
          </a:bodyPr>
          <a:lstStyle/>
          <a:p>
            <a:pPr indent="0" lvl="0" marL="0" rtl="0" algn="l">
              <a:lnSpc>
                <a:spcPct val="108000"/>
              </a:lnSpc>
              <a:spcBef>
                <a:spcPts val="0"/>
              </a:spcBef>
              <a:spcAft>
                <a:spcPts val="0"/>
              </a:spcAft>
              <a:buNone/>
            </a:pPr>
            <a:r>
              <a:rPr b="1" lang="en" sz="1800">
                <a:solidFill>
                  <a:srgbClr val="FFFFFF"/>
                </a:solidFill>
                <a:latin typeface="Jost"/>
                <a:ea typeface="Jost"/>
                <a:cs typeface="Jost"/>
                <a:sym typeface="Jost"/>
              </a:rPr>
              <a:t>Cloud &amp; Security Architecture</a:t>
            </a:r>
            <a:endParaRPr b="1" sz="1800">
              <a:solidFill>
                <a:srgbClr val="FFFFFF"/>
              </a:solidFill>
              <a:latin typeface="Jost"/>
              <a:ea typeface="Jost"/>
              <a:cs typeface="Jost"/>
              <a:sym typeface="Jost"/>
            </a:endParaRPr>
          </a:p>
        </p:txBody>
      </p:sp>
      <p:sp>
        <p:nvSpPr>
          <p:cNvPr id="816" name="Google Shape;816;p29"/>
          <p:cNvSpPr txBox="1"/>
          <p:nvPr>
            <p:ph idx="12" type="sldNum"/>
          </p:nvPr>
        </p:nvSpPr>
        <p:spPr>
          <a:xfrm>
            <a:off x="8472458" y="4663217"/>
            <a:ext cx="548700" cy="393600"/>
          </a:xfrm>
          <a:prstGeom prst="rect">
            <a:avLst/>
          </a:prstGeom>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en" sz="1200">
                <a:latin typeface="Jost"/>
                <a:ea typeface="Jost"/>
                <a:cs typeface="Jost"/>
                <a:sym typeface="Jost"/>
              </a:rPr>
              <a:t>‹#›</a:t>
            </a:fld>
            <a:endParaRPr sz="1200">
              <a:latin typeface="Jost"/>
              <a:ea typeface="Jost"/>
              <a:cs typeface="Jost"/>
              <a:sym typeface="Jost"/>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0" name="Shape 820"/>
        <p:cNvGrpSpPr/>
        <p:nvPr/>
      </p:nvGrpSpPr>
      <p:grpSpPr>
        <a:xfrm>
          <a:off x="0" y="0"/>
          <a:ext cx="0" cy="0"/>
          <a:chOff x="0" y="0"/>
          <a:chExt cx="0" cy="0"/>
        </a:xfrm>
      </p:grpSpPr>
      <p:graphicFrame>
        <p:nvGraphicFramePr>
          <p:cNvPr id="821" name="Google Shape;821;p30"/>
          <p:cNvGraphicFramePr/>
          <p:nvPr/>
        </p:nvGraphicFramePr>
        <p:xfrm>
          <a:off x="981810" y="750179"/>
          <a:ext cx="3000000" cy="3000000"/>
        </p:xfrm>
        <a:graphic>
          <a:graphicData uri="http://schemas.openxmlformats.org/drawingml/2006/table">
            <a:tbl>
              <a:tblPr>
                <a:noFill/>
                <a:tableStyleId>{F85B0667-830A-4F3F-90E7-995FAA6CB879}</a:tableStyleId>
              </a:tblPr>
              <a:tblGrid>
                <a:gridCol w="496600"/>
                <a:gridCol w="1228625"/>
                <a:gridCol w="1516200"/>
                <a:gridCol w="1319675"/>
                <a:gridCol w="2586875"/>
              </a:tblGrid>
              <a:tr h="447950">
                <a:tc>
                  <a:txBody>
                    <a:bodyPr/>
                    <a:lstStyle/>
                    <a:p>
                      <a:pPr indent="0" lvl="0" marL="0" marR="0" rtl="0" algn="ctr">
                        <a:lnSpc>
                          <a:spcPct val="115000"/>
                        </a:lnSpc>
                        <a:spcBef>
                          <a:spcPts val="0"/>
                        </a:spcBef>
                        <a:spcAft>
                          <a:spcPts val="0"/>
                        </a:spcAft>
                        <a:buClr>
                          <a:srgbClr val="000000"/>
                        </a:buClr>
                        <a:buSzPts val="1200"/>
                        <a:buFont typeface="Arial"/>
                        <a:buNone/>
                      </a:pPr>
                      <a:r>
                        <a:rPr b="1" lang="en" sz="1100" u="none" cap="none" strike="noStrike">
                          <a:latin typeface="Jost"/>
                          <a:ea typeface="Jost"/>
                          <a:cs typeface="Jost"/>
                          <a:sym typeface="Jost"/>
                        </a:rPr>
                        <a:t>S.No</a:t>
                      </a:r>
                      <a:endParaRPr b="1" sz="1100" u="none" cap="none" strike="noStrike">
                        <a:latin typeface="Jost"/>
                        <a:ea typeface="Jost"/>
                        <a:cs typeface="Jost"/>
                        <a:sym typeface="Jost"/>
                      </a:endParaRPr>
                    </a:p>
                  </a:txBody>
                  <a:tcPr marT="91425" marB="91425" marR="28575" marL="2857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b="1" lang="en" sz="1100" u="none" cap="none" strike="noStrike">
                          <a:latin typeface="Jost"/>
                          <a:ea typeface="Jost"/>
                          <a:cs typeface="Jost"/>
                          <a:sym typeface="Jost"/>
                        </a:rPr>
                        <a:t>Capability / Requirement</a:t>
                      </a:r>
                      <a:endParaRPr b="1" sz="1100" u="none" cap="none" strike="noStrike">
                        <a:latin typeface="Jost"/>
                        <a:ea typeface="Jost"/>
                        <a:cs typeface="Jost"/>
                        <a:sym typeface="Jost"/>
                      </a:endParaRPr>
                    </a:p>
                  </a:txBody>
                  <a:tcPr marT="91425" marB="91425" marR="28575" marL="2857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b="1" lang="en" sz="1100" u="none" cap="none" strike="noStrike">
                          <a:latin typeface="Jost"/>
                          <a:ea typeface="Jost"/>
                          <a:cs typeface="Jost"/>
                          <a:sym typeface="Jost"/>
                        </a:rPr>
                        <a:t>Microsoft Copilot</a:t>
                      </a:r>
                      <a:endParaRPr b="1" sz="1100" u="none" cap="none" strike="noStrike">
                        <a:latin typeface="Jost"/>
                        <a:ea typeface="Jost"/>
                        <a:cs typeface="Jost"/>
                        <a:sym typeface="Jost"/>
                      </a:endParaRPr>
                    </a:p>
                  </a:txBody>
                  <a:tcPr marT="91425" marB="91425" marR="28575" marL="2857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b="1" lang="en" sz="1100" u="none" cap="none" strike="noStrike">
                          <a:latin typeface="Jost"/>
                          <a:ea typeface="Jost"/>
                          <a:cs typeface="Jost"/>
                          <a:sym typeface="Jost"/>
                        </a:rPr>
                        <a:t>ChatGPT (OpenAI)</a:t>
                      </a:r>
                      <a:endParaRPr b="1" sz="1100" u="none" cap="none" strike="noStrike">
                        <a:latin typeface="Jost"/>
                        <a:ea typeface="Jost"/>
                        <a:cs typeface="Jost"/>
                        <a:sym typeface="Jost"/>
                      </a:endParaRPr>
                    </a:p>
                  </a:txBody>
                  <a:tcPr marT="91425" marB="91425" marR="28575" marL="2857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b="1" lang="en" sz="1100" u="none" cap="none" strike="noStrike">
                          <a:solidFill>
                            <a:schemeClr val="dk1"/>
                          </a:solidFill>
                          <a:latin typeface="Jost"/>
                          <a:ea typeface="Jost"/>
                          <a:cs typeface="Jost"/>
                          <a:sym typeface="Jost"/>
                        </a:rPr>
                        <a:t>Pie</a:t>
                      </a:r>
                      <a:endParaRPr b="1" sz="1100" u="none" cap="none" strike="noStrike">
                        <a:solidFill>
                          <a:schemeClr val="dk1"/>
                        </a:solidFill>
                        <a:latin typeface="Jost"/>
                        <a:ea typeface="Jost"/>
                        <a:cs typeface="Jost"/>
                        <a:sym typeface="Jost"/>
                      </a:endParaRPr>
                    </a:p>
                    <a:p>
                      <a:pPr indent="0" lvl="0" marL="0" rtl="0" algn="ctr">
                        <a:spcBef>
                          <a:spcPts val="0"/>
                        </a:spcBef>
                        <a:spcAft>
                          <a:spcPts val="0"/>
                        </a:spcAft>
                        <a:buClr>
                          <a:schemeClr val="dk1"/>
                        </a:buClr>
                        <a:buSzPts val="1600"/>
                        <a:buFont typeface="Arial"/>
                        <a:buNone/>
                      </a:pPr>
                      <a:r>
                        <a:rPr b="1" lang="en" sz="1100">
                          <a:solidFill>
                            <a:schemeClr val="dk1"/>
                          </a:solidFill>
                          <a:latin typeface="Jost"/>
                          <a:ea typeface="Jost"/>
                          <a:cs typeface="Jost"/>
                          <a:sym typeface="Jost"/>
                        </a:rPr>
                        <a:t>(Precise. Intelligent. Experience.)</a:t>
                      </a:r>
                      <a:endParaRPr b="1" sz="1100">
                        <a:solidFill>
                          <a:schemeClr val="dk1"/>
                        </a:solidFill>
                        <a:latin typeface="Jost"/>
                        <a:ea typeface="Jost"/>
                        <a:cs typeface="Jost"/>
                        <a:sym typeface="Jost"/>
                      </a:endParaRPr>
                    </a:p>
                  </a:txBody>
                  <a:tcPr marT="91425" marB="91425" marR="28575" marL="2857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1450725">
                <a:tc>
                  <a:txBody>
                    <a:bodyPr/>
                    <a:lstStyle/>
                    <a:p>
                      <a:pPr indent="0" lvl="0" marL="0" marR="0" rtl="0" algn="ctr">
                        <a:lnSpc>
                          <a:spcPct val="115000"/>
                        </a:lnSpc>
                        <a:spcBef>
                          <a:spcPts val="0"/>
                        </a:spcBef>
                        <a:spcAft>
                          <a:spcPts val="0"/>
                        </a:spcAft>
                        <a:buClr>
                          <a:srgbClr val="000000"/>
                        </a:buClr>
                        <a:buSzPts val="1200"/>
                        <a:buFont typeface="Arial"/>
                        <a:buNone/>
                      </a:pPr>
                      <a:r>
                        <a:rPr lang="en" sz="1000" u="none" cap="none" strike="noStrike">
                          <a:latin typeface="Jost"/>
                          <a:ea typeface="Jost"/>
                          <a:cs typeface="Jost"/>
                          <a:sym typeface="Jost"/>
                        </a:rPr>
                        <a:t>1</a:t>
                      </a:r>
                      <a:endParaRPr sz="1000" u="none" cap="none" strike="noStrike">
                        <a:latin typeface="Jost"/>
                        <a:ea typeface="Jost"/>
                        <a:cs typeface="Jost"/>
                        <a:sym typeface="Jost"/>
                      </a:endParaRPr>
                    </a:p>
                  </a:txBody>
                  <a:tcPr marT="91425" marB="91425" marR="28575" marL="2857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200"/>
                        <a:buFont typeface="Arial"/>
                        <a:buNone/>
                      </a:pPr>
                      <a:r>
                        <a:rPr b="1" lang="en" sz="1000">
                          <a:latin typeface="Jost"/>
                          <a:ea typeface="Jost"/>
                          <a:cs typeface="Jost"/>
                          <a:sym typeface="Jost"/>
                        </a:rPr>
                        <a:t>Quality of RAG (Retrieval-Augmented Generation)</a:t>
                      </a:r>
                      <a:endParaRPr b="1" sz="1000" u="none" cap="none" strike="noStrike">
                        <a:latin typeface="Jost"/>
                        <a:ea typeface="Jost"/>
                        <a:cs typeface="Jost"/>
                        <a:sym typeface="Jost"/>
                      </a:endParaRPr>
                    </a:p>
                  </a:txBody>
                  <a:tcPr marT="91425" marB="91425" marR="28575" marL="2857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Clr>
                          <a:schemeClr val="dk1"/>
                        </a:buClr>
                        <a:buSzPts val="1100"/>
                        <a:buFont typeface="Arial"/>
                        <a:buNone/>
                      </a:pPr>
                      <a:r>
                        <a:rPr lang="en" sz="1000">
                          <a:solidFill>
                            <a:schemeClr val="dk1"/>
                          </a:solidFill>
                          <a:latin typeface="Jost"/>
                          <a:ea typeface="Jost"/>
                          <a:cs typeface="Jost"/>
                          <a:sym typeface="Jost"/>
                        </a:rPr>
                        <a:t>M365- optimized; high precision in SharePoint/Outlook; limited adaptability or metadata control.</a:t>
                      </a:r>
                      <a:endParaRPr sz="1000">
                        <a:solidFill>
                          <a:schemeClr val="dk1"/>
                        </a:solidFill>
                        <a:latin typeface="Jost"/>
                        <a:ea typeface="Jost"/>
                        <a:cs typeface="Jost"/>
                        <a:sym typeface="Jost"/>
                      </a:endParaRPr>
                    </a:p>
                    <a:p>
                      <a:pPr indent="0" lvl="0" marL="0" rtl="0" algn="l">
                        <a:lnSpc>
                          <a:spcPct val="115000"/>
                        </a:lnSpc>
                        <a:spcBef>
                          <a:spcPts val="0"/>
                        </a:spcBef>
                        <a:spcAft>
                          <a:spcPts val="0"/>
                        </a:spcAft>
                        <a:buClr>
                          <a:schemeClr val="dk1"/>
                        </a:buClr>
                        <a:buSzPts val="1200"/>
                        <a:buFont typeface="Arial"/>
                        <a:buNone/>
                      </a:pPr>
                      <a:r>
                        <a:rPr b="1" lang="en" sz="1000">
                          <a:solidFill>
                            <a:schemeClr val="dk1"/>
                          </a:solidFill>
                          <a:latin typeface="Jost"/>
                          <a:ea typeface="Jost"/>
                          <a:cs typeface="Jost"/>
                          <a:sym typeface="Jost"/>
                        </a:rPr>
                        <a:t>Custom metadata configuration not possible.</a:t>
                      </a:r>
                      <a:endParaRPr b="1" sz="1000">
                        <a:solidFill>
                          <a:schemeClr val="dk1"/>
                        </a:solidFill>
                        <a:latin typeface="Jost"/>
                        <a:ea typeface="Jost"/>
                        <a:cs typeface="Jost"/>
                        <a:sym typeface="Jost"/>
                      </a:endParaRPr>
                    </a:p>
                  </a:txBody>
                  <a:tcPr marT="91425" marB="91425" marR="28575" marL="2857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200"/>
                        <a:buFont typeface="Arial"/>
                        <a:buNone/>
                      </a:pPr>
                      <a:r>
                        <a:rPr lang="en" sz="1000">
                          <a:solidFill>
                            <a:schemeClr val="dk1"/>
                          </a:solidFill>
                          <a:latin typeface="Jost"/>
                          <a:ea typeface="Jost"/>
                          <a:cs typeface="Jost"/>
                          <a:sym typeface="Jost"/>
                        </a:rPr>
                        <a:t>Web RAG; weak dataset grounding and retrieval transparency.</a:t>
                      </a:r>
                      <a:endParaRPr sz="1000">
                        <a:solidFill>
                          <a:schemeClr val="dk1"/>
                        </a:solidFill>
                        <a:latin typeface="Jost"/>
                        <a:ea typeface="Jost"/>
                        <a:cs typeface="Jost"/>
                        <a:sym typeface="Jost"/>
                      </a:endParaRPr>
                    </a:p>
                    <a:p>
                      <a:pPr indent="0" lvl="0" marL="0" rtl="0" algn="l">
                        <a:lnSpc>
                          <a:spcPct val="115000"/>
                        </a:lnSpc>
                        <a:spcBef>
                          <a:spcPts val="0"/>
                        </a:spcBef>
                        <a:spcAft>
                          <a:spcPts val="0"/>
                        </a:spcAft>
                        <a:buClr>
                          <a:schemeClr val="dk1"/>
                        </a:buClr>
                        <a:buSzPts val="1200"/>
                        <a:buFont typeface="Arial"/>
                        <a:buNone/>
                      </a:pPr>
                      <a:r>
                        <a:rPr b="1" lang="en" sz="1000">
                          <a:solidFill>
                            <a:schemeClr val="dk1"/>
                          </a:solidFill>
                          <a:latin typeface="Jost"/>
                          <a:ea typeface="Jost"/>
                          <a:cs typeface="Jost"/>
                          <a:sym typeface="Jost"/>
                        </a:rPr>
                        <a:t>Custom metadata configuration not possible.</a:t>
                      </a:r>
                      <a:endParaRPr b="1" sz="1000">
                        <a:solidFill>
                          <a:schemeClr val="dk1"/>
                        </a:solidFill>
                        <a:latin typeface="Jost"/>
                        <a:ea typeface="Jost"/>
                        <a:cs typeface="Jost"/>
                        <a:sym typeface="Jost"/>
                      </a:endParaRPr>
                    </a:p>
                  </a:txBody>
                  <a:tcPr marT="91425" marB="91425" marR="28575" marL="2857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200"/>
                        <a:buFont typeface="Arial"/>
                        <a:buNone/>
                      </a:pPr>
                      <a:r>
                        <a:rPr lang="en" sz="1000">
                          <a:latin typeface="Jost"/>
                          <a:ea typeface="Jost"/>
                          <a:cs typeface="Jost"/>
                          <a:sym typeface="Jost"/>
                        </a:rPr>
                        <a:t>Enterprise-grade RAG tuned per department and use case; multi-agent pipelines (HR, Finance, SOP, QA, R&amp;D, Data Analysis etc) with continuous feedback and hybrid retrieval from internal + external sources.</a:t>
                      </a:r>
                      <a:endParaRPr sz="1000">
                        <a:latin typeface="Jost"/>
                        <a:ea typeface="Jost"/>
                        <a:cs typeface="Jost"/>
                        <a:sym typeface="Jost"/>
                      </a:endParaRPr>
                    </a:p>
                    <a:p>
                      <a:pPr indent="0" lvl="0" marL="0" marR="0" rtl="0" algn="l">
                        <a:lnSpc>
                          <a:spcPct val="115000"/>
                        </a:lnSpc>
                        <a:spcBef>
                          <a:spcPts val="0"/>
                        </a:spcBef>
                        <a:spcAft>
                          <a:spcPts val="0"/>
                        </a:spcAft>
                        <a:buClr>
                          <a:srgbClr val="000000"/>
                        </a:buClr>
                        <a:buSzPts val="1200"/>
                        <a:buFont typeface="Arial"/>
                        <a:buNone/>
                      </a:pPr>
                      <a:r>
                        <a:rPr b="1" lang="en" sz="1000">
                          <a:latin typeface="Jost"/>
                          <a:ea typeface="Jost"/>
                          <a:cs typeface="Jost"/>
                          <a:sym typeface="Jost"/>
                        </a:rPr>
                        <a:t>Custom metadata configuration makes retrieval more accurate.</a:t>
                      </a:r>
                      <a:r>
                        <a:rPr lang="en" sz="1000">
                          <a:latin typeface="Jost"/>
                          <a:ea typeface="Jost"/>
                          <a:cs typeface="Jost"/>
                          <a:sym typeface="Jost"/>
                        </a:rPr>
                        <a:t> </a:t>
                      </a:r>
                      <a:endParaRPr sz="1000">
                        <a:latin typeface="Jost"/>
                        <a:ea typeface="Jost"/>
                        <a:cs typeface="Jost"/>
                        <a:sym typeface="Jost"/>
                      </a:endParaRPr>
                    </a:p>
                  </a:txBody>
                  <a:tcPr marT="91425" marB="91425" marR="28575" marL="2857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864400">
                <a:tc>
                  <a:txBody>
                    <a:bodyPr/>
                    <a:lstStyle/>
                    <a:p>
                      <a:pPr indent="0" lvl="0" marL="0" marR="0" rtl="0" algn="ctr">
                        <a:lnSpc>
                          <a:spcPct val="115000"/>
                        </a:lnSpc>
                        <a:spcBef>
                          <a:spcPts val="0"/>
                        </a:spcBef>
                        <a:spcAft>
                          <a:spcPts val="0"/>
                        </a:spcAft>
                        <a:buClr>
                          <a:srgbClr val="000000"/>
                        </a:buClr>
                        <a:buSzPts val="1200"/>
                        <a:buFont typeface="Arial"/>
                        <a:buNone/>
                      </a:pPr>
                      <a:r>
                        <a:rPr lang="en" sz="1000" u="none" cap="none" strike="noStrike">
                          <a:latin typeface="Jost"/>
                          <a:ea typeface="Jost"/>
                          <a:cs typeface="Jost"/>
                          <a:sym typeface="Jost"/>
                        </a:rPr>
                        <a:t>2</a:t>
                      </a:r>
                      <a:endParaRPr sz="1000" u="none" cap="none" strike="noStrike">
                        <a:latin typeface="Jost"/>
                        <a:ea typeface="Jost"/>
                        <a:cs typeface="Jost"/>
                        <a:sym typeface="Jost"/>
                      </a:endParaRPr>
                    </a:p>
                  </a:txBody>
                  <a:tcPr marT="91425" marB="91425" marR="28575" marL="2857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200"/>
                        <a:buFont typeface="Arial"/>
                        <a:buNone/>
                      </a:pPr>
                      <a:r>
                        <a:rPr b="1" lang="en" sz="1000">
                          <a:latin typeface="Jost"/>
                          <a:ea typeface="Jost"/>
                          <a:cs typeface="Jost"/>
                          <a:sym typeface="Jost"/>
                        </a:rPr>
                        <a:t>Ease of Use (UX)</a:t>
                      </a:r>
                      <a:endParaRPr b="1" sz="1000" u="none" cap="none" strike="noStrike">
                        <a:latin typeface="Jost"/>
                        <a:ea typeface="Jost"/>
                        <a:cs typeface="Jost"/>
                        <a:sym typeface="Jost"/>
                      </a:endParaRPr>
                    </a:p>
                  </a:txBody>
                  <a:tcPr marT="91425" marB="91425" marR="28575" marL="2857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200"/>
                        <a:buFont typeface="Arial"/>
                        <a:buNone/>
                      </a:pPr>
                      <a:r>
                        <a:rPr lang="en" sz="1000">
                          <a:solidFill>
                            <a:schemeClr val="dk1"/>
                          </a:solidFill>
                          <a:latin typeface="Jost"/>
                          <a:ea typeface="Jost"/>
                          <a:cs typeface="Jost"/>
                          <a:sym typeface="Jost"/>
                        </a:rPr>
                        <a:t>Smooth for M365 users; minimal setup; limited agent view or dev control.</a:t>
                      </a:r>
                      <a:endParaRPr sz="1000" u="none" cap="none" strike="noStrike">
                        <a:latin typeface="Jost"/>
                        <a:ea typeface="Jost"/>
                        <a:cs typeface="Jost"/>
                        <a:sym typeface="Jost"/>
                      </a:endParaRPr>
                    </a:p>
                  </a:txBody>
                  <a:tcPr marT="91425" marB="91425" marR="28575" marL="2857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200"/>
                        <a:buFont typeface="Arial"/>
                        <a:buNone/>
                      </a:pPr>
                      <a:r>
                        <a:rPr lang="en" sz="1000">
                          <a:solidFill>
                            <a:schemeClr val="dk1"/>
                          </a:solidFill>
                          <a:latin typeface="Jost"/>
                          <a:ea typeface="Jost"/>
                          <a:cs typeface="Jost"/>
                          <a:sym typeface="Jost"/>
                        </a:rPr>
                        <a:t>Easy chat UX but limited visibility or workflow control.</a:t>
                      </a:r>
                      <a:endParaRPr sz="1000" u="none" cap="none" strike="noStrike">
                        <a:latin typeface="Jost"/>
                        <a:ea typeface="Jost"/>
                        <a:cs typeface="Jost"/>
                        <a:sym typeface="Jost"/>
                      </a:endParaRPr>
                    </a:p>
                  </a:txBody>
                  <a:tcPr marT="91425" marB="91425" marR="28575" marL="2857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200"/>
                        <a:buFont typeface="Arial"/>
                        <a:buNone/>
                      </a:pPr>
                      <a:r>
                        <a:rPr lang="en" sz="1000">
                          <a:latin typeface="Jost"/>
                          <a:ea typeface="Jost"/>
                          <a:cs typeface="Jost"/>
                          <a:sym typeface="Jost"/>
                        </a:rPr>
                        <a:t>User-friendly unified workspace for building, orchestrating, and testing multi-agent systems and connecting multiple AI services from one interface.</a:t>
                      </a:r>
                      <a:endParaRPr sz="1000" u="none" cap="none" strike="noStrike">
                        <a:latin typeface="Jost"/>
                        <a:ea typeface="Jost"/>
                        <a:cs typeface="Jost"/>
                        <a:sym typeface="Jost"/>
                      </a:endParaRPr>
                    </a:p>
                  </a:txBody>
                  <a:tcPr marT="91425" marB="91425" marR="28575" marL="2857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887850">
                <a:tc>
                  <a:txBody>
                    <a:bodyPr/>
                    <a:lstStyle/>
                    <a:p>
                      <a:pPr indent="0" lvl="0" marL="0" marR="0" rtl="0" algn="ctr">
                        <a:lnSpc>
                          <a:spcPct val="115000"/>
                        </a:lnSpc>
                        <a:spcBef>
                          <a:spcPts val="0"/>
                        </a:spcBef>
                        <a:spcAft>
                          <a:spcPts val="0"/>
                        </a:spcAft>
                        <a:buClr>
                          <a:srgbClr val="000000"/>
                        </a:buClr>
                        <a:buSzPts val="1200"/>
                        <a:buFont typeface="Arial"/>
                        <a:buNone/>
                      </a:pPr>
                      <a:r>
                        <a:rPr lang="en" sz="1000" u="none" cap="none" strike="noStrike">
                          <a:latin typeface="Jost"/>
                          <a:ea typeface="Jost"/>
                          <a:cs typeface="Jost"/>
                          <a:sym typeface="Jost"/>
                        </a:rPr>
                        <a:t>3</a:t>
                      </a:r>
                      <a:endParaRPr sz="1000" u="none" cap="none" strike="noStrike">
                        <a:latin typeface="Jost"/>
                        <a:ea typeface="Jost"/>
                        <a:cs typeface="Jost"/>
                        <a:sym typeface="Jost"/>
                      </a:endParaRPr>
                    </a:p>
                  </a:txBody>
                  <a:tcPr marT="91425" marB="91425" marR="28575" marL="2857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200"/>
                        <a:buFont typeface="Arial"/>
                        <a:buNone/>
                      </a:pPr>
                      <a:r>
                        <a:rPr b="1" lang="en" sz="1000">
                          <a:latin typeface="Jost"/>
                          <a:ea typeface="Jost"/>
                          <a:cs typeface="Jost"/>
                          <a:sym typeface="Jost"/>
                        </a:rPr>
                        <a:t>Role-Based Access Control (RBAC)</a:t>
                      </a:r>
                      <a:endParaRPr b="1" sz="1000" u="none" cap="none" strike="noStrike">
                        <a:latin typeface="Jost"/>
                        <a:ea typeface="Jost"/>
                        <a:cs typeface="Jost"/>
                        <a:sym typeface="Jost"/>
                      </a:endParaRPr>
                    </a:p>
                  </a:txBody>
                  <a:tcPr marT="91425" marB="91425" marR="28575" marL="2857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200"/>
                        <a:buFont typeface="Arial"/>
                        <a:buNone/>
                      </a:pPr>
                      <a:r>
                        <a:rPr lang="en" sz="1000">
                          <a:solidFill>
                            <a:schemeClr val="dk1"/>
                          </a:solidFill>
                          <a:latin typeface="Jost"/>
                          <a:ea typeface="Jost"/>
                          <a:cs typeface="Jost"/>
                          <a:sym typeface="Jost"/>
                        </a:rPr>
                        <a:t>Inherits Azure AD roles; limited granularity and lacks agent-level or dataset-specific access.</a:t>
                      </a:r>
                      <a:endParaRPr sz="1000" u="none" cap="none" strike="noStrike">
                        <a:latin typeface="Jost"/>
                        <a:ea typeface="Jost"/>
                        <a:cs typeface="Jost"/>
                        <a:sym typeface="Jost"/>
                      </a:endParaRPr>
                    </a:p>
                  </a:txBody>
                  <a:tcPr marT="91425" marB="91425" marR="28575" marL="2857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200"/>
                        <a:buFont typeface="Arial"/>
                        <a:buNone/>
                      </a:pPr>
                      <a:r>
                        <a:rPr lang="en" sz="1000">
                          <a:solidFill>
                            <a:schemeClr val="dk1"/>
                          </a:solidFill>
                          <a:latin typeface="Jost"/>
                          <a:ea typeface="Jost"/>
                          <a:cs typeface="Jost"/>
                          <a:sym typeface="Jost"/>
                        </a:rPr>
                        <a:t>Basic account-level access; not fine-grained ( no dept level, sub dept, agent level control.)</a:t>
                      </a:r>
                      <a:endParaRPr sz="1000" u="none" cap="none" strike="noStrike">
                        <a:latin typeface="Jost"/>
                        <a:ea typeface="Jost"/>
                        <a:cs typeface="Jost"/>
                        <a:sym typeface="Jost"/>
                      </a:endParaRPr>
                    </a:p>
                  </a:txBody>
                  <a:tcPr marT="91425" marB="91425" marR="28575" marL="2857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200"/>
                        <a:buFont typeface="Arial"/>
                        <a:buNone/>
                      </a:pPr>
                      <a:r>
                        <a:rPr lang="en" sz="1000">
                          <a:solidFill>
                            <a:schemeClr val="dk1"/>
                          </a:solidFill>
                          <a:latin typeface="Jost"/>
                          <a:ea typeface="Jost"/>
                          <a:cs typeface="Jost"/>
                          <a:sym typeface="Jost"/>
                        </a:rPr>
                        <a:t>Fine-grained control across department, sub-department, agent, document level (*</a:t>
                      </a:r>
                      <a:r>
                        <a:rPr b="1" lang="en" sz="1000">
                          <a:solidFill>
                            <a:schemeClr val="dk1"/>
                          </a:solidFill>
                          <a:latin typeface="Jost"/>
                          <a:ea typeface="Jost"/>
                          <a:cs typeface="Jost"/>
                          <a:sym typeface="Jost"/>
                        </a:rPr>
                        <a:t>confidential documents</a:t>
                      </a:r>
                      <a:r>
                        <a:rPr lang="en" sz="1000">
                          <a:solidFill>
                            <a:schemeClr val="dk1"/>
                          </a:solidFill>
                          <a:latin typeface="Jost"/>
                          <a:ea typeface="Jost"/>
                          <a:cs typeface="Jost"/>
                          <a:sym typeface="Jost"/>
                        </a:rPr>
                        <a:t>) with SSO, OAuth2, and full audit logging.</a:t>
                      </a:r>
                      <a:endParaRPr sz="1000" u="none" cap="none" strike="noStrike">
                        <a:latin typeface="Jost"/>
                        <a:ea typeface="Jost"/>
                        <a:cs typeface="Jost"/>
                        <a:sym typeface="Jost"/>
                      </a:endParaRPr>
                    </a:p>
                  </a:txBody>
                  <a:tcPr marT="91425" marB="91425" marR="28575" marL="2857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sp>
        <p:nvSpPr>
          <p:cNvPr id="822" name="Google Shape;822;p30"/>
          <p:cNvSpPr/>
          <p:nvPr/>
        </p:nvSpPr>
        <p:spPr>
          <a:xfrm>
            <a:off x="185700" y="91350"/>
            <a:ext cx="8740200" cy="486600"/>
          </a:xfrm>
          <a:prstGeom prst="roundRect">
            <a:avLst>
              <a:gd fmla="val 16667" name="adj"/>
            </a:avLst>
          </a:prstGeom>
          <a:solidFill>
            <a:srgbClr val="0062A5"/>
          </a:solidFill>
          <a:ln cap="flat" cmpd="sng" w="9525">
            <a:solidFill>
              <a:srgbClr val="0062A5"/>
            </a:solidFill>
            <a:prstDash val="solid"/>
            <a:round/>
            <a:headEnd len="sm" w="sm" type="none"/>
            <a:tailEnd len="sm" w="sm" type="none"/>
          </a:ln>
        </p:spPr>
        <p:txBody>
          <a:bodyPr anchorCtr="0" anchor="ctr" bIns="0" lIns="91425" spcFirstLastPara="1" rIns="91425" wrap="square" tIns="0">
            <a:noAutofit/>
          </a:bodyPr>
          <a:lstStyle/>
          <a:p>
            <a:pPr indent="0" lvl="0" marL="0" rtl="0" algn="just">
              <a:lnSpc>
                <a:spcPct val="115000"/>
              </a:lnSpc>
              <a:spcBef>
                <a:spcPts val="0"/>
              </a:spcBef>
              <a:spcAft>
                <a:spcPts val="0"/>
              </a:spcAft>
              <a:buNone/>
            </a:pPr>
            <a:r>
              <a:rPr b="1" lang="en" sz="1800">
                <a:solidFill>
                  <a:srgbClr val="FFFFFF"/>
                </a:solidFill>
                <a:latin typeface="Jost"/>
                <a:ea typeface="Jost"/>
                <a:cs typeface="Jost"/>
                <a:sym typeface="Jost"/>
              </a:rPr>
              <a:t>Enterprise AI Platforms Overview: Positioning PIE</a:t>
            </a:r>
            <a:endParaRPr b="1" sz="1800">
              <a:solidFill>
                <a:srgbClr val="FFFFFF"/>
              </a:solidFill>
              <a:latin typeface="Jost"/>
              <a:ea typeface="Jost"/>
              <a:cs typeface="Jost"/>
              <a:sym typeface="Jost"/>
            </a:endParaRPr>
          </a:p>
        </p:txBody>
      </p:sp>
      <p:sp>
        <p:nvSpPr>
          <p:cNvPr id="823" name="Google Shape;823;p3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200">
                <a:latin typeface="Jost"/>
                <a:ea typeface="Jost"/>
                <a:cs typeface="Jost"/>
                <a:sym typeface="Jost"/>
              </a:rPr>
              <a:t>‹#›</a:t>
            </a:fld>
            <a:endParaRPr sz="1200">
              <a:latin typeface="Jost"/>
              <a:ea typeface="Jost"/>
              <a:cs typeface="Jost"/>
              <a:sym typeface="Jost"/>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7" name="Shape 827"/>
        <p:cNvGrpSpPr/>
        <p:nvPr/>
      </p:nvGrpSpPr>
      <p:grpSpPr>
        <a:xfrm>
          <a:off x="0" y="0"/>
          <a:ext cx="0" cy="0"/>
          <a:chOff x="0" y="0"/>
          <a:chExt cx="0" cy="0"/>
        </a:xfrm>
      </p:grpSpPr>
      <p:graphicFrame>
        <p:nvGraphicFramePr>
          <p:cNvPr id="828" name="Google Shape;828;p31"/>
          <p:cNvGraphicFramePr/>
          <p:nvPr/>
        </p:nvGraphicFramePr>
        <p:xfrm>
          <a:off x="904188" y="828130"/>
          <a:ext cx="3000000" cy="3000000"/>
        </p:xfrm>
        <a:graphic>
          <a:graphicData uri="http://schemas.openxmlformats.org/drawingml/2006/table">
            <a:tbl>
              <a:tblPr>
                <a:noFill/>
                <a:tableStyleId>{F85B0667-830A-4F3F-90E7-995FAA6CB879}</a:tableStyleId>
              </a:tblPr>
              <a:tblGrid>
                <a:gridCol w="507375"/>
                <a:gridCol w="1217875"/>
                <a:gridCol w="1541150"/>
                <a:gridCol w="1446100"/>
                <a:gridCol w="2590700"/>
              </a:tblGrid>
              <a:tr h="358900">
                <a:tc>
                  <a:txBody>
                    <a:bodyPr/>
                    <a:lstStyle/>
                    <a:p>
                      <a:pPr indent="0" lvl="0" marL="0" marR="0" rtl="0" algn="ctr">
                        <a:lnSpc>
                          <a:spcPct val="115000"/>
                        </a:lnSpc>
                        <a:spcBef>
                          <a:spcPts val="0"/>
                        </a:spcBef>
                        <a:spcAft>
                          <a:spcPts val="0"/>
                        </a:spcAft>
                        <a:buClr>
                          <a:srgbClr val="000000"/>
                        </a:buClr>
                        <a:buSzPts val="1200"/>
                        <a:buFont typeface="Arial"/>
                        <a:buNone/>
                      </a:pPr>
                      <a:r>
                        <a:rPr b="1" lang="en" sz="1100" u="none" cap="none" strike="noStrike">
                          <a:latin typeface="Jost"/>
                          <a:ea typeface="Jost"/>
                          <a:cs typeface="Jost"/>
                          <a:sym typeface="Jost"/>
                        </a:rPr>
                        <a:t>S.No</a:t>
                      </a:r>
                      <a:endParaRPr b="1" sz="1100" u="none" cap="none" strike="noStrike">
                        <a:latin typeface="Jost"/>
                        <a:ea typeface="Jost"/>
                        <a:cs typeface="Jost"/>
                        <a:sym typeface="Jost"/>
                      </a:endParaRPr>
                    </a:p>
                  </a:txBody>
                  <a:tcPr marT="91425" marB="91425" marR="28575" marL="2857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b="1" lang="en" sz="1100" u="none" cap="none" strike="noStrike">
                          <a:latin typeface="Jost"/>
                          <a:ea typeface="Jost"/>
                          <a:cs typeface="Jost"/>
                          <a:sym typeface="Jost"/>
                        </a:rPr>
                        <a:t>Capability / Requirement</a:t>
                      </a:r>
                      <a:endParaRPr b="1" sz="1100" u="none" cap="none" strike="noStrike">
                        <a:latin typeface="Jost"/>
                        <a:ea typeface="Jost"/>
                        <a:cs typeface="Jost"/>
                        <a:sym typeface="Jost"/>
                      </a:endParaRPr>
                    </a:p>
                  </a:txBody>
                  <a:tcPr marT="91425" marB="91425" marR="28575" marL="2857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b="1" lang="en" sz="1100" u="none" cap="none" strike="noStrike">
                          <a:latin typeface="Jost"/>
                          <a:ea typeface="Jost"/>
                          <a:cs typeface="Jost"/>
                          <a:sym typeface="Jost"/>
                        </a:rPr>
                        <a:t>Microsoft Copilot</a:t>
                      </a:r>
                      <a:endParaRPr b="1" sz="1100" u="none" cap="none" strike="noStrike">
                        <a:latin typeface="Jost"/>
                        <a:ea typeface="Jost"/>
                        <a:cs typeface="Jost"/>
                        <a:sym typeface="Jost"/>
                      </a:endParaRPr>
                    </a:p>
                  </a:txBody>
                  <a:tcPr marT="91425" marB="91425" marR="28575" marL="2857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b="1" lang="en" sz="1100" u="none" cap="none" strike="noStrike">
                          <a:latin typeface="Jost"/>
                          <a:ea typeface="Jost"/>
                          <a:cs typeface="Jost"/>
                          <a:sym typeface="Jost"/>
                        </a:rPr>
                        <a:t>ChatGPT (OpenAI)</a:t>
                      </a:r>
                      <a:endParaRPr b="1" sz="1100" u="none" cap="none" strike="noStrike">
                        <a:latin typeface="Jost"/>
                        <a:ea typeface="Jost"/>
                        <a:cs typeface="Jost"/>
                        <a:sym typeface="Jost"/>
                      </a:endParaRPr>
                    </a:p>
                  </a:txBody>
                  <a:tcPr marT="91425" marB="91425" marR="28575" marL="2857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Clr>
                          <a:schemeClr val="dk1"/>
                        </a:buClr>
                        <a:buSzPts val="1200"/>
                        <a:buFont typeface="Arial"/>
                        <a:buNone/>
                      </a:pPr>
                      <a:r>
                        <a:rPr b="1" lang="en" sz="1100">
                          <a:solidFill>
                            <a:schemeClr val="dk1"/>
                          </a:solidFill>
                          <a:latin typeface="Jost"/>
                          <a:ea typeface="Jost"/>
                          <a:cs typeface="Jost"/>
                          <a:sym typeface="Jost"/>
                        </a:rPr>
                        <a:t>Pie</a:t>
                      </a:r>
                      <a:endParaRPr b="1" sz="1100">
                        <a:solidFill>
                          <a:schemeClr val="dk1"/>
                        </a:solidFill>
                        <a:latin typeface="Jost"/>
                        <a:ea typeface="Jost"/>
                        <a:cs typeface="Jost"/>
                        <a:sym typeface="Jost"/>
                      </a:endParaRPr>
                    </a:p>
                    <a:p>
                      <a:pPr indent="0" lvl="0" marL="0" rtl="0" algn="ctr">
                        <a:spcBef>
                          <a:spcPts val="0"/>
                        </a:spcBef>
                        <a:spcAft>
                          <a:spcPts val="0"/>
                        </a:spcAft>
                        <a:buClr>
                          <a:schemeClr val="dk1"/>
                        </a:buClr>
                        <a:buSzPts val="1600"/>
                        <a:buFont typeface="Arial"/>
                        <a:buNone/>
                      </a:pPr>
                      <a:r>
                        <a:rPr b="1" lang="en" sz="1100">
                          <a:solidFill>
                            <a:schemeClr val="dk1"/>
                          </a:solidFill>
                          <a:latin typeface="Jost"/>
                          <a:ea typeface="Jost"/>
                          <a:cs typeface="Jost"/>
                          <a:sym typeface="Jost"/>
                        </a:rPr>
                        <a:t>(Precise. Intelligent. Experience.)</a:t>
                      </a:r>
                      <a:endParaRPr b="1" sz="1100">
                        <a:latin typeface="Jost"/>
                        <a:ea typeface="Jost"/>
                        <a:cs typeface="Jost"/>
                        <a:sym typeface="Jost"/>
                      </a:endParaRPr>
                    </a:p>
                  </a:txBody>
                  <a:tcPr marT="91425" marB="91425" marR="28575" marL="2857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712800">
                <a:tc>
                  <a:txBody>
                    <a:bodyPr/>
                    <a:lstStyle/>
                    <a:p>
                      <a:pPr indent="0" lvl="0" marL="0" marR="0" rtl="0" algn="ctr">
                        <a:lnSpc>
                          <a:spcPct val="115000"/>
                        </a:lnSpc>
                        <a:spcBef>
                          <a:spcPts val="0"/>
                        </a:spcBef>
                        <a:spcAft>
                          <a:spcPts val="0"/>
                        </a:spcAft>
                        <a:buClr>
                          <a:srgbClr val="000000"/>
                        </a:buClr>
                        <a:buSzPts val="1200"/>
                        <a:buFont typeface="Arial"/>
                        <a:buNone/>
                      </a:pPr>
                      <a:r>
                        <a:rPr lang="en" sz="1000">
                          <a:latin typeface="Jost"/>
                          <a:ea typeface="Jost"/>
                          <a:cs typeface="Jost"/>
                          <a:sym typeface="Jost"/>
                        </a:rPr>
                        <a:t>4</a:t>
                      </a:r>
                      <a:endParaRPr sz="1000" u="none" cap="none" strike="noStrike">
                        <a:latin typeface="Jost"/>
                        <a:ea typeface="Jost"/>
                        <a:cs typeface="Jost"/>
                        <a:sym typeface="Jost"/>
                      </a:endParaRPr>
                    </a:p>
                  </a:txBody>
                  <a:tcPr marT="91425" marB="91425" marR="28575" marL="2857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200"/>
                        <a:buFont typeface="Arial"/>
                        <a:buNone/>
                      </a:pPr>
                      <a:r>
                        <a:rPr b="1" lang="en" sz="1000">
                          <a:solidFill>
                            <a:srgbClr val="222222"/>
                          </a:solidFill>
                          <a:highlight>
                            <a:srgbClr val="FFFFFF"/>
                          </a:highlight>
                          <a:latin typeface="Jost"/>
                          <a:ea typeface="Jost"/>
                          <a:cs typeface="Jost"/>
                          <a:sym typeface="Jost"/>
                        </a:rPr>
                        <a:t>Agent Marketplace / Agent Handling</a:t>
                      </a:r>
                      <a:endParaRPr b="1" sz="1000" u="none" cap="none" strike="noStrike">
                        <a:latin typeface="Jost"/>
                        <a:ea typeface="Jost"/>
                        <a:cs typeface="Jost"/>
                        <a:sym typeface="Jost"/>
                      </a:endParaRPr>
                    </a:p>
                  </a:txBody>
                  <a:tcPr marT="91425" marB="91425" marR="28575" marL="2857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200"/>
                        <a:buFont typeface="Arial"/>
                        <a:buNone/>
                      </a:pPr>
                      <a:r>
                        <a:rPr lang="en" sz="1000">
                          <a:solidFill>
                            <a:schemeClr val="dk1"/>
                          </a:solidFill>
                          <a:latin typeface="Jost"/>
                          <a:ea typeface="Jost"/>
                          <a:cs typeface="Jost"/>
                          <a:sym typeface="Jost"/>
                        </a:rPr>
                        <a:t>No open marketplace; limited to prebuilt Copilot experiences within Microsoft apps.</a:t>
                      </a:r>
                      <a:endParaRPr sz="1000" u="none" cap="none" strike="noStrike">
                        <a:latin typeface="Jost"/>
                        <a:ea typeface="Jost"/>
                        <a:cs typeface="Jost"/>
                        <a:sym typeface="Jost"/>
                      </a:endParaRPr>
                    </a:p>
                  </a:txBody>
                  <a:tcPr marT="91425" marB="91425" marR="28575" marL="2857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200"/>
                        <a:buFont typeface="Arial"/>
                        <a:buNone/>
                      </a:pPr>
                      <a:r>
                        <a:rPr lang="en" sz="1000">
                          <a:solidFill>
                            <a:schemeClr val="dk1"/>
                          </a:solidFill>
                          <a:latin typeface="Jost"/>
                          <a:ea typeface="Jost"/>
                          <a:cs typeface="Jost"/>
                          <a:sym typeface="Jost"/>
                        </a:rPr>
                        <a:t>Custom GPTs/plugins; lacks governance &amp; versioning.</a:t>
                      </a:r>
                      <a:endParaRPr sz="1000" u="none" cap="none" strike="noStrike">
                        <a:latin typeface="Jost"/>
                        <a:ea typeface="Jost"/>
                        <a:cs typeface="Jost"/>
                        <a:sym typeface="Jost"/>
                      </a:endParaRPr>
                    </a:p>
                  </a:txBody>
                  <a:tcPr marT="91425" marB="91425" marR="28575" marL="2857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200"/>
                        <a:buFont typeface="Arial"/>
                        <a:buNone/>
                      </a:pPr>
                      <a:r>
                        <a:rPr lang="en" sz="1000">
                          <a:latin typeface="Jost"/>
                          <a:ea typeface="Jost"/>
                          <a:cs typeface="Jost"/>
                          <a:sym typeface="Jost"/>
                        </a:rPr>
                        <a:t>Integrated agent marketplace, orchestration hub &amp; Agent Factory; supports custom agents, independent AI microservices, and transparent evaluation within secure boundaries.</a:t>
                      </a:r>
                      <a:endParaRPr b="1" sz="1000" u="none" cap="none" strike="noStrike">
                        <a:latin typeface="Jost"/>
                        <a:ea typeface="Jost"/>
                        <a:cs typeface="Jost"/>
                        <a:sym typeface="Jost"/>
                      </a:endParaRPr>
                    </a:p>
                  </a:txBody>
                  <a:tcPr marT="91425" marB="91425" marR="28575" marL="2857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955950">
                <a:tc>
                  <a:txBody>
                    <a:bodyPr/>
                    <a:lstStyle/>
                    <a:p>
                      <a:pPr indent="0" lvl="0" marL="0" marR="0" rtl="0" algn="ctr">
                        <a:lnSpc>
                          <a:spcPct val="115000"/>
                        </a:lnSpc>
                        <a:spcBef>
                          <a:spcPts val="0"/>
                        </a:spcBef>
                        <a:spcAft>
                          <a:spcPts val="0"/>
                        </a:spcAft>
                        <a:buClr>
                          <a:srgbClr val="000000"/>
                        </a:buClr>
                        <a:buSzPts val="1200"/>
                        <a:buFont typeface="Arial"/>
                        <a:buNone/>
                      </a:pPr>
                      <a:r>
                        <a:rPr lang="en" sz="1000">
                          <a:latin typeface="Jost"/>
                          <a:ea typeface="Jost"/>
                          <a:cs typeface="Jost"/>
                          <a:sym typeface="Jost"/>
                        </a:rPr>
                        <a:t>5</a:t>
                      </a:r>
                      <a:endParaRPr sz="1000" u="none" cap="none" strike="noStrike">
                        <a:latin typeface="Jost"/>
                        <a:ea typeface="Jost"/>
                        <a:cs typeface="Jost"/>
                        <a:sym typeface="Jost"/>
                      </a:endParaRPr>
                    </a:p>
                  </a:txBody>
                  <a:tcPr marT="91425" marB="91425" marR="28575" marL="2857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200"/>
                        <a:buFont typeface="Arial"/>
                        <a:buNone/>
                      </a:pPr>
                      <a:r>
                        <a:rPr b="1" lang="en" sz="1000">
                          <a:latin typeface="Jost"/>
                          <a:ea typeface="Jost"/>
                          <a:cs typeface="Jost"/>
                          <a:sym typeface="Jost"/>
                        </a:rPr>
                        <a:t>Integration with Internal Data &amp; Custom AI Store</a:t>
                      </a:r>
                      <a:endParaRPr b="1" sz="1000" u="none" cap="none" strike="noStrike">
                        <a:latin typeface="Jost"/>
                        <a:ea typeface="Jost"/>
                        <a:cs typeface="Jost"/>
                        <a:sym typeface="Jost"/>
                      </a:endParaRPr>
                    </a:p>
                  </a:txBody>
                  <a:tcPr marT="91425" marB="91425" marR="28575" marL="2857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200"/>
                        <a:buFont typeface="Arial"/>
                        <a:buNone/>
                      </a:pPr>
                      <a:r>
                        <a:rPr lang="en" sz="1000">
                          <a:solidFill>
                            <a:srgbClr val="222222"/>
                          </a:solidFill>
                          <a:highlight>
                            <a:srgbClr val="FFFFFF"/>
                          </a:highlight>
                          <a:latin typeface="Jost"/>
                          <a:ea typeface="Jost"/>
                          <a:cs typeface="Jost"/>
                          <a:sym typeface="Jost"/>
                        </a:rPr>
                        <a:t>Deep integration with Microsoft Graph, SharePoint, OneDrive, Azure data sources, and custom connectors.</a:t>
                      </a:r>
                      <a:endParaRPr sz="1000" u="none" cap="none" strike="noStrike">
                        <a:latin typeface="Jost"/>
                        <a:ea typeface="Jost"/>
                        <a:cs typeface="Jost"/>
                        <a:sym typeface="Jost"/>
                      </a:endParaRPr>
                    </a:p>
                  </a:txBody>
                  <a:tcPr marT="91425" marB="91425" marR="28575" marL="2857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200"/>
                        <a:buFont typeface="Arial"/>
                        <a:buNone/>
                      </a:pPr>
                      <a:r>
                        <a:rPr lang="en" sz="1000">
                          <a:solidFill>
                            <a:schemeClr val="dk1"/>
                          </a:solidFill>
                          <a:latin typeface="Jost"/>
                          <a:ea typeface="Jost"/>
                          <a:cs typeface="Jost"/>
                          <a:sym typeface="Jost"/>
                        </a:rPr>
                        <a:t>Limited to OpenAI models with prompt tuning and fine-tuning capabilities only</a:t>
                      </a:r>
                      <a:endParaRPr sz="1000" u="none" cap="none" strike="noStrike">
                        <a:latin typeface="Jost"/>
                        <a:ea typeface="Jost"/>
                        <a:cs typeface="Jost"/>
                        <a:sym typeface="Jost"/>
                      </a:endParaRPr>
                    </a:p>
                  </a:txBody>
                  <a:tcPr marT="91425" marB="91425" marR="28575" marL="2857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200"/>
                        <a:buFont typeface="Arial"/>
                        <a:buNone/>
                      </a:pPr>
                      <a:r>
                        <a:rPr lang="en" sz="1000">
                          <a:latin typeface="Jost"/>
                          <a:ea typeface="Jost"/>
                          <a:cs typeface="Jost"/>
                          <a:sym typeface="Jost"/>
                        </a:rPr>
                        <a:t>PIE seamlessly connects to data across D</a:t>
                      </a:r>
                      <a:r>
                        <a:rPr lang="en" sz="1000">
                          <a:latin typeface="Jost"/>
                          <a:ea typeface="Jost"/>
                          <a:cs typeface="Jost"/>
                          <a:sym typeface="Jost"/>
                        </a:rPr>
                        <a:t>ataLakes</a:t>
                      </a:r>
                      <a:r>
                        <a:rPr lang="en" sz="1000">
                          <a:latin typeface="Jost"/>
                          <a:ea typeface="Jost"/>
                          <a:cs typeface="Jost"/>
                          <a:sym typeface="Jost"/>
                        </a:rPr>
                        <a:t>, </a:t>
                      </a:r>
                      <a:r>
                        <a:rPr i="1" lang="en" sz="1000">
                          <a:latin typeface="Jost"/>
                          <a:ea typeface="Jost"/>
                          <a:cs typeface="Jost"/>
                          <a:sym typeface="Jost"/>
                        </a:rPr>
                        <a:t>AWS, Google, </a:t>
                      </a:r>
                      <a:r>
                        <a:rPr i="1" lang="en" sz="1000">
                          <a:solidFill>
                            <a:schemeClr val="dk1"/>
                          </a:solidFill>
                          <a:latin typeface="Jost"/>
                          <a:ea typeface="Jost"/>
                          <a:cs typeface="Jost"/>
                          <a:sym typeface="Jost"/>
                        </a:rPr>
                        <a:t>CRMs, ERPs,</a:t>
                      </a:r>
                      <a:r>
                        <a:rPr lang="en" sz="1000">
                          <a:solidFill>
                            <a:schemeClr val="dk1"/>
                          </a:solidFill>
                          <a:latin typeface="Jost"/>
                          <a:ea typeface="Jost"/>
                          <a:cs typeface="Jost"/>
                          <a:sym typeface="Jost"/>
                        </a:rPr>
                        <a:t> </a:t>
                      </a:r>
                      <a:r>
                        <a:rPr lang="en" sz="1000">
                          <a:latin typeface="Jost"/>
                          <a:ea typeface="Jost"/>
                          <a:cs typeface="Jost"/>
                          <a:sym typeface="Jost"/>
                        </a:rPr>
                        <a:t>and </a:t>
                      </a:r>
                      <a:r>
                        <a:rPr b="1" lang="en" sz="1000">
                          <a:latin typeface="Jost"/>
                          <a:ea typeface="Jost"/>
                          <a:cs typeface="Jost"/>
                          <a:sym typeface="Jost"/>
                        </a:rPr>
                        <a:t>On-Prem</a:t>
                      </a:r>
                      <a:r>
                        <a:rPr lang="en" sz="1000">
                          <a:latin typeface="Jost"/>
                          <a:ea typeface="Jost"/>
                          <a:cs typeface="Jost"/>
                          <a:sym typeface="Jost"/>
                        </a:rPr>
                        <a:t> systems through modular API layers and MCP servers, enabling a unified, dynamic enterprise AI environment.</a:t>
                      </a:r>
                      <a:endParaRPr sz="1000">
                        <a:latin typeface="Jost"/>
                        <a:ea typeface="Jost"/>
                        <a:cs typeface="Jost"/>
                        <a:sym typeface="Jost"/>
                      </a:endParaRPr>
                    </a:p>
                  </a:txBody>
                  <a:tcPr marT="91425" marB="91425" marR="28575" marL="2857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955950">
                <a:tc>
                  <a:txBody>
                    <a:bodyPr/>
                    <a:lstStyle/>
                    <a:p>
                      <a:pPr indent="0" lvl="0" marL="0" marR="0" rtl="0" algn="ctr">
                        <a:lnSpc>
                          <a:spcPct val="115000"/>
                        </a:lnSpc>
                        <a:spcBef>
                          <a:spcPts val="0"/>
                        </a:spcBef>
                        <a:spcAft>
                          <a:spcPts val="0"/>
                        </a:spcAft>
                        <a:buClr>
                          <a:srgbClr val="000000"/>
                        </a:buClr>
                        <a:buSzPts val="1200"/>
                        <a:buFont typeface="Arial"/>
                        <a:buNone/>
                      </a:pPr>
                      <a:r>
                        <a:rPr lang="en" sz="1000">
                          <a:latin typeface="Jost"/>
                          <a:ea typeface="Jost"/>
                          <a:cs typeface="Jost"/>
                          <a:sym typeface="Jost"/>
                        </a:rPr>
                        <a:t>6</a:t>
                      </a:r>
                      <a:endParaRPr sz="1000" u="none" cap="none" strike="noStrike">
                        <a:latin typeface="Jost"/>
                        <a:ea typeface="Jost"/>
                        <a:cs typeface="Jost"/>
                        <a:sym typeface="Jost"/>
                      </a:endParaRPr>
                    </a:p>
                  </a:txBody>
                  <a:tcPr marT="91425" marB="91425" marR="28575" marL="2857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200"/>
                        <a:buFont typeface="Arial"/>
                        <a:buNone/>
                      </a:pPr>
                      <a:r>
                        <a:rPr b="1" lang="en" sz="1000">
                          <a:latin typeface="Jost"/>
                          <a:ea typeface="Jost"/>
                          <a:cs typeface="Jost"/>
                          <a:sym typeface="Jost"/>
                        </a:rPr>
                        <a:t>Customization &amp; Flexibility</a:t>
                      </a:r>
                      <a:endParaRPr b="1" sz="1000" u="none" cap="none" strike="noStrike">
                        <a:latin typeface="Jost"/>
                        <a:ea typeface="Jost"/>
                        <a:cs typeface="Jost"/>
                        <a:sym typeface="Jost"/>
                      </a:endParaRPr>
                    </a:p>
                  </a:txBody>
                  <a:tcPr marT="91425" marB="91425" marR="28575" marL="2857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200"/>
                        <a:buFont typeface="Arial"/>
                        <a:buNone/>
                      </a:pPr>
                      <a:r>
                        <a:rPr lang="en" sz="1000">
                          <a:solidFill>
                            <a:schemeClr val="dk1"/>
                          </a:solidFill>
                          <a:latin typeface="Jost"/>
                          <a:ea typeface="Jost"/>
                          <a:cs typeface="Jost"/>
                          <a:sym typeface="Jost"/>
                        </a:rPr>
                        <a:t>Moderate flexibility staying within Microsoft ecosystem boundaries</a:t>
                      </a:r>
                      <a:endParaRPr sz="1000" u="none" cap="none" strike="noStrike">
                        <a:latin typeface="Jost"/>
                        <a:ea typeface="Jost"/>
                        <a:cs typeface="Jost"/>
                        <a:sym typeface="Jost"/>
                      </a:endParaRPr>
                    </a:p>
                  </a:txBody>
                  <a:tcPr marT="91425" marB="91425" marR="28575" marL="2857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200"/>
                        <a:buFont typeface="Arial"/>
                        <a:buNone/>
                      </a:pPr>
                      <a:r>
                        <a:rPr lang="en" sz="1000">
                          <a:solidFill>
                            <a:schemeClr val="dk1"/>
                          </a:solidFill>
                          <a:latin typeface="Jost"/>
                          <a:ea typeface="Jost"/>
                          <a:cs typeface="Jost"/>
                          <a:sym typeface="Jost"/>
                        </a:rPr>
                        <a:t>Minimal customization; prioritizes simplicity and fast deployment over configurability.</a:t>
                      </a:r>
                      <a:endParaRPr sz="1000" u="none" cap="none" strike="noStrike">
                        <a:latin typeface="Jost"/>
                        <a:ea typeface="Jost"/>
                        <a:cs typeface="Jost"/>
                        <a:sym typeface="Jost"/>
                      </a:endParaRPr>
                    </a:p>
                  </a:txBody>
                  <a:tcPr marT="91425" marB="91425" marR="28575" marL="2857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200"/>
                        <a:buFont typeface="Arial"/>
                        <a:buNone/>
                      </a:pPr>
                      <a:r>
                        <a:rPr lang="en" sz="1000">
                          <a:latin typeface="Jost"/>
                          <a:ea typeface="Jost"/>
                          <a:cs typeface="Jost"/>
                          <a:sym typeface="Jost"/>
                        </a:rPr>
                        <a:t>Fully configurable workflows and agent behaviors; supports fine-tuning, adaptive pipelines, and integration with proprietary or open-source models.</a:t>
                      </a:r>
                      <a:endParaRPr sz="1000" u="none" cap="none" strike="noStrike">
                        <a:latin typeface="Jost"/>
                        <a:ea typeface="Jost"/>
                        <a:cs typeface="Jost"/>
                        <a:sym typeface="Jost"/>
                      </a:endParaRPr>
                    </a:p>
                  </a:txBody>
                  <a:tcPr marT="91425" marB="91425" marR="28575" marL="2857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sp>
        <p:nvSpPr>
          <p:cNvPr id="829" name="Google Shape;829;p31"/>
          <p:cNvSpPr/>
          <p:nvPr/>
        </p:nvSpPr>
        <p:spPr>
          <a:xfrm>
            <a:off x="185700" y="91350"/>
            <a:ext cx="8740200" cy="486600"/>
          </a:xfrm>
          <a:prstGeom prst="roundRect">
            <a:avLst>
              <a:gd fmla="val 16667" name="adj"/>
            </a:avLst>
          </a:prstGeom>
          <a:solidFill>
            <a:srgbClr val="0062A5"/>
          </a:solidFill>
          <a:ln cap="flat" cmpd="sng" w="9525">
            <a:solidFill>
              <a:srgbClr val="0062A5"/>
            </a:solidFill>
            <a:prstDash val="solid"/>
            <a:round/>
            <a:headEnd len="sm" w="sm" type="none"/>
            <a:tailEnd len="sm" w="sm" type="none"/>
          </a:ln>
        </p:spPr>
        <p:txBody>
          <a:bodyPr anchorCtr="0" anchor="ctr" bIns="0" lIns="91425" spcFirstLastPara="1" rIns="91425" wrap="square" tIns="0">
            <a:noAutofit/>
          </a:bodyPr>
          <a:lstStyle/>
          <a:p>
            <a:pPr indent="0" lvl="0" marL="0" rtl="0" algn="just">
              <a:lnSpc>
                <a:spcPct val="115000"/>
              </a:lnSpc>
              <a:spcBef>
                <a:spcPts val="0"/>
              </a:spcBef>
              <a:spcAft>
                <a:spcPts val="0"/>
              </a:spcAft>
              <a:buNone/>
            </a:pPr>
            <a:r>
              <a:rPr b="1" lang="en" sz="1800">
                <a:solidFill>
                  <a:srgbClr val="FFFFFF"/>
                </a:solidFill>
                <a:latin typeface="Jost"/>
                <a:ea typeface="Jost"/>
                <a:cs typeface="Jost"/>
                <a:sym typeface="Jost"/>
              </a:rPr>
              <a:t>Enterprise AI Platforms Overview: Positioning PIE</a:t>
            </a:r>
            <a:endParaRPr b="1" sz="1800">
              <a:solidFill>
                <a:srgbClr val="FFFFFF"/>
              </a:solidFill>
              <a:latin typeface="Jost"/>
              <a:ea typeface="Jost"/>
              <a:cs typeface="Jost"/>
              <a:sym typeface="Jost"/>
            </a:endParaRPr>
          </a:p>
        </p:txBody>
      </p:sp>
      <p:sp>
        <p:nvSpPr>
          <p:cNvPr id="830" name="Google Shape;830;p3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200">
                <a:latin typeface="Jost"/>
                <a:ea typeface="Jost"/>
                <a:cs typeface="Jost"/>
                <a:sym typeface="Jost"/>
              </a:rPr>
              <a:t>‹#›</a:t>
            </a:fld>
            <a:endParaRPr sz="1200">
              <a:latin typeface="Jost"/>
              <a:ea typeface="Jost"/>
              <a:cs typeface="Jost"/>
              <a:sym typeface="Jost"/>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4" name="Shape 834"/>
        <p:cNvGrpSpPr/>
        <p:nvPr/>
      </p:nvGrpSpPr>
      <p:grpSpPr>
        <a:xfrm>
          <a:off x="0" y="0"/>
          <a:ext cx="0" cy="0"/>
          <a:chOff x="0" y="0"/>
          <a:chExt cx="0" cy="0"/>
        </a:xfrm>
      </p:grpSpPr>
      <p:sp>
        <p:nvSpPr>
          <p:cNvPr id="835" name="Google Shape;835;p3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200">
                <a:latin typeface="Jost"/>
                <a:ea typeface="Jost"/>
                <a:cs typeface="Jost"/>
                <a:sym typeface="Jost"/>
              </a:rPr>
              <a:t>‹#›</a:t>
            </a:fld>
            <a:endParaRPr sz="1200">
              <a:latin typeface="Jost"/>
              <a:ea typeface="Jost"/>
              <a:cs typeface="Jost"/>
              <a:sym typeface="Jost"/>
            </a:endParaRPr>
          </a:p>
        </p:txBody>
      </p:sp>
      <p:graphicFrame>
        <p:nvGraphicFramePr>
          <p:cNvPr id="836" name="Google Shape;836;p32"/>
          <p:cNvGraphicFramePr/>
          <p:nvPr/>
        </p:nvGraphicFramePr>
        <p:xfrm>
          <a:off x="1030462" y="897463"/>
          <a:ext cx="3000000" cy="3000000"/>
        </p:xfrm>
        <a:graphic>
          <a:graphicData uri="http://schemas.openxmlformats.org/drawingml/2006/table">
            <a:tbl>
              <a:tblPr>
                <a:noFill/>
                <a:tableStyleId>{F85B0667-830A-4F3F-90E7-995FAA6CB879}</a:tableStyleId>
              </a:tblPr>
              <a:tblGrid>
                <a:gridCol w="490825"/>
                <a:gridCol w="1149250"/>
                <a:gridCol w="1592150"/>
                <a:gridCol w="1550850"/>
                <a:gridCol w="2267600"/>
              </a:tblGrid>
              <a:tr h="514625">
                <a:tc>
                  <a:txBody>
                    <a:bodyPr/>
                    <a:lstStyle/>
                    <a:p>
                      <a:pPr indent="0" lvl="0" marL="0" marR="0" rtl="0" algn="ctr">
                        <a:lnSpc>
                          <a:spcPct val="115000"/>
                        </a:lnSpc>
                        <a:spcBef>
                          <a:spcPts val="0"/>
                        </a:spcBef>
                        <a:spcAft>
                          <a:spcPts val="0"/>
                        </a:spcAft>
                        <a:buClr>
                          <a:srgbClr val="000000"/>
                        </a:buClr>
                        <a:buSzPts val="1200"/>
                        <a:buFont typeface="Arial"/>
                        <a:buNone/>
                      </a:pPr>
                      <a:r>
                        <a:rPr b="1" lang="en" sz="1100" u="none" cap="none" strike="noStrike">
                          <a:latin typeface="Jost"/>
                          <a:ea typeface="Jost"/>
                          <a:cs typeface="Jost"/>
                          <a:sym typeface="Jost"/>
                        </a:rPr>
                        <a:t>S.N</a:t>
                      </a:r>
                      <a:r>
                        <a:rPr b="1" lang="en" sz="1100">
                          <a:latin typeface="Jost"/>
                          <a:ea typeface="Jost"/>
                          <a:cs typeface="Jost"/>
                          <a:sym typeface="Jost"/>
                        </a:rPr>
                        <a:t>o</a:t>
                      </a:r>
                      <a:endParaRPr b="1" sz="1100" u="none" cap="none" strike="noStrike">
                        <a:latin typeface="Jost"/>
                        <a:ea typeface="Jost"/>
                        <a:cs typeface="Jost"/>
                        <a:sym typeface="Jost"/>
                      </a:endParaRPr>
                    </a:p>
                  </a:txBody>
                  <a:tcPr marT="91425" marB="91425" marR="28575" marL="2857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b="1" lang="en" sz="1100" u="none" cap="none" strike="noStrike">
                          <a:latin typeface="Jost"/>
                          <a:ea typeface="Jost"/>
                          <a:cs typeface="Jost"/>
                          <a:sym typeface="Jost"/>
                        </a:rPr>
                        <a:t>Capability / Requirement</a:t>
                      </a:r>
                      <a:endParaRPr b="1" sz="1100" u="none" cap="none" strike="noStrike">
                        <a:latin typeface="Jost"/>
                        <a:ea typeface="Jost"/>
                        <a:cs typeface="Jost"/>
                        <a:sym typeface="Jost"/>
                      </a:endParaRPr>
                    </a:p>
                  </a:txBody>
                  <a:tcPr marT="91425" marB="91425" marR="28575" marL="2857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b="1" lang="en" sz="1100" u="none" cap="none" strike="noStrike">
                          <a:latin typeface="Jost"/>
                          <a:ea typeface="Jost"/>
                          <a:cs typeface="Jost"/>
                          <a:sym typeface="Jost"/>
                        </a:rPr>
                        <a:t>Microsoft Copilot</a:t>
                      </a:r>
                      <a:endParaRPr b="1" sz="1100" u="none" cap="none" strike="noStrike">
                        <a:latin typeface="Jost"/>
                        <a:ea typeface="Jost"/>
                        <a:cs typeface="Jost"/>
                        <a:sym typeface="Jost"/>
                      </a:endParaRPr>
                    </a:p>
                  </a:txBody>
                  <a:tcPr marT="91425" marB="91425" marR="28575" marL="2857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b="1" lang="en" sz="1100" u="none" cap="none" strike="noStrike">
                          <a:latin typeface="Jost"/>
                          <a:ea typeface="Jost"/>
                          <a:cs typeface="Jost"/>
                          <a:sym typeface="Jost"/>
                        </a:rPr>
                        <a:t>ChatGPT (OpenAI)</a:t>
                      </a:r>
                      <a:endParaRPr b="1" sz="1100" u="none" cap="none" strike="noStrike">
                        <a:latin typeface="Jost"/>
                        <a:ea typeface="Jost"/>
                        <a:cs typeface="Jost"/>
                        <a:sym typeface="Jost"/>
                      </a:endParaRPr>
                    </a:p>
                  </a:txBody>
                  <a:tcPr marT="91425" marB="91425" marR="28575" marL="2857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Clr>
                          <a:schemeClr val="dk1"/>
                        </a:buClr>
                        <a:buSzPts val="1200"/>
                        <a:buFont typeface="Arial"/>
                        <a:buNone/>
                      </a:pPr>
                      <a:r>
                        <a:rPr b="1" lang="en" sz="1100">
                          <a:solidFill>
                            <a:schemeClr val="dk1"/>
                          </a:solidFill>
                          <a:latin typeface="Jost"/>
                          <a:ea typeface="Jost"/>
                          <a:cs typeface="Jost"/>
                          <a:sym typeface="Jost"/>
                        </a:rPr>
                        <a:t>Pie</a:t>
                      </a:r>
                      <a:endParaRPr b="1" sz="1100">
                        <a:solidFill>
                          <a:schemeClr val="dk1"/>
                        </a:solidFill>
                        <a:latin typeface="Jost"/>
                        <a:ea typeface="Jost"/>
                        <a:cs typeface="Jost"/>
                        <a:sym typeface="Jost"/>
                      </a:endParaRPr>
                    </a:p>
                    <a:p>
                      <a:pPr indent="0" lvl="0" marL="0" rtl="0" algn="ctr">
                        <a:spcBef>
                          <a:spcPts val="0"/>
                        </a:spcBef>
                        <a:spcAft>
                          <a:spcPts val="0"/>
                        </a:spcAft>
                        <a:buClr>
                          <a:schemeClr val="dk1"/>
                        </a:buClr>
                        <a:buSzPts val="1600"/>
                        <a:buFont typeface="Arial"/>
                        <a:buNone/>
                      </a:pPr>
                      <a:r>
                        <a:rPr b="1" lang="en" sz="1100">
                          <a:solidFill>
                            <a:schemeClr val="dk1"/>
                          </a:solidFill>
                          <a:latin typeface="Jost"/>
                          <a:ea typeface="Jost"/>
                          <a:cs typeface="Jost"/>
                          <a:sym typeface="Jost"/>
                        </a:rPr>
                        <a:t>(Precise. Intelligent. Experience.)</a:t>
                      </a:r>
                      <a:endParaRPr b="1" sz="1100">
                        <a:latin typeface="Jost"/>
                        <a:ea typeface="Jost"/>
                        <a:cs typeface="Jost"/>
                        <a:sym typeface="Jost"/>
                      </a:endParaRPr>
                    </a:p>
                  </a:txBody>
                  <a:tcPr marT="91425" marB="91425" marR="28575" marL="2857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1067975">
                <a:tc>
                  <a:txBody>
                    <a:bodyPr/>
                    <a:lstStyle/>
                    <a:p>
                      <a:pPr indent="0" lvl="0" marL="0" marR="0" rtl="0" algn="ctr">
                        <a:lnSpc>
                          <a:spcPct val="115000"/>
                        </a:lnSpc>
                        <a:spcBef>
                          <a:spcPts val="0"/>
                        </a:spcBef>
                        <a:spcAft>
                          <a:spcPts val="0"/>
                        </a:spcAft>
                        <a:buClr>
                          <a:srgbClr val="000000"/>
                        </a:buClr>
                        <a:buSzPts val="1200"/>
                        <a:buFont typeface="Arial"/>
                        <a:buNone/>
                      </a:pPr>
                      <a:r>
                        <a:rPr lang="en" sz="1000">
                          <a:latin typeface="Jost"/>
                          <a:ea typeface="Jost"/>
                          <a:cs typeface="Jost"/>
                          <a:sym typeface="Jost"/>
                        </a:rPr>
                        <a:t>7</a:t>
                      </a:r>
                      <a:endParaRPr sz="1000" u="none" cap="none" strike="noStrike">
                        <a:latin typeface="Jost"/>
                        <a:ea typeface="Jost"/>
                        <a:cs typeface="Jost"/>
                        <a:sym typeface="Jost"/>
                      </a:endParaRPr>
                    </a:p>
                  </a:txBody>
                  <a:tcPr marT="91425" marB="91425" marR="28575" marL="2857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200"/>
                        <a:buFont typeface="Arial"/>
                        <a:buNone/>
                      </a:pPr>
                      <a:r>
                        <a:rPr b="1" lang="en" sz="1000">
                          <a:latin typeface="Jost"/>
                          <a:ea typeface="Jost"/>
                          <a:cs typeface="Jost"/>
                          <a:sym typeface="Jost"/>
                        </a:rPr>
                        <a:t>Scalability &amp; Performance</a:t>
                      </a:r>
                      <a:endParaRPr b="1" sz="1000" u="none" cap="none" strike="noStrike">
                        <a:latin typeface="Jost"/>
                        <a:ea typeface="Jost"/>
                        <a:cs typeface="Jost"/>
                        <a:sym typeface="Jost"/>
                      </a:endParaRPr>
                    </a:p>
                  </a:txBody>
                  <a:tcPr marT="91425" marB="91425" marR="28575" marL="2857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200"/>
                        <a:buFont typeface="Arial"/>
                        <a:buNone/>
                      </a:pPr>
                      <a:r>
                        <a:rPr lang="en" sz="1000">
                          <a:solidFill>
                            <a:schemeClr val="dk1"/>
                          </a:solidFill>
                          <a:latin typeface="Jost"/>
                          <a:ea typeface="Jost"/>
                          <a:cs typeface="Jost"/>
                          <a:sym typeface="Jost"/>
                        </a:rPr>
                        <a:t>Scales within Microsoft Cloud; limited infrastructure control.</a:t>
                      </a:r>
                      <a:endParaRPr sz="1000" u="none" cap="none" strike="noStrike">
                        <a:latin typeface="Jost"/>
                        <a:ea typeface="Jost"/>
                        <a:cs typeface="Jost"/>
                        <a:sym typeface="Jost"/>
                      </a:endParaRPr>
                    </a:p>
                  </a:txBody>
                  <a:tcPr marT="91425" marB="91425" marR="28575" marL="2857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200"/>
                        <a:buFont typeface="Arial"/>
                        <a:buNone/>
                      </a:pPr>
                      <a:r>
                        <a:rPr lang="en" sz="1000">
                          <a:solidFill>
                            <a:schemeClr val="dk1"/>
                          </a:solidFill>
                          <a:latin typeface="Jost"/>
                          <a:ea typeface="Jost"/>
                          <a:cs typeface="Jost"/>
                          <a:sym typeface="Jost"/>
                        </a:rPr>
                        <a:t>Auto-scales in OpenAI Cloud; minimal control over resources.</a:t>
                      </a:r>
                      <a:endParaRPr sz="1000" u="none" cap="none" strike="noStrike">
                        <a:latin typeface="Jost"/>
                        <a:ea typeface="Jost"/>
                        <a:cs typeface="Jost"/>
                        <a:sym typeface="Jost"/>
                      </a:endParaRPr>
                    </a:p>
                  </a:txBody>
                  <a:tcPr marT="91425" marB="91425" marR="28575" marL="2857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200"/>
                        <a:buFont typeface="Arial"/>
                        <a:buNone/>
                      </a:pPr>
                      <a:r>
                        <a:rPr lang="en" sz="1000">
                          <a:latin typeface="Jost"/>
                          <a:ea typeface="Jost"/>
                          <a:cs typeface="Jost"/>
                          <a:sym typeface="Jost"/>
                        </a:rPr>
                        <a:t>Elastic scaling with smart routing, dynamic orchestration layers and caching for real-time, cost-efficient performance.</a:t>
                      </a:r>
                      <a:endParaRPr sz="1000" u="none" cap="none" strike="noStrike">
                        <a:latin typeface="Jost"/>
                        <a:ea typeface="Jost"/>
                        <a:cs typeface="Jost"/>
                        <a:sym typeface="Jost"/>
                      </a:endParaRPr>
                    </a:p>
                  </a:txBody>
                  <a:tcPr marT="91425" marB="91425" marR="28575" marL="2857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1067975">
                <a:tc>
                  <a:txBody>
                    <a:bodyPr/>
                    <a:lstStyle/>
                    <a:p>
                      <a:pPr indent="0" lvl="0" marL="0" marR="0" rtl="0" algn="ctr">
                        <a:lnSpc>
                          <a:spcPct val="115000"/>
                        </a:lnSpc>
                        <a:spcBef>
                          <a:spcPts val="0"/>
                        </a:spcBef>
                        <a:spcAft>
                          <a:spcPts val="0"/>
                        </a:spcAft>
                        <a:buClr>
                          <a:srgbClr val="000000"/>
                        </a:buClr>
                        <a:buSzPts val="1200"/>
                        <a:buFont typeface="Arial"/>
                        <a:buNone/>
                      </a:pPr>
                      <a:r>
                        <a:rPr lang="en" sz="1000">
                          <a:latin typeface="Jost"/>
                          <a:ea typeface="Jost"/>
                          <a:cs typeface="Jost"/>
                          <a:sym typeface="Jost"/>
                        </a:rPr>
                        <a:t>8</a:t>
                      </a:r>
                      <a:endParaRPr sz="1000" u="none" cap="none" strike="noStrike">
                        <a:latin typeface="Jost"/>
                        <a:ea typeface="Jost"/>
                        <a:cs typeface="Jost"/>
                        <a:sym typeface="Jost"/>
                      </a:endParaRPr>
                    </a:p>
                  </a:txBody>
                  <a:tcPr marT="91425" marB="91425" marR="28575" marL="2857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200"/>
                        <a:buFont typeface="Arial"/>
                        <a:buNone/>
                      </a:pPr>
                      <a:r>
                        <a:rPr b="1" lang="en" sz="1000">
                          <a:latin typeface="Jost"/>
                          <a:ea typeface="Jost"/>
                          <a:cs typeface="Jost"/>
                          <a:sym typeface="Jost"/>
                        </a:rPr>
                        <a:t>Business Use Case Integration</a:t>
                      </a:r>
                      <a:endParaRPr b="1" sz="1000" u="none" cap="none" strike="noStrike">
                        <a:latin typeface="Jost"/>
                        <a:ea typeface="Jost"/>
                        <a:cs typeface="Jost"/>
                        <a:sym typeface="Jost"/>
                      </a:endParaRPr>
                    </a:p>
                  </a:txBody>
                  <a:tcPr marT="91425" marB="91425" marR="28575" marL="2857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200"/>
                        <a:buFont typeface="Arial"/>
                        <a:buNone/>
                      </a:pPr>
                      <a:r>
                        <a:rPr lang="en" sz="1000">
                          <a:solidFill>
                            <a:schemeClr val="dk1"/>
                          </a:solidFill>
                          <a:latin typeface="Jost"/>
                          <a:ea typeface="Jost"/>
                          <a:cs typeface="Jost"/>
                          <a:sym typeface="Jost"/>
                        </a:rPr>
                        <a:t>Best for businesses on Microsoft ecosystem only.</a:t>
                      </a:r>
                      <a:endParaRPr sz="1000">
                        <a:solidFill>
                          <a:schemeClr val="dk1"/>
                        </a:solidFill>
                        <a:latin typeface="Jost"/>
                        <a:ea typeface="Jost"/>
                        <a:cs typeface="Jost"/>
                        <a:sym typeface="Jost"/>
                      </a:endParaRPr>
                    </a:p>
                    <a:p>
                      <a:pPr indent="0" lvl="0" marL="0" marR="0" rtl="0" algn="l">
                        <a:lnSpc>
                          <a:spcPct val="115000"/>
                        </a:lnSpc>
                        <a:spcBef>
                          <a:spcPts val="0"/>
                        </a:spcBef>
                        <a:spcAft>
                          <a:spcPts val="0"/>
                        </a:spcAft>
                        <a:buClr>
                          <a:srgbClr val="000000"/>
                        </a:buClr>
                        <a:buSzPts val="1200"/>
                        <a:buFont typeface="Arial"/>
                        <a:buNone/>
                      </a:pPr>
                      <a:r>
                        <a:rPr lang="en" sz="1000">
                          <a:solidFill>
                            <a:schemeClr val="dk1"/>
                          </a:solidFill>
                          <a:latin typeface="Jost"/>
                          <a:ea typeface="Jost"/>
                          <a:cs typeface="Jost"/>
                          <a:sym typeface="Jost"/>
                        </a:rPr>
                        <a:t>Vendor lock-in. </a:t>
                      </a:r>
                      <a:endParaRPr sz="1000">
                        <a:solidFill>
                          <a:schemeClr val="dk1"/>
                        </a:solidFill>
                        <a:latin typeface="Jost"/>
                        <a:ea typeface="Jost"/>
                        <a:cs typeface="Jost"/>
                        <a:sym typeface="Jost"/>
                      </a:endParaRPr>
                    </a:p>
                    <a:p>
                      <a:pPr indent="0" lvl="0" marL="0" marR="0" rtl="0" algn="l">
                        <a:lnSpc>
                          <a:spcPct val="115000"/>
                        </a:lnSpc>
                        <a:spcBef>
                          <a:spcPts val="0"/>
                        </a:spcBef>
                        <a:spcAft>
                          <a:spcPts val="0"/>
                        </a:spcAft>
                        <a:buClr>
                          <a:srgbClr val="000000"/>
                        </a:buClr>
                        <a:buSzPts val="1200"/>
                        <a:buFont typeface="Arial"/>
                        <a:buNone/>
                      </a:pPr>
                      <a:r>
                        <a:t/>
                      </a:r>
                      <a:endParaRPr sz="1000">
                        <a:solidFill>
                          <a:schemeClr val="dk1"/>
                        </a:solidFill>
                        <a:latin typeface="Jost"/>
                        <a:ea typeface="Jost"/>
                        <a:cs typeface="Jost"/>
                        <a:sym typeface="Jost"/>
                      </a:endParaRPr>
                    </a:p>
                    <a:p>
                      <a:pPr indent="0" lvl="0" marL="0" marR="0" rtl="0" algn="l">
                        <a:lnSpc>
                          <a:spcPct val="115000"/>
                        </a:lnSpc>
                        <a:spcBef>
                          <a:spcPts val="0"/>
                        </a:spcBef>
                        <a:spcAft>
                          <a:spcPts val="0"/>
                        </a:spcAft>
                        <a:buClr>
                          <a:srgbClr val="000000"/>
                        </a:buClr>
                        <a:buSzPts val="1200"/>
                        <a:buFont typeface="Arial"/>
                        <a:buNone/>
                      </a:pPr>
                      <a:r>
                        <a:rPr lang="en" sz="1000">
                          <a:solidFill>
                            <a:schemeClr val="dk1"/>
                          </a:solidFill>
                          <a:latin typeface="Jost"/>
                          <a:ea typeface="Jost"/>
                          <a:cs typeface="Jost"/>
                          <a:sym typeface="Jost"/>
                        </a:rPr>
                        <a:t>High dependence on a single provider.</a:t>
                      </a:r>
                      <a:endParaRPr sz="1000">
                        <a:solidFill>
                          <a:schemeClr val="dk1"/>
                        </a:solidFill>
                        <a:latin typeface="Jost"/>
                        <a:ea typeface="Jost"/>
                        <a:cs typeface="Jost"/>
                        <a:sym typeface="Jost"/>
                      </a:endParaRPr>
                    </a:p>
                  </a:txBody>
                  <a:tcPr marT="91425" marB="91425" marR="28575" marL="2857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200"/>
                        <a:buFont typeface="Arial"/>
                        <a:buNone/>
                      </a:pPr>
                      <a:r>
                        <a:rPr lang="en" sz="1000">
                          <a:solidFill>
                            <a:schemeClr val="dk1"/>
                          </a:solidFill>
                          <a:latin typeface="Jost"/>
                          <a:ea typeface="Jost"/>
                          <a:cs typeface="Jost"/>
                          <a:sym typeface="Jost"/>
                        </a:rPr>
                        <a:t>Useful for web and API-based use cases, but limited infra choices.</a:t>
                      </a:r>
                      <a:endParaRPr sz="1000">
                        <a:solidFill>
                          <a:schemeClr val="dk1"/>
                        </a:solidFill>
                        <a:latin typeface="Jost"/>
                        <a:ea typeface="Jost"/>
                        <a:cs typeface="Jost"/>
                        <a:sym typeface="Jost"/>
                      </a:endParaRPr>
                    </a:p>
                    <a:p>
                      <a:pPr indent="0" lvl="0" marL="0" marR="0" rtl="0" algn="l">
                        <a:lnSpc>
                          <a:spcPct val="115000"/>
                        </a:lnSpc>
                        <a:spcBef>
                          <a:spcPts val="0"/>
                        </a:spcBef>
                        <a:spcAft>
                          <a:spcPts val="0"/>
                        </a:spcAft>
                        <a:buClr>
                          <a:srgbClr val="000000"/>
                        </a:buClr>
                        <a:buSzPts val="1200"/>
                        <a:buFont typeface="Arial"/>
                        <a:buNone/>
                      </a:pPr>
                      <a:r>
                        <a:t/>
                      </a:r>
                      <a:endParaRPr sz="1000">
                        <a:solidFill>
                          <a:schemeClr val="dk1"/>
                        </a:solidFill>
                        <a:latin typeface="Jost"/>
                        <a:ea typeface="Jost"/>
                        <a:cs typeface="Jost"/>
                        <a:sym typeface="Jost"/>
                      </a:endParaRPr>
                    </a:p>
                    <a:p>
                      <a:pPr indent="0" lvl="0" marL="0" marR="0" rtl="0" algn="l">
                        <a:lnSpc>
                          <a:spcPct val="115000"/>
                        </a:lnSpc>
                        <a:spcBef>
                          <a:spcPts val="0"/>
                        </a:spcBef>
                        <a:spcAft>
                          <a:spcPts val="0"/>
                        </a:spcAft>
                        <a:buClr>
                          <a:srgbClr val="000000"/>
                        </a:buClr>
                        <a:buSzPts val="1200"/>
                        <a:buFont typeface="Arial"/>
                        <a:buNone/>
                      </a:pPr>
                      <a:r>
                        <a:rPr lang="en" sz="1000">
                          <a:solidFill>
                            <a:schemeClr val="dk1"/>
                          </a:solidFill>
                          <a:latin typeface="Jost"/>
                          <a:ea typeface="Jost"/>
                          <a:cs typeface="Jost"/>
                          <a:sym typeface="Jost"/>
                        </a:rPr>
                        <a:t>Reliant on OpenAI’s cloud and architecture. Less control.</a:t>
                      </a:r>
                      <a:endParaRPr sz="1000" u="none" cap="none" strike="noStrike">
                        <a:solidFill>
                          <a:schemeClr val="dk1"/>
                        </a:solidFill>
                        <a:latin typeface="Jost"/>
                        <a:ea typeface="Jost"/>
                        <a:cs typeface="Jost"/>
                        <a:sym typeface="Jost"/>
                      </a:endParaRPr>
                    </a:p>
                  </a:txBody>
                  <a:tcPr marT="91425" marB="91425" marR="28575" marL="2857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200"/>
                        <a:buFont typeface="Arial"/>
                        <a:buNone/>
                      </a:pPr>
                      <a:r>
                        <a:rPr lang="en" sz="1000">
                          <a:solidFill>
                            <a:schemeClr val="dk1"/>
                          </a:solidFill>
                          <a:latin typeface="Jost"/>
                          <a:ea typeface="Jost"/>
                          <a:cs typeface="Jost"/>
                          <a:sym typeface="Jost"/>
                        </a:rPr>
                        <a:t>Fits hybrid and multi-cloud needs: on-prem, cloud, or both. Deploy via Kubernetes-based microservices.</a:t>
                      </a:r>
                      <a:endParaRPr sz="1000">
                        <a:solidFill>
                          <a:schemeClr val="dk1"/>
                        </a:solidFill>
                        <a:latin typeface="Jost"/>
                        <a:ea typeface="Jost"/>
                        <a:cs typeface="Jost"/>
                        <a:sym typeface="Jost"/>
                      </a:endParaRPr>
                    </a:p>
                    <a:p>
                      <a:pPr indent="0" lvl="0" marL="0" marR="0" rtl="0" algn="l">
                        <a:lnSpc>
                          <a:spcPct val="115000"/>
                        </a:lnSpc>
                        <a:spcBef>
                          <a:spcPts val="0"/>
                        </a:spcBef>
                        <a:spcAft>
                          <a:spcPts val="0"/>
                        </a:spcAft>
                        <a:buClr>
                          <a:srgbClr val="000000"/>
                        </a:buClr>
                        <a:buSzPts val="1200"/>
                        <a:buFont typeface="Arial"/>
                        <a:buNone/>
                      </a:pPr>
                      <a:r>
                        <a:t/>
                      </a:r>
                      <a:endParaRPr sz="1000">
                        <a:solidFill>
                          <a:schemeClr val="dk1"/>
                        </a:solidFill>
                        <a:latin typeface="Jost"/>
                        <a:ea typeface="Jost"/>
                        <a:cs typeface="Jost"/>
                        <a:sym typeface="Jost"/>
                      </a:endParaRPr>
                    </a:p>
                    <a:p>
                      <a:pPr indent="0" lvl="0" marL="0" marR="0" rtl="0" algn="l">
                        <a:lnSpc>
                          <a:spcPct val="115000"/>
                        </a:lnSpc>
                        <a:spcBef>
                          <a:spcPts val="0"/>
                        </a:spcBef>
                        <a:spcAft>
                          <a:spcPts val="0"/>
                        </a:spcAft>
                        <a:buClr>
                          <a:srgbClr val="000000"/>
                        </a:buClr>
                        <a:buSzPts val="1200"/>
                        <a:buFont typeface="Arial"/>
                        <a:buNone/>
                      </a:pPr>
                      <a:r>
                        <a:rPr lang="en" sz="1000">
                          <a:solidFill>
                            <a:schemeClr val="dk1"/>
                          </a:solidFill>
                          <a:latin typeface="Jost"/>
                          <a:ea typeface="Jost"/>
                          <a:cs typeface="Jost"/>
                          <a:sym typeface="Jost"/>
                        </a:rPr>
                        <a:t>Business gains control to deploy and integrate across ALL environments, avoids lock-in, enables regulatory compliance and resilience, adapts as needs change.</a:t>
                      </a:r>
                      <a:endParaRPr sz="1000">
                        <a:solidFill>
                          <a:schemeClr val="dk1"/>
                        </a:solidFill>
                        <a:latin typeface="Jost"/>
                        <a:ea typeface="Jost"/>
                        <a:cs typeface="Jost"/>
                        <a:sym typeface="Jost"/>
                      </a:endParaRPr>
                    </a:p>
                  </a:txBody>
                  <a:tcPr marT="91425" marB="91425" marR="28575" marL="2857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sp>
        <p:nvSpPr>
          <p:cNvPr id="837" name="Google Shape;837;p32"/>
          <p:cNvSpPr/>
          <p:nvPr/>
        </p:nvSpPr>
        <p:spPr>
          <a:xfrm>
            <a:off x="185700" y="91350"/>
            <a:ext cx="8740200" cy="486600"/>
          </a:xfrm>
          <a:prstGeom prst="roundRect">
            <a:avLst>
              <a:gd fmla="val 16667" name="adj"/>
            </a:avLst>
          </a:prstGeom>
          <a:solidFill>
            <a:srgbClr val="0062A5"/>
          </a:solidFill>
          <a:ln cap="flat" cmpd="sng" w="9525">
            <a:solidFill>
              <a:srgbClr val="0062A5"/>
            </a:solidFill>
            <a:prstDash val="solid"/>
            <a:round/>
            <a:headEnd len="sm" w="sm" type="none"/>
            <a:tailEnd len="sm" w="sm" type="none"/>
          </a:ln>
        </p:spPr>
        <p:txBody>
          <a:bodyPr anchorCtr="0" anchor="ctr" bIns="0" lIns="91425" spcFirstLastPara="1" rIns="91425" wrap="square" tIns="0">
            <a:noAutofit/>
          </a:bodyPr>
          <a:lstStyle/>
          <a:p>
            <a:pPr indent="0" lvl="0" marL="0" rtl="0" algn="just">
              <a:lnSpc>
                <a:spcPct val="115000"/>
              </a:lnSpc>
              <a:spcBef>
                <a:spcPts val="0"/>
              </a:spcBef>
              <a:spcAft>
                <a:spcPts val="0"/>
              </a:spcAft>
              <a:buNone/>
            </a:pPr>
            <a:r>
              <a:rPr b="1" lang="en" sz="1800">
                <a:solidFill>
                  <a:srgbClr val="FFFFFF"/>
                </a:solidFill>
                <a:latin typeface="Jost"/>
                <a:ea typeface="Jost"/>
                <a:cs typeface="Jost"/>
                <a:sym typeface="Jost"/>
              </a:rPr>
              <a:t>Enterprise AI Platforms Overview: Positioning PIE</a:t>
            </a:r>
            <a:endParaRPr b="1" sz="1800">
              <a:solidFill>
                <a:srgbClr val="FFFFFF"/>
              </a:solidFill>
              <a:latin typeface="Jost"/>
              <a:ea typeface="Jost"/>
              <a:cs typeface="Jost"/>
              <a:sym typeface="Jost"/>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1" name="Shape 841"/>
        <p:cNvGrpSpPr/>
        <p:nvPr/>
      </p:nvGrpSpPr>
      <p:grpSpPr>
        <a:xfrm>
          <a:off x="0" y="0"/>
          <a:ext cx="0" cy="0"/>
          <a:chOff x="0" y="0"/>
          <a:chExt cx="0" cy="0"/>
        </a:xfrm>
      </p:grpSpPr>
      <p:sp>
        <p:nvSpPr>
          <p:cNvPr id="842" name="Google Shape;842;p33"/>
          <p:cNvSpPr txBox="1"/>
          <p:nvPr/>
        </p:nvSpPr>
        <p:spPr>
          <a:xfrm>
            <a:off x="5647489" y="1787972"/>
            <a:ext cx="1481700" cy="554100"/>
          </a:xfrm>
          <a:prstGeom prst="rect">
            <a:avLst/>
          </a:prstGeom>
          <a:solidFill>
            <a:srgbClr val="1D5A9C"/>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solidFill>
                  <a:schemeClr val="lt1"/>
                </a:solidFill>
                <a:latin typeface="Jost"/>
                <a:ea typeface="Jost"/>
                <a:cs typeface="Jost"/>
                <a:sym typeface="Jost"/>
              </a:rPr>
              <a:t>Orchestration Evaluation</a:t>
            </a:r>
            <a:endParaRPr b="1" sz="1200">
              <a:solidFill>
                <a:schemeClr val="lt1"/>
              </a:solidFill>
              <a:latin typeface="Jost"/>
              <a:ea typeface="Jost"/>
              <a:cs typeface="Jost"/>
              <a:sym typeface="Jost"/>
            </a:endParaRPr>
          </a:p>
        </p:txBody>
      </p:sp>
      <p:sp>
        <p:nvSpPr>
          <p:cNvPr id="843" name="Google Shape;843;p33"/>
          <p:cNvSpPr txBox="1"/>
          <p:nvPr/>
        </p:nvSpPr>
        <p:spPr>
          <a:xfrm>
            <a:off x="1986414" y="1787972"/>
            <a:ext cx="1481700" cy="369300"/>
          </a:xfrm>
          <a:prstGeom prst="rect">
            <a:avLst/>
          </a:prstGeom>
          <a:solidFill>
            <a:srgbClr val="1D5A9C"/>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solidFill>
                  <a:schemeClr val="lt1"/>
                </a:solidFill>
                <a:latin typeface="Jost"/>
                <a:ea typeface="Jost"/>
                <a:cs typeface="Jost"/>
                <a:sym typeface="Jost"/>
              </a:rPr>
              <a:t>Agent Evaluation</a:t>
            </a:r>
            <a:endParaRPr b="1" sz="1200">
              <a:solidFill>
                <a:schemeClr val="lt1"/>
              </a:solidFill>
              <a:latin typeface="Jost"/>
              <a:ea typeface="Jost"/>
              <a:cs typeface="Jost"/>
              <a:sym typeface="Jost"/>
            </a:endParaRPr>
          </a:p>
        </p:txBody>
      </p:sp>
      <p:sp>
        <p:nvSpPr>
          <p:cNvPr id="844" name="Google Shape;844;p33"/>
          <p:cNvSpPr txBox="1"/>
          <p:nvPr/>
        </p:nvSpPr>
        <p:spPr>
          <a:xfrm>
            <a:off x="3695214" y="866410"/>
            <a:ext cx="1481700" cy="369300"/>
          </a:xfrm>
          <a:prstGeom prst="rect">
            <a:avLst/>
          </a:prstGeom>
          <a:solidFill>
            <a:srgbClr val="1D5A9C"/>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solidFill>
                  <a:schemeClr val="lt1"/>
                </a:solidFill>
                <a:latin typeface="Jost"/>
                <a:ea typeface="Jost"/>
                <a:cs typeface="Jost"/>
                <a:sym typeface="Jost"/>
              </a:rPr>
              <a:t>System Evaluation</a:t>
            </a:r>
            <a:endParaRPr b="1" sz="1200">
              <a:solidFill>
                <a:schemeClr val="lt1"/>
              </a:solidFill>
              <a:latin typeface="Jost"/>
              <a:ea typeface="Jost"/>
              <a:cs typeface="Jost"/>
              <a:sym typeface="Jost"/>
            </a:endParaRPr>
          </a:p>
        </p:txBody>
      </p:sp>
      <p:cxnSp>
        <p:nvCxnSpPr>
          <p:cNvPr id="845" name="Google Shape;845;p33"/>
          <p:cNvCxnSpPr>
            <a:stCxn id="844" idx="2"/>
            <a:endCxn id="843" idx="0"/>
          </p:cNvCxnSpPr>
          <p:nvPr/>
        </p:nvCxnSpPr>
        <p:spPr>
          <a:xfrm rot="5400000">
            <a:off x="3305514" y="657460"/>
            <a:ext cx="552300" cy="1708800"/>
          </a:xfrm>
          <a:prstGeom prst="bentConnector3">
            <a:avLst>
              <a:gd fmla="val 49997" name="adj1"/>
            </a:avLst>
          </a:prstGeom>
          <a:noFill/>
          <a:ln cap="flat" cmpd="sng" w="9525">
            <a:solidFill>
              <a:schemeClr val="dk2"/>
            </a:solidFill>
            <a:prstDash val="solid"/>
            <a:round/>
            <a:headEnd len="med" w="med" type="none"/>
            <a:tailEnd len="med" w="med" type="none"/>
          </a:ln>
        </p:spPr>
      </p:cxnSp>
      <p:cxnSp>
        <p:nvCxnSpPr>
          <p:cNvPr id="846" name="Google Shape;846;p33"/>
          <p:cNvCxnSpPr>
            <a:stCxn id="844" idx="2"/>
            <a:endCxn id="844" idx="2"/>
          </p:cNvCxnSpPr>
          <p:nvPr/>
        </p:nvCxnSpPr>
        <p:spPr>
          <a:xfrm>
            <a:off x="4436064" y="1235710"/>
            <a:ext cx="0" cy="0"/>
          </a:xfrm>
          <a:prstGeom prst="straightConnector1">
            <a:avLst/>
          </a:prstGeom>
          <a:noFill/>
          <a:ln cap="flat" cmpd="sng" w="9525">
            <a:solidFill>
              <a:schemeClr val="dk2"/>
            </a:solidFill>
            <a:prstDash val="solid"/>
            <a:round/>
            <a:headEnd len="med" w="med" type="none"/>
            <a:tailEnd len="med" w="med" type="none"/>
          </a:ln>
        </p:spPr>
      </p:cxnSp>
      <p:cxnSp>
        <p:nvCxnSpPr>
          <p:cNvPr id="847" name="Google Shape;847;p33"/>
          <p:cNvCxnSpPr>
            <a:stCxn id="844" idx="2"/>
            <a:endCxn id="842" idx="0"/>
          </p:cNvCxnSpPr>
          <p:nvPr/>
        </p:nvCxnSpPr>
        <p:spPr>
          <a:xfrm flipH="1" rot="-5400000">
            <a:off x="5136114" y="535660"/>
            <a:ext cx="552300" cy="1952400"/>
          </a:xfrm>
          <a:prstGeom prst="bentConnector3">
            <a:avLst>
              <a:gd fmla="val 49997" name="adj1"/>
            </a:avLst>
          </a:prstGeom>
          <a:noFill/>
          <a:ln cap="flat" cmpd="sng" w="9525">
            <a:solidFill>
              <a:schemeClr val="dk2"/>
            </a:solidFill>
            <a:prstDash val="solid"/>
            <a:round/>
            <a:headEnd len="med" w="med" type="none"/>
            <a:tailEnd len="med" w="med" type="none"/>
          </a:ln>
        </p:spPr>
      </p:cxnSp>
      <p:sp>
        <p:nvSpPr>
          <p:cNvPr id="848" name="Google Shape;848;p33"/>
          <p:cNvSpPr txBox="1"/>
          <p:nvPr/>
        </p:nvSpPr>
        <p:spPr>
          <a:xfrm>
            <a:off x="5647487" y="3138309"/>
            <a:ext cx="1481700" cy="338700"/>
          </a:xfrm>
          <a:prstGeom prst="rect">
            <a:avLst/>
          </a:prstGeom>
          <a:solidFill>
            <a:srgbClr val="93C47D"/>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000">
                <a:solidFill>
                  <a:schemeClr val="dk1"/>
                </a:solidFill>
                <a:latin typeface="Jost"/>
                <a:ea typeface="Jost"/>
                <a:cs typeface="Jost"/>
                <a:sym typeface="Jost"/>
              </a:rPr>
              <a:t>Latency</a:t>
            </a:r>
            <a:endParaRPr b="1" sz="1000">
              <a:solidFill>
                <a:schemeClr val="dk1"/>
              </a:solidFill>
              <a:latin typeface="Jost"/>
              <a:ea typeface="Jost"/>
              <a:cs typeface="Jost"/>
              <a:sym typeface="Jost"/>
            </a:endParaRPr>
          </a:p>
        </p:txBody>
      </p:sp>
      <p:sp>
        <p:nvSpPr>
          <p:cNvPr id="849" name="Google Shape;849;p33"/>
          <p:cNvSpPr txBox="1"/>
          <p:nvPr/>
        </p:nvSpPr>
        <p:spPr>
          <a:xfrm>
            <a:off x="5647478" y="2771855"/>
            <a:ext cx="1481700" cy="338700"/>
          </a:xfrm>
          <a:prstGeom prst="rect">
            <a:avLst/>
          </a:prstGeom>
          <a:solidFill>
            <a:srgbClr val="93C47D"/>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000">
                <a:solidFill>
                  <a:schemeClr val="accent2"/>
                </a:solidFill>
                <a:latin typeface="Jost"/>
                <a:ea typeface="Jost"/>
                <a:cs typeface="Jost"/>
                <a:sym typeface="Jost"/>
              </a:rPr>
              <a:t>Moderations</a:t>
            </a:r>
            <a:endParaRPr b="1" sz="1000">
              <a:solidFill>
                <a:schemeClr val="accent2"/>
              </a:solidFill>
              <a:latin typeface="Jost"/>
              <a:ea typeface="Jost"/>
              <a:cs typeface="Jost"/>
              <a:sym typeface="Jost"/>
            </a:endParaRPr>
          </a:p>
        </p:txBody>
      </p:sp>
      <p:sp>
        <p:nvSpPr>
          <p:cNvPr id="850" name="Google Shape;850;p33"/>
          <p:cNvSpPr/>
          <p:nvPr/>
        </p:nvSpPr>
        <p:spPr>
          <a:xfrm>
            <a:off x="5437187" y="2455497"/>
            <a:ext cx="129300" cy="1315500"/>
          </a:xfrm>
          <a:prstGeom prst="downArrow">
            <a:avLst>
              <a:gd fmla="val 50000" name="adj1"/>
              <a:gd fmla="val 50000" name="adj2"/>
            </a:avLst>
          </a:prstGeom>
          <a:solidFill>
            <a:srgbClr val="C9DAF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51" name="Google Shape;851;p33"/>
          <p:cNvSpPr txBox="1"/>
          <p:nvPr/>
        </p:nvSpPr>
        <p:spPr>
          <a:xfrm>
            <a:off x="1986423" y="2230189"/>
            <a:ext cx="1481700" cy="338700"/>
          </a:xfrm>
          <a:prstGeom prst="rect">
            <a:avLst/>
          </a:prstGeom>
          <a:solidFill>
            <a:srgbClr val="93C47D"/>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000">
                <a:solidFill>
                  <a:schemeClr val="accent2"/>
                </a:solidFill>
                <a:latin typeface="Jost"/>
                <a:ea typeface="Jost"/>
                <a:cs typeface="Jost"/>
                <a:sym typeface="Jost"/>
              </a:rPr>
              <a:t>Retrieval Eval.</a:t>
            </a:r>
            <a:endParaRPr b="1" sz="1000">
              <a:solidFill>
                <a:schemeClr val="accent2"/>
              </a:solidFill>
              <a:latin typeface="Jost"/>
              <a:ea typeface="Jost"/>
              <a:cs typeface="Jost"/>
              <a:sym typeface="Jost"/>
            </a:endParaRPr>
          </a:p>
        </p:txBody>
      </p:sp>
      <p:sp>
        <p:nvSpPr>
          <p:cNvPr id="852" name="Google Shape;852;p33"/>
          <p:cNvSpPr txBox="1"/>
          <p:nvPr/>
        </p:nvSpPr>
        <p:spPr>
          <a:xfrm>
            <a:off x="1986427" y="2587049"/>
            <a:ext cx="1481700" cy="338700"/>
          </a:xfrm>
          <a:prstGeom prst="rect">
            <a:avLst/>
          </a:prstGeom>
          <a:solidFill>
            <a:srgbClr val="93C47D"/>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000">
                <a:solidFill>
                  <a:schemeClr val="accent2"/>
                </a:solidFill>
                <a:latin typeface="Jost"/>
                <a:ea typeface="Jost"/>
                <a:cs typeface="Jost"/>
                <a:sym typeface="Jost"/>
              </a:rPr>
              <a:t>Response Eval.</a:t>
            </a:r>
            <a:endParaRPr b="1" sz="1000">
              <a:solidFill>
                <a:schemeClr val="accent2"/>
              </a:solidFill>
              <a:latin typeface="Jost"/>
              <a:ea typeface="Jost"/>
              <a:cs typeface="Jost"/>
              <a:sym typeface="Jost"/>
            </a:endParaRPr>
          </a:p>
        </p:txBody>
      </p:sp>
      <p:sp>
        <p:nvSpPr>
          <p:cNvPr id="853" name="Google Shape;853;p33"/>
          <p:cNvSpPr/>
          <p:nvPr/>
        </p:nvSpPr>
        <p:spPr>
          <a:xfrm>
            <a:off x="3550776" y="2264181"/>
            <a:ext cx="129300" cy="2386800"/>
          </a:xfrm>
          <a:prstGeom prst="downArrow">
            <a:avLst>
              <a:gd fmla="val 50000" name="adj1"/>
              <a:gd fmla="val 50000" name="adj2"/>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54" name="Google Shape;854;p33"/>
          <p:cNvSpPr txBox="1"/>
          <p:nvPr/>
        </p:nvSpPr>
        <p:spPr>
          <a:xfrm>
            <a:off x="1986402" y="2943899"/>
            <a:ext cx="1481700" cy="338700"/>
          </a:xfrm>
          <a:prstGeom prst="rect">
            <a:avLst/>
          </a:prstGeom>
          <a:solidFill>
            <a:srgbClr val="93C47D"/>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000">
                <a:solidFill>
                  <a:schemeClr val="accent2"/>
                </a:solidFill>
                <a:latin typeface="Jost"/>
                <a:ea typeface="Jost"/>
                <a:cs typeface="Jost"/>
                <a:sym typeface="Jost"/>
              </a:rPr>
              <a:t>Context </a:t>
            </a:r>
            <a:r>
              <a:rPr b="1" lang="en" sz="1000">
                <a:solidFill>
                  <a:schemeClr val="accent2"/>
                </a:solidFill>
                <a:latin typeface="Jost"/>
                <a:ea typeface="Jost"/>
                <a:cs typeface="Jost"/>
                <a:sym typeface="Jost"/>
              </a:rPr>
              <a:t>Eval.</a:t>
            </a:r>
            <a:endParaRPr b="1" sz="1000">
              <a:solidFill>
                <a:schemeClr val="accent2"/>
              </a:solidFill>
              <a:latin typeface="Jost"/>
              <a:ea typeface="Jost"/>
              <a:cs typeface="Jost"/>
              <a:sym typeface="Jost"/>
            </a:endParaRPr>
          </a:p>
        </p:txBody>
      </p:sp>
      <p:sp>
        <p:nvSpPr>
          <p:cNvPr id="855" name="Google Shape;855;p33"/>
          <p:cNvSpPr txBox="1"/>
          <p:nvPr/>
        </p:nvSpPr>
        <p:spPr>
          <a:xfrm>
            <a:off x="5647468" y="2405421"/>
            <a:ext cx="1481700" cy="338700"/>
          </a:xfrm>
          <a:prstGeom prst="rect">
            <a:avLst/>
          </a:prstGeom>
          <a:solidFill>
            <a:srgbClr val="93C47D"/>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000">
                <a:solidFill>
                  <a:schemeClr val="dk1"/>
                </a:solidFill>
                <a:latin typeface="Jost"/>
                <a:ea typeface="Jost"/>
                <a:cs typeface="Jost"/>
                <a:sym typeface="Jost"/>
              </a:rPr>
              <a:t>Tool/Agent Selection</a:t>
            </a:r>
            <a:endParaRPr b="1" sz="1000">
              <a:solidFill>
                <a:schemeClr val="dk1"/>
              </a:solidFill>
              <a:latin typeface="Jost"/>
              <a:ea typeface="Jost"/>
              <a:cs typeface="Jost"/>
              <a:sym typeface="Jost"/>
            </a:endParaRPr>
          </a:p>
        </p:txBody>
      </p:sp>
      <p:sp>
        <p:nvSpPr>
          <p:cNvPr id="856" name="Google Shape;856;p33"/>
          <p:cNvSpPr txBox="1"/>
          <p:nvPr/>
        </p:nvSpPr>
        <p:spPr>
          <a:xfrm>
            <a:off x="1986402" y="3300749"/>
            <a:ext cx="1481700" cy="338700"/>
          </a:xfrm>
          <a:prstGeom prst="rect">
            <a:avLst/>
          </a:prstGeom>
          <a:solidFill>
            <a:srgbClr val="93C47D"/>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000">
                <a:solidFill>
                  <a:schemeClr val="accent2"/>
                </a:solidFill>
                <a:latin typeface="Jost"/>
                <a:ea typeface="Jost"/>
                <a:cs typeface="Jost"/>
                <a:sym typeface="Jost"/>
              </a:rPr>
              <a:t>Hallucinations</a:t>
            </a:r>
            <a:endParaRPr b="1" sz="1000">
              <a:solidFill>
                <a:schemeClr val="accent2"/>
              </a:solidFill>
              <a:latin typeface="Jost"/>
              <a:ea typeface="Jost"/>
              <a:cs typeface="Jost"/>
              <a:sym typeface="Jost"/>
            </a:endParaRPr>
          </a:p>
        </p:txBody>
      </p:sp>
      <p:sp>
        <p:nvSpPr>
          <p:cNvPr id="857" name="Google Shape;857;p33"/>
          <p:cNvSpPr txBox="1"/>
          <p:nvPr/>
        </p:nvSpPr>
        <p:spPr>
          <a:xfrm>
            <a:off x="1986427" y="3657599"/>
            <a:ext cx="1481700" cy="338700"/>
          </a:xfrm>
          <a:prstGeom prst="rect">
            <a:avLst/>
          </a:prstGeom>
          <a:solidFill>
            <a:srgbClr val="93C47D"/>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000">
                <a:solidFill>
                  <a:schemeClr val="accent2"/>
                </a:solidFill>
                <a:latin typeface="Jost"/>
                <a:ea typeface="Jost"/>
                <a:cs typeface="Jost"/>
                <a:sym typeface="Jost"/>
              </a:rPr>
              <a:t>Moderations</a:t>
            </a:r>
            <a:endParaRPr b="1" sz="1000">
              <a:solidFill>
                <a:schemeClr val="accent2"/>
              </a:solidFill>
              <a:latin typeface="Jost"/>
              <a:ea typeface="Jost"/>
              <a:cs typeface="Jost"/>
              <a:sym typeface="Jost"/>
            </a:endParaRPr>
          </a:p>
        </p:txBody>
      </p:sp>
      <p:sp>
        <p:nvSpPr>
          <p:cNvPr id="858" name="Google Shape;858;p33"/>
          <p:cNvSpPr txBox="1"/>
          <p:nvPr/>
        </p:nvSpPr>
        <p:spPr>
          <a:xfrm>
            <a:off x="1995842" y="4014434"/>
            <a:ext cx="1481700" cy="338700"/>
          </a:xfrm>
          <a:prstGeom prst="rect">
            <a:avLst/>
          </a:prstGeom>
          <a:solidFill>
            <a:srgbClr val="93C47D"/>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000">
                <a:solidFill>
                  <a:schemeClr val="dk1"/>
                </a:solidFill>
                <a:latin typeface="Jost"/>
                <a:ea typeface="Jost"/>
                <a:cs typeface="Jost"/>
                <a:sym typeface="Jost"/>
              </a:rPr>
              <a:t>Latency</a:t>
            </a:r>
            <a:endParaRPr b="1" sz="1000">
              <a:solidFill>
                <a:schemeClr val="dk1"/>
              </a:solidFill>
              <a:latin typeface="Jost"/>
              <a:ea typeface="Jost"/>
              <a:cs typeface="Jost"/>
              <a:sym typeface="Jost"/>
            </a:endParaRPr>
          </a:p>
        </p:txBody>
      </p:sp>
      <p:sp>
        <p:nvSpPr>
          <p:cNvPr id="859" name="Google Shape;859;p33"/>
          <p:cNvSpPr txBox="1"/>
          <p:nvPr/>
        </p:nvSpPr>
        <p:spPr>
          <a:xfrm>
            <a:off x="1995842" y="4371284"/>
            <a:ext cx="1481700" cy="338700"/>
          </a:xfrm>
          <a:prstGeom prst="rect">
            <a:avLst/>
          </a:prstGeom>
          <a:solidFill>
            <a:srgbClr val="93C47D"/>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000">
                <a:solidFill>
                  <a:schemeClr val="dk1"/>
                </a:solidFill>
                <a:latin typeface="Jost"/>
                <a:ea typeface="Jost"/>
                <a:cs typeface="Jost"/>
                <a:sym typeface="Jost"/>
              </a:rPr>
              <a:t>Feedback</a:t>
            </a:r>
            <a:endParaRPr b="1" sz="1000">
              <a:solidFill>
                <a:schemeClr val="dk1"/>
              </a:solidFill>
              <a:latin typeface="Jost"/>
              <a:ea typeface="Jost"/>
              <a:cs typeface="Jost"/>
              <a:sym typeface="Jost"/>
            </a:endParaRPr>
          </a:p>
        </p:txBody>
      </p:sp>
      <p:sp>
        <p:nvSpPr>
          <p:cNvPr id="860" name="Google Shape;860;p33"/>
          <p:cNvSpPr txBox="1"/>
          <p:nvPr/>
        </p:nvSpPr>
        <p:spPr>
          <a:xfrm>
            <a:off x="5647487" y="3504759"/>
            <a:ext cx="1481700" cy="338700"/>
          </a:xfrm>
          <a:prstGeom prst="rect">
            <a:avLst/>
          </a:prstGeom>
          <a:solidFill>
            <a:srgbClr val="93C47D"/>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000">
                <a:solidFill>
                  <a:schemeClr val="dk1"/>
                </a:solidFill>
                <a:latin typeface="Jost"/>
                <a:ea typeface="Jost"/>
                <a:cs typeface="Jost"/>
                <a:sym typeface="Jost"/>
              </a:rPr>
              <a:t>Feedback</a:t>
            </a:r>
            <a:endParaRPr b="1" sz="1000">
              <a:solidFill>
                <a:schemeClr val="dk1"/>
              </a:solidFill>
              <a:latin typeface="Jost"/>
              <a:ea typeface="Jost"/>
              <a:cs typeface="Jost"/>
              <a:sym typeface="Jost"/>
            </a:endParaRPr>
          </a:p>
        </p:txBody>
      </p:sp>
      <p:sp>
        <p:nvSpPr>
          <p:cNvPr id="861" name="Google Shape;861;p33"/>
          <p:cNvSpPr txBox="1"/>
          <p:nvPr/>
        </p:nvSpPr>
        <p:spPr>
          <a:xfrm>
            <a:off x="83325" y="1097322"/>
            <a:ext cx="1820400" cy="38613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1500"/>
              </a:spcBef>
              <a:spcAft>
                <a:spcPts val="0"/>
              </a:spcAft>
              <a:buClr>
                <a:schemeClr val="dk1"/>
              </a:buClr>
              <a:buSzPts val="1100"/>
              <a:buFont typeface="Arial"/>
              <a:buNone/>
            </a:pPr>
            <a:r>
              <a:rPr i="1" lang="en" sz="900">
                <a:solidFill>
                  <a:schemeClr val="dk1"/>
                </a:solidFill>
                <a:latin typeface="Jost"/>
                <a:ea typeface="Jost"/>
                <a:cs typeface="Jost"/>
                <a:sym typeface="Jost"/>
              </a:rPr>
              <a:t>In the Agent Evaluation, each agent is assessed independently. Eg., For RAG-based agents, the evaluation focuses on the core RAG components: </a:t>
            </a:r>
            <a:r>
              <a:rPr b="1" i="1" lang="en" sz="900">
                <a:solidFill>
                  <a:schemeClr val="dk1"/>
                </a:solidFill>
                <a:latin typeface="Jost"/>
                <a:ea typeface="Jost"/>
                <a:cs typeface="Jost"/>
                <a:sym typeface="Jost"/>
              </a:rPr>
              <a:t>retrieval</a:t>
            </a:r>
            <a:r>
              <a:rPr i="1" lang="en" sz="900">
                <a:solidFill>
                  <a:schemeClr val="dk1"/>
                </a:solidFill>
                <a:latin typeface="Jost"/>
                <a:ea typeface="Jost"/>
                <a:cs typeface="Jost"/>
                <a:sym typeface="Jost"/>
              </a:rPr>
              <a:t>, </a:t>
            </a:r>
            <a:r>
              <a:rPr b="1" i="1" lang="en" sz="900">
                <a:solidFill>
                  <a:schemeClr val="dk1"/>
                </a:solidFill>
                <a:latin typeface="Jost"/>
                <a:ea typeface="Jost"/>
                <a:cs typeface="Jost"/>
                <a:sym typeface="Jost"/>
              </a:rPr>
              <a:t>context</a:t>
            </a:r>
            <a:r>
              <a:rPr i="1" lang="en" sz="900">
                <a:solidFill>
                  <a:schemeClr val="dk1"/>
                </a:solidFill>
                <a:latin typeface="Jost"/>
                <a:ea typeface="Jost"/>
                <a:cs typeface="Jost"/>
                <a:sym typeface="Jost"/>
              </a:rPr>
              <a:t>, and </a:t>
            </a:r>
            <a:r>
              <a:rPr b="1" i="1" lang="en" sz="900">
                <a:solidFill>
                  <a:schemeClr val="dk1"/>
                </a:solidFill>
                <a:latin typeface="Jost"/>
                <a:ea typeface="Jost"/>
                <a:cs typeface="Jost"/>
                <a:sym typeface="Jost"/>
              </a:rPr>
              <a:t>response quality</a:t>
            </a:r>
            <a:r>
              <a:rPr i="1" lang="en" sz="900">
                <a:solidFill>
                  <a:schemeClr val="dk1"/>
                </a:solidFill>
                <a:latin typeface="Jost"/>
                <a:ea typeface="Jost"/>
                <a:cs typeface="Jost"/>
                <a:sym typeface="Jost"/>
              </a:rPr>
              <a:t>, using metrics such as </a:t>
            </a:r>
            <a:r>
              <a:rPr b="1" i="1" lang="en" sz="900">
                <a:solidFill>
                  <a:schemeClr val="dk1"/>
                </a:solidFill>
                <a:latin typeface="Jost"/>
                <a:ea typeface="Jost"/>
                <a:cs typeface="Jost"/>
                <a:sym typeface="Jost"/>
              </a:rPr>
              <a:t>Cosine Similarity</a:t>
            </a:r>
            <a:r>
              <a:rPr i="1" lang="en" sz="900">
                <a:solidFill>
                  <a:schemeClr val="dk1"/>
                </a:solidFill>
                <a:latin typeface="Jost"/>
                <a:ea typeface="Jost"/>
                <a:cs typeface="Jost"/>
                <a:sym typeface="Jost"/>
              </a:rPr>
              <a:t>, </a:t>
            </a:r>
            <a:r>
              <a:rPr b="1" i="1" lang="en" sz="900">
                <a:solidFill>
                  <a:schemeClr val="dk1"/>
                </a:solidFill>
                <a:latin typeface="Jost"/>
                <a:ea typeface="Jost"/>
                <a:cs typeface="Jost"/>
                <a:sym typeface="Jost"/>
              </a:rPr>
              <a:t>BERTScore</a:t>
            </a:r>
            <a:r>
              <a:rPr i="1" lang="en" sz="900">
                <a:solidFill>
                  <a:schemeClr val="dk1"/>
                </a:solidFill>
                <a:latin typeface="Jost"/>
                <a:ea typeface="Jost"/>
                <a:cs typeface="Jost"/>
                <a:sym typeface="Jost"/>
              </a:rPr>
              <a:t>, </a:t>
            </a:r>
            <a:r>
              <a:rPr b="1" i="1" lang="en" sz="900">
                <a:solidFill>
                  <a:schemeClr val="dk1"/>
                </a:solidFill>
                <a:latin typeface="Jost"/>
                <a:ea typeface="Jost"/>
                <a:cs typeface="Jost"/>
                <a:sym typeface="Jost"/>
              </a:rPr>
              <a:t>Recall@K</a:t>
            </a:r>
            <a:r>
              <a:rPr i="1" lang="en" sz="900">
                <a:solidFill>
                  <a:schemeClr val="dk1"/>
                </a:solidFill>
                <a:latin typeface="Jost"/>
                <a:ea typeface="Jost"/>
                <a:cs typeface="Jost"/>
                <a:sym typeface="Jost"/>
              </a:rPr>
              <a:t>, and </a:t>
            </a:r>
            <a:r>
              <a:rPr b="1" i="1" lang="en" sz="900">
                <a:solidFill>
                  <a:schemeClr val="dk1"/>
                </a:solidFill>
                <a:latin typeface="Jost"/>
                <a:ea typeface="Jost"/>
                <a:cs typeface="Jost"/>
                <a:sym typeface="Jost"/>
              </a:rPr>
              <a:t>RAGAS</a:t>
            </a:r>
            <a:r>
              <a:rPr i="1" lang="en" sz="900">
                <a:solidFill>
                  <a:schemeClr val="dk1"/>
                </a:solidFill>
                <a:latin typeface="Jost"/>
                <a:ea typeface="Jost"/>
                <a:cs typeface="Jost"/>
                <a:sym typeface="Jost"/>
              </a:rPr>
              <a:t> (covering conciseness, completeness, and moderation checks).</a:t>
            </a:r>
            <a:endParaRPr i="1" sz="900">
              <a:solidFill>
                <a:schemeClr val="dk1"/>
              </a:solidFill>
              <a:latin typeface="Jost"/>
              <a:ea typeface="Jost"/>
              <a:cs typeface="Jost"/>
              <a:sym typeface="Jost"/>
            </a:endParaRPr>
          </a:p>
          <a:p>
            <a:pPr indent="0" lvl="0" marL="0" rtl="0" algn="just">
              <a:lnSpc>
                <a:spcPct val="115000"/>
              </a:lnSpc>
              <a:spcBef>
                <a:spcPts val="1500"/>
              </a:spcBef>
              <a:spcAft>
                <a:spcPts val="1500"/>
              </a:spcAft>
              <a:buClr>
                <a:schemeClr val="dk1"/>
              </a:buClr>
              <a:buSzPts val="1100"/>
              <a:buFont typeface="Arial"/>
              <a:buNone/>
            </a:pPr>
            <a:r>
              <a:rPr i="1" lang="en" sz="900">
                <a:solidFill>
                  <a:schemeClr val="dk1"/>
                </a:solidFill>
                <a:latin typeface="Jost"/>
                <a:ea typeface="Jost"/>
                <a:cs typeface="Jost"/>
                <a:sym typeface="Jost"/>
              </a:rPr>
              <a:t>Other agents, such as the analysis agent, are evaluated through </a:t>
            </a:r>
            <a:r>
              <a:rPr b="1" i="1" lang="en" sz="900">
                <a:solidFill>
                  <a:schemeClr val="dk1"/>
                </a:solidFill>
                <a:latin typeface="Jost"/>
                <a:ea typeface="Jost"/>
                <a:cs typeface="Jost"/>
                <a:sym typeface="Jost"/>
              </a:rPr>
              <a:t>LLM-as-a-Judge</a:t>
            </a:r>
            <a:r>
              <a:rPr i="1" lang="en" sz="900">
                <a:solidFill>
                  <a:schemeClr val="dk1"/>
                </a:solidFill>
                <a:latin typeface="Jost"/>
                <a:ea typeface="Jost"/>
                <a:cs typeface="Jost"/>
                <a:sym typeface="Jost"/>
              </a:rPr>
              <a:t> for tasks like Excel analysis and code generation accuracy. Additionally, </a:t>
            </a:r>
            <a:r>
              <a:rPr b="1" i="1" lang="en" sz="900">
                <a:solidFill>
                  <a:schemeClr val="dk1"/>
                </a:solidFill>
                <a:latin typeface="Jost"/>
                <a:ea typeface="Jost"/>
                <a:cs typeface="Jost"/>
                <a:sym typeface="Jost"/>
              </a:rPr>
              <a:t>latency evaluation</a:t>
            </a:r>
            <a:r>
              <a:rPr i="1" lang="en" sz="900">
                <a:solidFill>
                  <a:schemeClr val="dk1"/>
                </a:solidFill>
                <a:latin typeface="Jost"/>
                <a:ea typeface="Jost"/>
                <a:cs typeface="Jost"/>
                <a:sym typeface="Jost"/>
              </a:rPr>
              <a:t> is conducted across versions, and any significant deviation beyond a predefined threshold triggers optimization measures to maintain performance and efficiency.</a:t>
            </a:r>
            <a:endParaRPr i="1" sz="900">
              <a:solidFill>
                <a:schemeClr val="dk1"/>
              </a:solidFill>
              <a:latin typeface="Jost"/>
              <a:ea typeface="Jost"/>
              <a:cs typeface="Jost"/>
              <a:sym typeface="Jost"/>
            </a:endParaRPr>
          </a:p>
        </p:txBody>
      </p:sp>
      <p:sp>
        <p:nvSpPr>
          <p:cNvPr id="862" name="Google Shape;862;p33"/>
          <p:cNvSpPr txBox="1"/>
          <p:nvPr/>
        </p:nvSpPr>
        <p:spPr>
          <a:xfrm>
            <a:off x="7210175" y="1390435"/>
            <a:ext cx="1820400" cy="2816700"/>
          </a:xfrm>
          <a:prstGeom prst="rect">
            <a:avLst/>
          </a:prstGeom>
          <a:noFill/>
          <a:ln>
            <a:noFill/>
          </a:ln>
        </p:spPr>
        <p:txBody>
          <a:bodyPr anchorCtr="0" anchor="ctr" bIns="91425" lIns="91425" spcFirstLastPara="1" rIns="91425" wrap="square" tIns="91425">
            <a:spAutoFit/>
          </a:bodyPr>
          <a:lstStyle/>
          <a:p>
            <a:pPr indent="0" lvl="0" marL="0" rtl="0" algn="l">
              <a:spcBef>
                <a:spcPts val="0"/>
              </a:spcBef>
              <a:spcAft>
                <a:spcPts val="0"/>
              </a:spcAft>
              <a:buNone/>
            </a:pPr>
            <a:r>
              <a:rPr i="1" lang="en" sz="900">
                <a:solidFill>
                  <a:srgbClr val="595959"/>
                </a:solidFill>
                <a:latin typeface="Jost Medium"/>
                <a:ea typeface="Jost Medium"/>
                <a:cs typeface="Jost Medium"/>
                <a:sym typeface="Jost Medium"/>
              </a:rPr>
              <a:t>Post-deployment, user feedback is analyzed and categorized into Agent Feedback and Orchestration Feedback. Agent-specific feedback is mapped to the respective agent and logged in the Feedback DB.</a:t>
            </a:r>
            <a:endParaRPr i="1" sz="900">
              <a:solidFill>
                <a:srgbClr val="595959"/>
              </a:solidFill>
              <a:latin typeface="Jost Medium"/>
              <a:ea typeface="Jost Medium"/>
              <a:cs typeface="Jost Medium"/>
              <a:sym typeface="Jost Medium"/>
            </a:endParaRPr>
          </a:p>
          <a:p>
            <a:pPr indent="0" lvl="0" marL="0" rtl="0" algn="l">
              <a:spcBef>
                <a:spcPts val="0"/>
              </a:spcBef>
              <a:spcAft>
                <a:spcPts val="0"/>
              </a:spcAft>
              <a:buNone/>
            </a:pPr>
            <a:r>
              <a:t/>
            </a:r>
            <a:endParaRPr i="1" sz="900">
              <a:solidFill>
                <a:srgbClr val="595959"/>
              </a:solidFill>
              <a:latin typeface="Jost Medium"/>
              <a:ea typeface="Jost Medium"/>
              <a:cs typeface="Jost Medium"/>
              <a:sym typeface="Jost Medium"/>
            </a:endParaRPr>
          </a:p>
          <a:p>
            <a:pPr indent="0" lvl="0" marL="0" rtl="0" algn="l">
              <a:spcBef>
                <a:spcPts val="0"/>
              </a:spcBef>
              <a:spcAft>
                <a:spcPts val="0"/>
              </a:spcAft>
              <a:buNone/>
            </a:pPr>
            <a:r>
              <a:rPr i="1" lang="en" sz="900">
                <a:solidFill>
                  <a:srgbClr val="595959"/>
                </a:solidFill>
                <a:latin typeface="Jost Medium"/>
                <a:ea typeface="Jost Medium"/>
                <a:cs typeface="Jost Medium"/>
                <a:sym typeface="Jost Medium"/>
              </a:rPr>
              <a:t>Each agent is monitored for drift, latency, accuracy, and performance. The orchestration layer is also evaluated for routing quality and decision accuracy. When drift or inefficiencies are detected, corrective actions such as prompt tuning or fine-tuning are applied to ensure optimal system behavior.</a:t>
            </a:r>
            <a:endParaRPr i="1" sz="900">
              <a:solidFill>
                <a:srgbClr val="595959"/>
              </a:solidFill>
              <a:latin typeface="Jost Medium"/>
              <a:ea typeface="Jost Medium"/>
              <a:cs typeface="Jost Medium"/>
              <a:sym typeface="Jost Medium"/>
            </a:endParaRPr>
          </a:p>
        </p:txBody>
      </p:sp>
      <p:sp>
        <p:nvSpPr>
          <p:cNvPr id="863" name="Google Shape;863;p33"/>
          <p:cNvSpPr txBox="1"/>
          <p:nvPr/>
        </p:nvSpPr>
        <p:spPr>
          <a:xfrm>
            <a:off x="8028138" y="613450"/>
            <a:ext cx="1307100" cy="44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000">
                <a:solidFill>
                  <a:srgbClr val="FF0000"/>
                </a:solidFill>
              </a:rPr>
              <a:t>**Confidential**</a:t>
            </a:r>
            <a:endParaRPr b="1" sz="1000">
              <a:solidFill>
                <a:srgbClr val="FF0000"/>
              </a:solidFill>
            </a:endParaRPr>
          </a:p>
        </p:txBody>
      </p:sp>
      <p:sp>
        <p:nvSpPr>
          <p:cNvPr id="864" name="Google Shape;864;p33"/>
          <p:cNvSpPr/>
          <p:nvPr/>
        </p:nvSpPr>
        <p:spPr>
          <a:xfrm>
            <a:off x="185700" y="91350"/>
            <a:ext cx="8740200" cy="486600"/>
          </a:xfrm>
          <a:prstGeom prst="roundRect">
            <a:avLst>
              <a:gd fmla="val 16667" name="adj"/>
            </a:avLst>
          </a:prstGeom>
          <a:solidFill>
            <a:srgbClr val="0062A5"/>
          </a:solidFill>
          <a:ln cap="flat" cmpd="sng" w="9525">
            <a:solidFill>
              <a:srgbClr val="0062A5"/>
            </a:solidFill>
            <a:prstDash val="solid"/>
            <a:round/>
            <a:headEnd len="sm" w="sm" type="none"/>
            <a:tailEnd len="sm" w="sm" type="none"/>
          </a:ln>
        </p:spPr>
        <p:txBody>
          <a:bodyPr anchorCtr="0" anchor="ctr" bIns="0" lIns="91425" spcFirstLastPara="1" rIns="91425" wrap="square" tIns="0">
            <a:noAutofit/>
          </a:bodyPr>
          <a:lstStyle/>
          <a:p>
            <a:pPr indent="0" lvl="0" marL="0" rtl="0" algn="l">
              <a:lnSpc>
                <a:spcPct val="108000"/>
              </a:lnSpc>
              <a:spcBef>
                <a:spcPts val="0"/>
              </a:spcBef>
              <a:spcAft>
                <a:spcPts val="0"/>
              </a:spcAft>
              <a:buNone/>
            </a:pPr>
            <a:r>
              <a:rPr b="1" lang="en" sz="1800">
                <a:solidFill>
                  <a:srgbClr val="FFFFFF"/>
                </a:solidFill>
                <a:latin typeface="Jost"/>
                <a:ea typeface="Jost"/>
                <a:cs typeface="Jost"/>
                <a:sym typeface="Jost"/>
              </a:rPr>
              <a:t>PIE: Performance Evaluation &amp; Monitoring</a:t>
            </a:r>
            <a:endParaRPr b="1" sz="1800">
              <a:solidFill>
                <a:srgbClr val="FFFFFF"/>
              </a:solidFill>
              <a:latin typeface="Jost"/>
              <a:ea typeface="Jost"/>
              <a:cs typeface="Jost"/>
              <a:sym typeface="Jost"/>
            </a:endParaRPr>
          </a:p>
        </p:txBody>
      </p:sp>
      <p:sp>
        <p:nvSpPr>
          <p:cNvPr id="865" name="Google Shape;865;p33"/>
          <p:cNvSpPr txBox="1"/>
          <p:nvPr>
            <p:ph idx="12" type="sldNum"/>
          </p:nvPr>
        </p:nvSpPr>
        <p:spPr>
          <a:xfrm>
            <a:off x="8472458" y="4663217"/>
            <a:ext cx="548700" cy="393600"/>
          </a:xfrm>
          <a:prstGeom prst="rect">
            <a:avLst/>
          </a:prstGeom>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en" sz="1200">
                <a:latin typeface="Jost"/>
                <a:ea typeface="Jost"/>
                <a:cs typeface="Jost"/>
                <a:sym typeface="Jost"/>
              </a:rPr>
              <a:t>‹#›</a:t>
            </a:fld>
            <a:endParaRPr sz="1200">
              <a:latin typeface="Jost"/>
              <a:ea typeface="Jost"/>
              <a:cs typeface="Jost"/>
              <a:sym typeface="Jost"/>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9" name="Shape 869"/>
        <p:cNvGrpSpPr/>
        <p:nvPr/>
      </p:nvGrpSpPr>
      <p:grpSpPr>
        <a:xfrm>
          <a:off x="0" y="0"/>
          <a:ext cx="0" cy="0"/>
          <a:chOff x="0" y="0"/>
          <a:chExt cx="0" cy="0"/>
        </a:xfrm>
      </p:grpSpPr>
      <p:sp>
        <p:nvSpPr>
          <p:cNvPr id="870" name="Google Shape;870;p34"/>
          <p:cNvSpPr txBox="1"/>
          <p:nvPr/>
        </p:nvSpPr>
        <p:spPr>
          <a:xfrm>
            <a:off x="286750" y="3625000"/>
            <a:ext cx="5965200" cy="1200600"/>
          </a:xfrm>
          <a:prstGeom prst="rect">
            <a:avLst/>
          </a:prstGeom>
          <a:noFill/>
          <a:ln>
            <a:noFill/>
          </a:ln>
        </p:spPr>
        <p:txBody>
          <a:bodyPr anchorCtr="0" anchor="t" bIns="91425" lIns="91425" spcFirstLastPara="1" rIns="91425" wrap="square" tIns="91425">
            <a:spAutoFit/>
          </a:bodyPr>
          <a:lstStyle/>
          <a:p>
            <a:pPr indent="-298450" lvl="0" marL="457200" rtl="0" algn="l">
              <a:spcBef>
                <a:spcPts val="0"/>
              </a:spcBef>
              <a:spcAft>
                <a:spcPts val="0"/>
              </a:spcAft>
              <a:buClr>
                <a:srgbClr val="1D5A9C"/>
              </a:buClr>
              <a:buSzPts val="1100"/>
              <a:buFont typeface="Jost"/>
              <a:buChar char="-"/>
            </a:pPr>
            <a:r>
              <a:rPr i="1" lang="en" sz="1100">
                <a:solidFill>
                  <a:srgbClr val="1D5A9C"/>
                </a:solidFill>
                <a:latin typeface="Jost"/>
                <a:ea typeface="Jost"/>
                <a:cs typeface="Jost"/>
                <a:sym typeface="Jost"/>
              </a:rPr>
              <a:t>Application metrics are collected by Prometheus and visualized in Grafana. </a:t>
            </a:r>
            <a:endParaRPr i="1" sz="1100">
              <a:solidFill>
                <a:srgbClr val="1D5A9C"/>
              </a:solidFill>
              <a:latin typeface="Jost"/>
              <a:ea typeface="Jost"/>
              <a:cs typeface="Jost"/>
              <a:sym typeface="Jost"/>
            </a:endParaRPr>
          </a:p>
          <a:p>
            <a:pPr indent="-298450" lvl="0" marL="457200" rtl="0" algn="l">
              <a:spcBef>
                <a:spcPts val="0"/>
              </a:spcBef>
              <a:spcAft>
                <a:spcPts val="0"/>
              </a:spcAft>
              <a:buClr>
                <a:srgbClr val="1D5A9C"/>
              </a:buClr>
              <a:buSzPts val="1100"/>
              <a:buFont typeface="Jost"/>
              <a:buChar char="-"/>
            </a:pPr>
            <a:r>
              <a:rPr i="1" lang="en" sz="1100">
                <a:solidFill>
                  <a:srgbClr val="1D5A9C"/>
                </a:solidFill>
                <a:latin typeface="Jost"/>
                <a:ea typeface="Jost"/>
                <a:cs typeface="Jost"/>
                <a:sym typeface="Jost"/>
              </a:rPr>
              <a:t>Application logs are aggregated through Loki and stored in Loki Storage, where Grafana can also visualize them. </a:t>
            </a:r>
            <a:endParaRPr i="1" sz="1100">
              <a:solidFill>
                <a:srgbClr val="1D5A9C"/>
              </a:solidFill>
              <a:latin typeface="Jost"/>
              <a:ea typeface="Jost"/>
              <a:cs typeface="Jost"/>
              <a:sym typeface="Jost"/>
            </a:endParaRPr>
          </a:p>
          <a:p>
            <a:pPr indent="-298450" lvl="0" marL="457200" rtl="0" algn="l">
              <a:spcBef>
                <a:spcPts val="0"/>
              </a:spcBef>
              <a:spcAft>
                <a:spcPts val="0"/>
              </a:spcAft>
              <a:buClr>
                <a:srgbClr val="1D5A9C"/>
              </a:buClr>
              <a:buSzPts val="1100"/>
              <a:buFont typeface="Jost"/>
              <a:buChar char="-"/>
            </a:pPr>
            <a:r>
              <a:rPr i="1" lang="en" sz="1100">
                <a:solidFill>
                  <a:srgbClr val="1D5A9C"/>
                </a:solidFill>
                <a:latin typeface="Jost"/>
                <a:ea typeface="Jost"/>
                <a:cs typeface="Jost"/>
                <a:sym typeface="Jost"/>
              </a:rPr>
              <a:t>Separately, audit events are processed through a dedicated audit logging service, stored in an audit database, and displayed in the application UI. </a:t>
            </a:r>
            <a:endParaRPr i="1" sz="1100">
              <a:solidFill>
                <a:srgbClr val="1D5A9C"/>
              </a:solidFill>
              <a:latin typeface="Jost"/>
              <a:ea typeface="Jost"/>
              <a:cs typeface="Jost"/>
              <a:sym typeface="Jost"/>
            </a:endParaRPr>
          </a:p>
          <a:p>
            <a:pPr indent="-298450" lvl="0" marL="457200" rtl="0" algn="l">
              <a:spcBef>
                <a:spcPts val="0"/>
              </a:spcBef>
              <a:spcAft>
                <a:spcPts val="0"/>
              </a:spcAft>
              <a:buClr>
                <a:srgbClr val="1D5A9C"/>
              </a:buClr>
              <a:buSzPts val="1100"/>
              <a:buFont typeface="Jost"/>
              <a:buChar char="-"/>
            </a:pPr>
            <a:r>
              <a:rPr i="1" lang="en" sz="1100">
                <a:solidFill>
                  <a:srgbClr val="1D5A9C"/>
                </a:solidFill>
                <a:latin typeface="Jost"/>
                <a:ea typeface="Jost"/>
                <a:cs typeface="Jost"/>
                <a:sym typeface="Jost"/>
              </a:rPr>
              <a:t>For AWS services logs monitoring Cloudwatch will be utilised</a:t>
            </a:r>
            <a:endParaRPr i="1" sz="1100">
              <a:solidFill>
                <a:srgbClr val="1D5A9C"/>
              </a:solidFill>
              <a:latin typeface="Jost"/>
              <a:ea typeface="Jost"/>
              <a:cs typeface="Jost"/>
              <a:sym typeface="Jost"/>
            </a:endParaRPr>
          </a:p>
        </p:txBody>
      </p:sp>
      <p:sp>
        <p:nvSpPr>
          <p:cNvPr id="871" name="Google Shape;871;p34"/>
          <p:cNvSpPr/>
          <p:nvPr/>
        </p:nvSpPr>
        <p:spPr>
          <a:xfrm>
            <a:off x="893593" y="2109699"/>
            <a:ext cx="1179300" cy="446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latin typeface="Jost"/>
                <a:ea typeface="Jost"/>
                <a:cs typeface="Jost"/>
                <a:sym typeface="Jost"/>
              </a:rPr>
              <a:t>Application Services</a:t>
            </a:r>
            <a:endParaRPr sz="800">
              <a:latin typeface="Jost"/>
              <a:ea typeface="Jost"/>
              <a:cs typeface="Jost"/>
              <a:sym typeface="Jost"/>
            </a:endParaRPr>
          </a:p>
        </p:txBody>
      </p:sp>
      <p:sp>
        <p:nvSpPr>
          <p:cNvPr id="872" name="Google Shape;872;p34"/>
          <p:cNvSpPr/>
          <p:nvPr/>
        </p:nvSpPr>
        <p:spPr>
          <a:xfrm>
            <a:off x="5761681" y="1315336"/>
            <a:ext cx="1179300" cy="446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latin typeface="Jost"/>
                <a:ea typeface="Jost"/>
                <a:cs typeface="Jost"/>
                <a:sym typeface="Jost"/>
              </a:rPr>
              <a:t>Observable Logs</a:t>
            </a:r>
            <a:endParaRPr sz="800">
              <a:latin typeface="Jost"/>
              <a:ea typeface="Jost"/>
              <a:cs typeface="Jost"/>
              <a:sym typeface="Jost"/>
            </a:endParaRPr>
          </a:p>
        </p:txBody>
      </p:sp>
      <p:sp>
        <p:nvSpPr>
          <p:cNvPr id="873" name="Google Shape;873;p34"/>
          <p:cNvSpPr/>
          <p:nvPr/>
        </p:nvSpPr>
        <p:spPr>
          <a:xfrm>
            <a:off x="2459493" y="2867099"/>
            <a:ext cx="1139700" cy="446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latin typeface="Jost"/>
                <a:ea typeface="Jost"/>
                <a:cs typeface="Jost"/>
                <a:sym typeface="Jost"/>
              </a:rPr>
              <a:t>Audit Service</a:t>
            </a:r>
            <a:endParaRPr sz="800">
              <a:latin typeface="Jost"/>
              <a:ea typeface="Jost"/>
              <a:cs typeface="Jost"/>
              <a:sym typeface="Jost"/>
            </a:endParaRPr>
          </a:p>
        </p:txBody>
      </p:sp>
      <p:pic>
        <p:nvPicPr>
          <p:cNvPr id="874" name="Google Shape;874;p34"/>
          <p:cNvPicPr preferRelativeResize="0"/>
          <p:nvPr/>
        </p:nvPicPr>
        <p:blipFill>
          <a:blip r:embed="rId3">
            <a:alphaModFix/>
          </a:blip>
          <a:stretch>
            <a:fillRect/>
          </a:stretch>
        </p:blipFill>
        <p:spPr>
          <a:xfrm>
            <a:off x="2680493" y="1315349"/>
            <a:ext cx="448417" cy="446400"/>
          </a:xfrm>
          <a:prstGeom prst="rect">
            <a:avLst/>
          </a:prstGeom>
          <a:noFill/>
          <a:ln>
            <a:noFill/>
          </a:ln>
        </p:spPr>
      </p:pic>
      <p:cxnSp>
        <p:nvCxnSpPr>
          <p:cNvPr id="875" name="Google Shape;875;p34"/>
          <p:cNvCxnSpPr>
            <a:stCxn id="871" idx="0"/>
          </p:cNvCxnSpPr>
          <p:nvPr/>
        </p:nvCxnSpPr>
        <p:spPr>
          <a:xfrm flipH="1" rot="10800000">
            <a:off x="1483243" y="1594299"/>
            <a:ext cx="5100" cy="515400"/>
          </a:xfrm>
          <a:prstGeom prst="straightConnector1">
            <a:avLst/>
          </a:prstGeom>
          <a:noFill/>
          <a:ln cap="flat" cmpd="sng" w="9525">
            <a:solidFill>
              <a:schemeClr val="dk2"/>
            </a:solidFill>
            <a:prstDash val="solid"/>
            <a:round/>
            <a:headEnd len="med" w="med" type="none"/>
            <a:tailEnd len="med" w="med" type="none"/>
          </a:ln>
        </p:spPr>
      </p:cxnSp>
      <p:cxnSp>
        <p:nvCxnSpPr>
          <p:cNvPr id="876" name="Google Shape;876;p34"/>
          <p:cNvCxnSpPr/>
          <p:nvPr/>
        </p:nvCxnSpPr>
        <p:spPr>
          <a:xfrm>
            <a:off x="1488343" y="1575549"/>
            <a:ext cx="1139700" cy="0"/>
          </a:xfrm>
          <a:prstGeom prst="straightConnector1">
            <a:avLst/>
          </a:prstGeom>
          <a:noFill/>
          <a:ln cap="flat" cmpd="sng" w="9525">
            <a:solidFill>
              <a:schemeClr val="dk2"/>
            </a:solidFill>
            <a:prstDash val="solid"/>
            <a:round/>
            <a:headEnd len="med" w="med" type="none"/>
            <a:tailEnd len="med" w="med" type="triangle"/>
          </a:ln>
        </p:spPr>
      </p:cxnSp>
      <p:pic>
        <p:nvPicPr>
          <p:cNvPr id="877" name="Google Shape;877;p34"/>
          <p:cNvPicPr preferRelativeResize="0"/>
          <p:nvPr/>
        </p:nvPicPr>
        <p:blipFill>
          <a:blip r:embed="rId4">
            <a:alphaModFix/>
          </a:blip>
          <a:stretch>
            <a:fillRect/>
          </a:stretch>
        </p:blipFill>
        <p:spPr>
          <a:xfrm>
            <a:off x="4538806" y="1281661"/>
            <a:ext cx="516775" cy="516775"/>
          </a:xfrm>
          <a:prstGeom prst="rect">
            <a:avLst/>
          </a:prstGeom>
          <a:noFill/>
          <a:ln>
            <a:noFill/>
          </a:ln>
        </p:spPr>
      </p:pic>
      <p:cxnSp>
        <p:nvCxnSpPr>
          <p:cNvPr id="878" name="Google Shape;878;p34"/>
          <p:cNvCxnSpPr>
            <a:stCxn id="874" idx="3"/>
            <a:endCxn id="877" idx="1"/>
          </p:cNvCxnSpPr>
          <p:nvPr/>
        </p:nvCxnSpPr>
        <p:spPr>
          <a:xfrm>
            <a:off x="3128910" y="1538549"/>
            <a:ext cx="1410000" cy="1500"/>
          </a:xfrm>
          <a:prstGeom prst="straightConnector1">
            <a:avLst/>
          </a:prstGeom>
          <a:noFill/>
          <a:ln cap="flat" cmpd="sng" w="9525">
            <a:solidFill>
              <a:schemeClr val="dk2"/>
            </a:solidFill>
            <a:prstDash val="solid"/>
            <a:round/>
            <a:headEnd len="med" w="med" type="none"/>
            <a:tailEnd len="med" w="med" type="triangle"/>
          </a:ln>
        </p:spPr>
      </p:cxnSp>
      <p:cxnSp>
        <p:nvCxnSpPr>
          <p:cNvPr id="879" name="Google Shape;879;p34"/>
          <p:cNvCxnSpPr>
            <a:stCxn id="877" idx="3"/>
            <a:endCxn id="872" idx="1"/>
          </p:cNvCxnSpPr>
          <p:nvPr/>
        </p:nvCxnSpPr>
        <p:spPr>
          <a:xfrm flipH="1" rot="10800000">
            <a:off x="5055581" y="1538549"/>
            <a:ext cx="706200" cy="1500"/>
          </a:xfrm>
          <a:prstGeom prst="straightConnector1">
            <a:avLst/>
          </a:prstGeom>
          <a:noFill/>
          <a:ln cap="flat" cmpd="sng" w="9525">
            <a:solidFill>
              <a:schemeClr val="dk2"/>
            </a:solidFill>
            <a:prstDash val="solid"/>
            <a:round/>
            <a:headEnd len="med" w="med" type="none"/>
            <a:tailEnd len="med" w="med" type="triangle"/>
          </a:ln>
        </p:spPr>
      </p:cxnSp>
      <p:sp>
        <p:nvSpPr>
          <p:cNvPr id="880" name="Google Shape;880;p34"/>
          <p:cNvSpPr/>
          <p:nvPr/>
        </p:nvSpPr>
        <p:spPr>
          <a:xfrm>
            <a:off x="4207531" y="2867349"/>
            <a:ext cx="1179300" cy="446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latin typeface="Jost"/>
                <a:ea typeface="Jost"/>
                <a:cs typeface="Jost"/>
                <a:sym typeface="Jost"/>
              </a:rPr>
              <a:t>Audit Processing</a:t>
            </a:r>
            <a:endParaRPr sz="800">
              <a:latin typeface="Jost"/>
              <a:ea typeface="Jost"/>
              <a:cs typeface="Jost"/>
              <a:sym typeface="Jost"/>
            </a:endParaRPr>
          </a:p>
        </p:txBody>
      </p:sp>
      <p:cxnSp>
        <p:nvCxnSpPr>
          <p:cNvPr id="881" name="Google Shape;881;p34"/>
          <p:cNvCxnSpPr>
            <a:endCxn id="871" idx="2"/>
          </p:cNvCxnSpPr>
          <p:nvPr/>
        </p:nvCxnSpPr>
        <p:spPr>
          <a:xfrm rot="10800000">
            <a:off x="1483243" y="2556099"/>
            <a:ext cx="5100" cy="525000"/>
          </a:xfrm>
          <a:prstGeom prst="straightConnector1">
            <a:avLst/>
          </a:prstGeom>
          <a:noFill/>
          <a:ln cap="flat" cmpd="sng" w="9525">
            <a:solidFill>
              <a:schemeClr val="dk2"/>
            </a:solidFill>
            <a:prstDash val="solid"/>
            <a:round/>
            <a:headEnd len="med" w="med" type="none"/>
            <a:tailEnd len="med" w="med" type="none"/>
          </a:ln>
        </p:spPr>
      </p:cxnSp>
      <p:cxnSp>
        <p:nvCxnSpPr>
          <p:cNvPr id="882" name="Google Shape;882;p34"/>
          <p:cNvCxnSpPr>
            <a:endCxn id="873" idx="1"/>
          </p:cNvCxnSpPr>
          <p:nvPr/>
        </p:nvCxnSpPr>
        <p:spPr>
          <a:xfrm flipH="1" rot="10800000">
            <a:off x="1488393" y="3090299"/>
            <a:ext cx="971100" cy="600"/>
          </a:xfrm>
          <a:prstGeom prst="straightConnector1">
            <a:avLst/>
          </a:prstGeom>
          <a:noFill/>
          <a:ln cap="flat" cmpd="sng" w="9525">
            <a:solidFill>
              <a:schemeClr val="dk2"/>
            </a:solidFill>
            <a:prstDash val="solid"/>
            <a:round/>
            <a:headEnd len="med" w="med" type="none"/>
            <a:tailEnd len="med" w="med" type="triangle"/>
          </a:ln>
        </p:spPr>
      </p:cxnSp>
      <p:pic>
        <p:nvPicPr>
          <p:cNvPr descr="the database is an icon vector. Isolated contour symbol illustration (Provided by Getty Images)" id="883" name="Google Shape;883;p34"/>
          <p:cNvPicPr preferRelativeResize="0"/>
          <p:nvPr/>
        </p:nvPicPr>
        <p:blipFill>
          <a:blip r:embed="rId5">
            <a:alphaModFix/>
          </a:blip>
          <a:stretch>
            <a:fillRect/>
          </a:stretch>
        </p:blipFill>
        <p:spPr>
          <a:xfrm>
            <a:off x="6092943" y="2831911"/>
            <a:ext cx="516777" cy="516777"/>
          </a:xfrm>
          <a:prstGeom prst="rect">
            <a:avLst/>
          </a:prstGeom>
          <a:noFill/>
          <a:ln>
            <a:noFill/>
          </a:ln>
        </p:spPr>
      </p:pic>
      <p:sp>
        <p:nvSpPr>
          <p:cNvPr id="884" name="Google Shape;884;p34"/>
          <p:cNvSpPr/>
          <p:nvPr/>
        </p:nvSpPr>
        <p:spPr>
          <a:xfrm>
            <a:off x="7135006" y="2867349"/>
            <a:ext cx="1179300" cy="446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latin typeface="Jost"/>
                <a:ea typeface="Jost"/>
                <a:cs typeface="Jost"/>
                <a:sym typeface="Jost"/>
              </a:rPr>
              <a:t>Audit Logs shown in UI</a:t>
            </a:r>
            <a:endParaRPr sz="800">
              <a:latin typeface="Jost"/>
              <a:ea typeface="Jost"/>
              <a:cs typeface="Jost"/>
              <a:sym typeface="Jost"/>
            </a:endParaRPr>
          </a:p>
        </p:txBody>
      </p:sp>
      <p:cxnSp>
        <p:nvCxnSpPr>
          <p:cNvPr id="885" name="Google Shape;885;p34"/>
          <p:cNvCxnSpPr>
            <a:stCxn id="873" idx="3"/>
            <a:endCxn id="880" idx="1"/>
          </p:cNvCxnSpPr>
          <p:nvPr/>
        </p:nvCxnSpPr>
        <p:spPr>
          <a:xfrm>
            <a:off x="3599193" y="3090299"/>
            <a:ext cx="608400" cy="300"/>
          </a:xfrm>
          <a:prstGeom prst="straightConnector1">
            <a:avLst/>
          </a:prstGeom>
          <a:noFill/>
          <a:ln cap="flat" cmpd="sng" w="9525">
            <a:solidFill>
              <a:schemeClr val="dk2"/>
            </a:solidFill>
            <a:prstDash val="solid"/>
            <a:round/>
            <a:headEnd len="med" w="med" type="none"/>
            <a:tailEnd len="med" w="med" type="triangle"/>
          </a:ln>
        </p:spPr>
      </p:cxnSp>
      <p:cxnSp>
        <p:nvCxnSpPr>
          <p:cNvPr id="886" name="Google Shape;886;p34"/>
          <p:cNvCxnSpPr>
            <a:stCxn id="880" idx="3"/>
            <a:endCxn id="883" idx="1"/>
          </p:cNvCxnSpPr>
          <p:nvPr/>
        </p:nvCxnSpPr>
        <p:spPr>
          <a:xfrm flipH="1" rot="10800000">
            <a:off x="5386831" y="3090249"/>
            <a:ext cx="706200" cy="300"/>
          </a:xfrm>
          <a:prstGeom prst="straightConnector1">
            <a:avLst/>
          </a:prstGeom>
          <a:noFill/>
          <a:ln cap="flat" cmpd="sng" w="9525">
            <a:solidFill>
              <a:schemeClr val="dk2"/>
            </a:solidFill>
            <a:prstDash val="solid"/>
            <a:round/>
            <a:headEnd len="med" w="med" type="none"/>
            <a:tailEnd len="med" w="med" type="triangle"/>
          </a:ln>
        </p:spPr>
      </p:cxnSp>
      <p:cxnSp>
        <p:nvCxnSpPr>
          <p:cNvPr id="887" name="Google Shape;887;p34"/>
          <p:cNvCxnSpPr>
            <a:stCxn id="883" idx="3"/>
            <a:endCxn id="884" idx="1"/>
          </p:cNvCxnSpPr>
          <p:nvPr/>
        </p:nvCxnSpPr>
        <p:spPr>
          <a:xfrm>
            <a:off x="6609720" y="3090300"/>
            <a:ext cx="525300" cy="300"/>
          </a:xfrm>
          <a:prstGeom prst="straightConnector1">
            <a:avLst/>
          </a:prstGeom>
          <a:noFill/>
          <a:ln cap="flat" cmpd="sng" w="9525">
            <a:solidFill>
              <a:schemeClr val="dk2"/>
            </a:solidFill>
            <a:prstDash val="solid"/>
            <a:round/>
            <a:headEnd len="med" w="med" type="none"/>
            <a:tailEnd len="med" w="med" type="triangle"/>
          </a:ln>
        </p:spPr>
      </p:cxnSp>
      <p:pic>
        <p:nvPicPr>
          <p:cNvPr id="888" name="Google Shape;888;p34"/>
          <p:cNvPicPr preferRelativeResize="0"/>
          <p:nvPr/>
        </p:nvPicPr>
        <p:blipFill>
          <a:blip r:embed="rId6">
            <a:alphaModFix/>
          </a:blip>
          <a:stretch>
            <a:fillRect/>
          </a:stretch>
        </p:blipFill>
        <p:spPr>
          <a:xfrm>
            <a:off x="2785341" y="2108674"/>
            <a:ext cx="448425" cy="448446"/>
          </a:xfrm>
          <a:prstGeom prst="rect">
            <a:avLst/>
          </a:prstGeom>
          <a:noFill/>
          <a:ln>
            <a:noFill/>
          </a:ln>
        </p:spPr>
      </p:pic>
      <p:cxnSp>
        <p:nvCxnSpPr>
          <p:cNvPr id="889" name="Google Shape;889;p34"/>
          <p:cNvCxnSpPr>
            <a:endCxn id="888" idx="1"/>
          </p:cNvCxnSpPr>
          <p:nvPr/>
        </p:nvCxnSpPr>
        <p:spPr>
          <a:xfrm>
            <a:off x="2072841" y="2332897"/>
            <a:ext cx="712500" cy="0"/>
          </a:xfrm>
          <a:prstGeom prst="straightConnector1">
            <a:avLst/>
          </a:prstGeom>
          <a:noFill/>
          <a:ln cap="flat" cmpd="sng" w="9525">
            <a:solidFill>
              <a:schemeClr val="dk2"/>
            </a:solidFill>
            <a:prstDash val="solid"/>
            <a:round/>
            <a:headEnd len="med" w="med" type="none"/>
            <a:tailEnd len="med" w="med" type="triangle"/>
          </a:ln>
        </p:spPr>
      </p:cxnSp>
      <p:sp>
        <p:nvSpPr>
          <p:cNvPr id="890" name="Google Shape;890;p34"/>
          <p:cNvSpPr/>
          <p:nvPr/>
        </p:nvSpPr>
        <p:spPr>
          <a:xfrm>
            <a:off x="4207543" y="2109699"/>
            <a:ext cx="1179300" cy="446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latin typeface="Jost"/>
                <a:ea typeface="Jost"/>
                <a:cs typeface="Jost"/>
                <a:sym typeface="Jost"/>
              </a:rPr>
              <a:t>Loki Storage</a:t>
            </a:r>
            <a:endParaRPr sz="800">
              <a:latin typeface="Jost"/>
              <a:ea typeface="Jost"/>
              <a:cs typeface="Jost"/>
              <a:sym typeface="Jost"/>
            </a:endParaRPr>
          </a:p>
        </p:txBody>
      </p:sp>
      <p:cxnSp>
        <p:nvCxnSpPr>
          <p:cNvPr id="891" name="Google Shape;891;p34"/>
          <p:cNvCxnSpPr>
            <a:stCxn id="888" idx="3"/>
            <a:endCxn id="890" idx="1"/>
          </p:cNvCxnSpPr>
          <p:nvPr/>
        </p:nvCxnSpPr>
        <p:spPr>
          <a:xfrm>
            <a:off x="3233766" y="2332897"/>
            <a:ext cx="973800" cy="0"/>
          </a:xfrm>
          <a:prstGeom prst="straightConnector1">
            <a:avLst/>
          </a:prstGeom>
          <a:noFill/>
          <a:ln cap="flat" cmpd="sng" w="9525">
            <a:solidFill>
              <a:schemeClr val="dk2"/>
            </a:solidFill>
            <a:prstDash val="solid"/>
            <a:round/>
            <a:headEnd len="med" w="med" type="none"/>
            <a:tailEnd len="med" w="med" type="triangle"/>
          </a:ln>
        </p:spPr>
      </p:cxnSp>
      <p:cxnSp>
        <p:nvCxnSpPr>
          <p:cNvPr id="892" name="Google Shape;892;p34"/>
          <p:cNvCxnSpPr>
            <a:stCxn id="890" idx="0"/>
            <a:endCxn id="877" idx="2"/>
          </p:cNvCxnSpPr>
          <p:nvPr/>
        </p:nvCxnSpPr>
        <p:spPr>
          <a:xfrm rot="10800000">
            <a:off x="4797193" y="1798299"/>
            <a:ext cx="0" cy="311400"/>
          </a:xfrm>
          <a:prstGeom prst="straightConnector1">
            <a:avLst/>
          </a:prstGeom>
          <a:noFill/>
          <a:ln cap="flat" cmpd="sng" w="9525">
            <a:solidFill>
              <a:schemeClr val="dk2"/>
            </a:solidFill>
            <a:prstDash val="solid"/>
            <a:round/>
            <a:headEnd len="med" w="med" type="none"/>
            <a:tailEnd len="med" w="med" type="triangle"/>
          </a:ln>
        </p:spPr>
      </p:cxnSp>
      <p:sp>
        <p:nvSpPr>
          <p:cNvPr id="893" name="Google Shape;893;p34"/>
          <p:cNvSpPr txBox="1"/>
          <p:nvPr/>
        </p:nvSpPr>
        <p:spPr>
          <a:xfrm>
            <a:off x="2557906" y="1049469"/>
            <a:ext cx="693600" cy="22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dk2"/>
                </a:solidFill>
                <a:latin typeface="Jost"/>
                <a:ea typeface="Jost"/>
                <a:cs typeface="Jost"/>
                <a:sym typeface="Jost"/>
              </a:rPr>
              <a:t>Prometheus</a:t>
            </a:r>
            <a:endParaRPr sz="800">
              <a:solidFill>
                <a:schemeClr val="dk2"/>
              </a:solidFill>
              <a:latin typeface="Jost"/>
              <a:ea typeface="Jost"/>
              <a:cs typeface="Jost"/>
              <a:sym typeface="Jost"/>
            </a:endParaRPr>
          </a:p>
        </p:txBody>
      </p:sp>
      <p:sp>
        <p:nvSpPr>
          <p:cNvPr id="894" name="Google Shape;894;p34"/>
          <p:cNvSpPr txBox="1"/>
          <p:nvPr/>
        </p:nvSpPr>
        <p:spPr>
          <a:xfrm>
            <a:off x="4538906" y="1055969"/>
            <a:ext cx="693600" cy="22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dk2"/>
                </a:solidFill>
                <a:latin typeface="Jost"/>
                <a:ea typeface="Jost"/>
                <a:cs typeface="Jost"/>
                <a:sym typeface="Jost"/>
              </a:rPr>
              <a:t>Grafana</a:t>
            </a:r>
            <a:endParaRPr sz="800">
              <a:solidFill>
                <a:schemeClr val="dk2"/>
              </a:solidFill>
              <a:latin typeface="Jost"/>
              <a:ea typeface="Jost"/>
              <a:cs typeface="Jost"/>
              <a:sym typeface="Jost"/>
            </a:endParaRPr>
          </a:p>
        </p:txBody>
      </p:sp>
      <p:sp>
        <p:nvSpPr>
          <p:cNvPr id="895" name="Google Shape;895;p34"/>
          <p:cNvSpPr txBox="1"/>
          <p:nvPr/>
        </p:nvSpPr>
        <p:spPr>
          <a:xfrm>
            <a:off x="2746903" y="1887874"/>
            <a:ext cx="525300" cy="22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dk2"/>
                </a:solidFill>
                <a:latin typeface="Jost"/>
                <a:ea typeface="Jost"/>
                <a:cs typeface="Jost"/>
                <a:sym typeface="Jost"/>
              </a:rPr>
              <a:t>Loki</a:t>
            </a:r>
            <a:endParaRPr sz="800">
              <a:solidFill>
                <a:schemeClr val="dk2"/>
              </a:solidFill>
              <a:latin typeface="Jost"/>
              <a:ea typeface="Jost"/>
              <a:cs typeface="Jost"/>
              <a:sym typeface="Jost"/>
            </a:endParaRPr>
          </a:p>
        </p:txBody>
      </p:sp>
      <p:sp>
        <p:nvSpPr>
          <p:cNvPr id="896" name="Google Shape;896;p34"/>
          <p:cNvSpPr txBox="1"/>
          <p:nvPr/>
        </p:nvSpPr>
        <p:spPr>
          <a:xfrm>
            <a:off x="6019320" y="2611124"/>
            <a:ext cx="790800" cy="22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dk2"/>
                </a:solidFill>
                <a:latin typeface="Jost"/>
                <a:ea typeface="Jost"/>
                <a:cs typeface="Jost"/>
                <a:sym typeface="Jost"/>
              </a:rPr>
              <a:t>Audit DB</a:t>
            </a:r>
            <a:endParaRPr sz="800">
              <a:solidFill>
                <a:schemeClr val="dk2"/>
              </a:solidFill>
              <a:latin typeface="Jost"/>
              <a:ea typeface="Jost"/>
              <a:cs typeface="Jost"/>
              <a:sym typeface="Jost"/>
            </a:endParaRPr>
          </a:p>
        </p:txBody>
      </p:sp>
      <p:sp>
        <p:nvSpPr>
          <p:cNvPr id="897" name="Google Shape;897;p34"/>
          <p:cNvSpPr/>
          <p:nvPr/>
        </p:nvSpPr>
        <p:spPr>
          <a:xfrm>
            <a:off x="185700" y="91350"/>
            <a:ext cx="8740200" cy="486600"/>
          </a:xfrm>
          <a:prstGeom prst="roundRect">
            <a:avLst>
              <a:gd fmla="val 16667" name="adj"/>
            </a:avLst>
          </a:prstGeom>
          <a:solidFill>
            <a:srgbClr val="0062A5"/>
          </a:solidFill>
          <a:ln cap="flat" cmpd="sng" w="9525">
            <a:solidFill>
              <a:srgbClr val="0062A5"/>
            </a:solidFill>
            <a:prstDash val="solid"/>
            <a:round/>
            <a:headEnd len="sm" w="sm" type="none"/>
            <a:tailEnd len="sm" w="sm" type="none"/>
          </a:ln>
        </p:spPr>
        <p:txBody>
          <a:bodyPr anchorCtr="0" anchor="ctr" bIns="0" lIns="91425" spcFirstLastPara="1" rIns="91425" wrap="square" tIns="0">
            <a:noAutofit/>
          </a:bodyPr>
          <a:lstStyle/>
          <a:p>
            <a:pPr indent="0" lvl="0" marL="0" rtl="0" algn="l">
              <a:lnSpc>
                <a:spcPct val="108000"/>
              </a:lnSpc>
              <a:spcBef>
                <a:spcPts val="0"/>
              </a:spcBef>
              <a:spcAft>
                <a:spcPts val="0"/>
              </a:spcAft>
              <a:buNone/>
            </a:pPr>
            <a:r>
              <a:rPr b="1" lang="en" sz="1800">
                <a:solidFill>
                  <a:srgbClr val="FFFFFF"/>
                </a:solidFill>
                <a:latin typeface="Jost"/>
                <a:ea typeface="Jost"/>
                <a:cs typeface="Jost"/>
                <a:sym typeface="Jost"/>
              </a:rPr>
              <a:t>Audit Logs &amp; Monitoring</a:t>
            </a:r>
            <a:endParaRPr b="1" sz="1800">
              <a:solidFill>
                <a:srgbClr val="FFFFFF"/>
              </a:solidFill>
              <a:latin typeface="Jost"/>
              <a:ea typeface="Jost"/>
              <a:cs typeface="Jost"/>
              <a:sym typeface="Jost"/>
            </a:endParaRPr>
          </a:p>
        </p:txBody>
      </p:sp>
      <p:sp>
        <p:nvSpPr>
          <p:cNvPr id="898" name="Google Shape;898;p3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200">
                <a:latin typeface="Jost"/>
                <a:ea typeface="Jost"/>
                <a:cs typeface="Jost"/>
                <a:sym typeface="Jost"/>
              </a:rPr>
              <a:t>‹#›</a:t>
            </a:fld>
            <a:endParaRPr sz="1200">
              <a:latin typeface="Jost"/>
              <a:ea typeface="Jost"/>
              <a:cs typeface="Jost"/>
              <a:sym typeface="Jost"/>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3" name="Shape 903"/>
        <p:cNvGrpSpPr/>
        <p:nvPr/>
      </p:nvGrpSpPr>
      <p:grpSpPr>
        <a:xfrm>
          <a:off x="0" y="0"/>
          <a:ext cx="0" cy="0"/>
          <a:chOff x="0" y="0"/>
          <a:chExt cx="0" cy="0"/>
        </a:xfrm>
      </p:grpSpPr>
      <p:pic>
        <p:nvPicPr>
          <p:cNvPr id="904" name="Google Shape;904;p35"/>
          <p:cNvPicPr preferRelativeResize="0"/>
          <p:nvPr/>
        </p:nvPicPr>
        <p:blipFill rotWithShape="1">
          <a:blip r:embed="rId3">
            <a:alphaModFix/>
          </a:blip>
          <a:srcRect b="0" l="0" r="0" t="0"/>
          <a:stretch/>
        </p:blipFill>
        <p:spPr>
          <a:xfrm>
            <a:off x="0" y="0"/>
            <a:ext cx="9144003" cy="5143501"/>
          </a:xfrm>
          <a:prstGeom prst="rect">
            <a:avLst/>
          </a:prstGeom>
          <a:noFill/>
          <a:ln>
            <a:noFill/>
          </a:ln>
        </p:spPr>
      </p:pic>
      <p:pic>
        <p:nvPicPr>
          <p:cNvPr id="905" name="Google Shape;905;p35"/>
          <p:cNvPicPr preferRelativeResize="0"/>
          <p:nvPr/>
        </p:nvPicPr>
        <p:blipFill rotWithShape="1">
          <a:blip r:embed="rId4">
            <a:alphaModFix/>
          </a:blip>
          <a:srcRect b="0" l="0" r="0" t="0"/>
          <a:stretch/>
        </p:blipFill>
        <p:spPr>
          <a:xfrm>
            <a:off x="1" y="0"/>
            <a:ext cx="9144000" cy="5143501"/>
          </a:xfrm>
          <a:prstGeom prst="rect">
            <a:avLst/>
          </a:prstGeom>
          <a:noFill/>
          <a:ln>
            <a:noFill/>
          </a:ln>
        </p:spPr>
      </p:pic>
      <p:pic>
        <p:nvPicPr>
          <p:cNvPr id="906" name="Google Shape;906;p35"/>
          <p:cNvPicPr preferRelativeResize="0"/>
          <p:nvPr/>
        </p:nvPicPr>
        <p:blipFill rotWithShape="1">
          <a:blip r:embed="rId3">
            <a:alphaModFix amt="86000"/>
          </a:blip>
          <a:srcRect b="0" l="0" r="0" t="0"/>
          <a:stretch/>
        </p:blipFill>
        <p:spPr>
          <a:xfrm>
            <a:off x="-7856" y="1847658"/>
            <a:ext cx="4390671" cy="1448185"/>
          </a:xfrm>
          <a:prstGeom prst="rect">
            <a:avLst/>
          </a:prstGeom>
          <a:noFill/>
          <a:ln>
            <a:noFill/>
          </a:ln>
        </p:spPr>
      </p:pic>
      <p:sp>
        <p:nvSpPr>
          <p:cNvPr id="907" name="Google Shape;907;p35"/>
          <p:cNvSpPr txBox="1"/>
          <p:nvPr/>
        </p:nvSpPr>
        <p:spPr>
          <a:xfrm>
            <a:off x="689371" y="2154620"/>
            <a:ext cx="3168000" cy="663300"/>
          </a:xfrm>
          <a:prstGeom prst="rect">
            <a:avLst/>
          </a:prstGeom>
          <a:noFill/>
          <a:ln>
            <a:noFill/>
          </a:ln>
        </p:spPr>
        <p:txBody>
          <a:bodyPr anchorCtr="0" anchor="b" bIns="17150" lIns="34275" spcFirstLastPara="1" rIns="34275" wrap="square" tIns="17150">
            <a:noAutofit/>
          </a:bodyPr>
          <a:lstStyle/>
          <a:p>
            <a:pPr indent="0" lvl="0" marL="0" marR="0" rtl="0" algn="l">
              <a:lnSpc>
                <a:spcPct val="100000"/>
              </a:lnSpc>
              <a:spcBef>
                <a:spcPts val="0"/>
              </a:spcBef>
              <a:spcAft>
                <a:spcPts val="0"/>
              </a:spcAft>
              <a:buClr>
                <a:srgbClr val="000000"/>
              </a:buClr>
              <a:buSzPts val="3500"/>
              <a:buFont typeface="Arial"/>
              <a:buNone/>
            </a:pPr>
            <a:r>
              <a:rPr b="1" lang="en" sz="3500">
                <a:solidFill>
                  <a:schemeClr val="lt1"/>
                </a:solidFill>
                <a:latin typeface="Raleway"/>
                <a:ea typeface="Raleway"/>
                <a:cs typeface="Raleway"/>
                <a:sym typeface="Raleway"/>
              </a:rPr>
              <a:t>Q&amp;A </a:t>
            </a:r>
            <a:endParaRPr b="1" i="0" sz="3500" u="none" cap="none" strike="noStrike">
              <a:solidFill>
                <a:schemeClr val="lt1"/>
              </a:solidFill>
              <a:latin typeface="Raleway"/>
              <a:ea typeface="Raleway"/>
              <a:cs typeface="Raleway"/>
              <a:sym typeface="Raleway"/>
            </a:endParaRPr>
          </a:p>
        </p:txBody>
      </p:sp>
      <p:pic>
        <p:nvPicPr>
          <p:cNvPr descr="Picture 2" id="908" name="Google Shape;908;p35"/>
          <p:cNvPicPr preferRelativeResize="0"/>
          <p:nvPr/>
        </p:nvPicPr>
        <p:blipFill rotWithShape="1">
          <a:blip r:embed="rId5">
            <a:alphaModFix/>
          </a:blip>
          <a:srcRect b="23524" l="0" r="0" t="0"/>
          <a:stretch/>
        </p:blipFill>
        <p:spPr>
          <a:xfrm>
            <a:off x="308383" y="232712"/>
            <a:ext cx="1912899" cy="330156"/>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2" name="Shape 912"/>
        <p:cNvGrpSpPr/>
        <p:nvPr/>
      </p:nvGrpSpPr>
      <p:grpSpPr>
        <a:xfrm>
          <a:off x="0" y="0"/>
          <a:ext cx="0" cy="0"/>
          <a:chOff x="0" y="0"/>
          <a:chExt cx="0" cy="0"/>
        </a:xfrm>
      </p:grpSpPr>
      <p:pic>
        <p:nvPicPr>
          <p:cNvPr descr="header ppt.jpg" id="913" name="Google Shape;913;p36"/>
          <p:cNvPicPr preferRelativeResize="0"/>
          <p:nvPr/>
        </p:nvPicPr>
        <p:blipFill rotWithShape="1">
          <a:blip r:embed="rId3">
            <a:alphaModFix/>
          </a:blip>
          <a:srcRect b="0" l="0" r="0" t="0"/>
          <a:stretch/>
        </p:blipFill>
        <p:spPr>
          <a:xfrm>
            <a:off x="0" y="5248"/>
            <a:ext cx="9144000" cy="568954"/>
          </a:xfrm>
          <a:prstGeom prst="rect">
            <a:avLst/>
          </a:prstGeom>
          <a:noFill/>
          <a:ln>
            <a:noFill/>
          </a:ln>
        </p:spPr>
      </p:pic>
      <p:sp>
        <p:nvSpPr>
          <p:cNvPr id="914" name="Google Shape;914;p36"/>
          <p:cNvSpPr txBox="1"/>
          <p:nvPr/>
        </p:nvSpPr>
        <p:spPr>
          <a:xfrm>
            <a:off x="241538" y="80250"/>
            <a:ext cx="8902500" cy="415500"/>
          </a:xfrm>
          <a:prstGeom prst="rect">
            <a:avLst/>
          </a:prstGeom>
          <a:noFill/>
          <a:ln>
            <a:noFill/>
          </a:ln>
        </p:spPr>
        <p:txBody>
          <a:bodyPr anchorCtr="0" anchor="t" bIns="68575" lIns="68575" spcFirstLastPara="1" rIns="68575" wrap="square" tIns="68575">
            <a:spAutoFit/>
          </a:bodyPr>
          <a:lstStyle/>
          <a:p>
            <a:pPr indent="0" lvl="0" marL="0" rtl="0" algn="l">
              <a:lnSpc>
                <a:spcPct val="90000"/>
              </a:lnSpc>
              <a:spcBef>
                <a:spcPts val="0"/>
              </a:spcBef>
              <a:spcAft>
                <a:spcPts val="0"/>
              </a:spcAft>
              <a:buNone/>
            </a:pPr>
            <a:r>
              <a:rPr lang="en" sz="2000">
                <a:solidFill>
                  <a:schemeClr val="lt1"/>
                </a:solidFill>
                <a:latin typeface="Jost SemiBold"/>
                <a:ea typeface="Jost SemiBold"/>
                <a:cs typeface="Jost SemiBold"/>
                <a:sym typeface="Jost SemiBold"/>
              </a:rPr>
              <a:t>PIE: Roadmap </a:t>
            </a:r>
            <a:endParaRPr sz="2000">
              <a:solidFill>
                <a:schemeClr val="lt1"/>
              </a:solidFill>
              <a:latin typeface="Jost SemiBold"/>
              <a:ea typeface="Jost SemiBold"/>
              <a:cs typeface="Jost SemiBold"/>
              <a:sym typeface="Jost SemiBo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8" name="Shape 918"/>
        <p:cNvGrpSpPr/>
        <p:nvPr/>
      </p:nvGrpSpPr>
      <p:grpSpPr>
        <a:xfrm>
          <a:off x="0" y="0"/>
          <a:ext cx="0" cy="0"/>
          <a:chOff x="0" y="0"/>
          <a:chExt cx="0" cy="0"/>
        </a:xfrm>
      </p:grpSpPr>
      <p:pic>
        <p:nvPicPr>
          <p:cNvPr descr="header ppt.jpg" id="919" name="Google Shape;919;p37"/>
          <p:cNvPicPr preferRelativeResize="0"/>
          <p:nvPr/>
        </p:nvPicPr>
        <p:blipFill rotWithShape="1">
          <a:blip r:embed="rId3">
            <a:alphaModFix/>
          </a:blip>
          <a:srcRect b="0" l="0" r="0" t="0"/>
          <a:stretch/>
        </p:blipFill>
        <p:spPr>
          <a:xfrm>
            <a:off x="0" y="5248"/>
            <a:ext cx="9144000" cy="568955"/>
          </a:xfrm>
          <a:prstGeom prst="rect">
            <a:avLst/>
          </a:prstGeom>
          <a:noFill/>
          <a:ln>
            <a:noFill/>
          </a:ln>
        </p:spPr>
      </p:pic>
      <p:sp>
        <p:nvSpPr>
          <p:cNvPr id="920" name="Google Shape;920;p37"/>
          <p:cNvSpPr txBox="1"/>
          <p:nvPr/>
        </p:nvSpPr>
        <p:spPr>
          <a:xfrm>
            <a:off x="241538" y="80250"/>
            <a:ext cx="8902500" cy="415500"/>
          </a:xfrm>
          <a:prstGeom prst="rect">
            <a:avLst/>
          </a:prstGeom>
          <a:noFill/>
          <a:ln>
            <a:noFill/>
          </a:ln>
        </p:spPr>
        <p:txBody>
          <a:bodyPr anchorCtr="0" anchor="t" bIns="68575" lIns="68575" spcFirstLastPara="1" rIns="68575" wrap="square" tIns="68575">
            <a:spAutoFit/>
          </a:bodyPr>
          <a:lstStyle/>
          <a:p>
            <a:pPr indent="0" lvl="0" marL="0" rtl="0" algn="l">
              <a:lnSpc>
                <a:spcPct val="90000"/>
              </a:lnSpc>
              <a:spcBef>
                <a:spcPts val="0"/>
              </a:spcBef>
              <a:spcAft>
                <a:spcPts val="0"/>
              </a:spcAft>
              <a:buClr>
                <a:schemeClr val="dk1"/>
              </a:buClr>
              <a:buSzPts val="2000"/>
              <a:buFont typeface="Arial"/>
              <a:buNone/>
            </a:pPr>
            <a:r>
              <a:rPr lang="en" sz="2000">
                <a:solidFill>
                  <a:schemeClr val="lt1"/>
                </a:solidFill>
                <a:latin typeface="Jost SemiBold"/>
                <a:ea typeface="Jost SemiBold"/>
                <a:cs typeface="Jost SemiBold"/>
                <a:sym typeface="Jost SemiBold"/>
              </a:rPr>
              <a:t>Pie RBAC New User Single Sign On</a:t>
            </a:r>
            <a:endParaRPr sz="2000">
              <a:solidFill>
                <a:srgbClr val="FFFFFF"/>
              </a:solidFill>
              <a:latin typeface="Jost SemiBold"/>
              <a:ea typeface="Jost SemiBold"/>
              <a:cs typeface="Jost SemiBold"/>
              <a:sym typeface="Jost SemiBold"/>
            </a:endParaRPr>
          </a:p>
        </p:txBody>
      </p:sp>
      <p:graphicFrame>
        <p:nvGraphicFramePr>
          <p:cNvPr id="921" name="Google Shape;921;p37"/>
          <p:cNvGraphicFramePr/>
          <p:nvPr/>
        </p:nvGraphicFramePr>
        <p:xfrm>
          <a:off x="6324444" y="1831300"/>
          <a:ext cx="3000000" cy="3000000"/>
        </p:xfrm>
        <a:graphic>
          <a:graphicData uri="http://schemas.openxmlformats.org/drawingml/2006/table">
            <a:tbl>
              <a:tblPr>
                <a:noFill/>
                <a:tableStyleId>{40484C7D-7471-4AAD-849F-E383648F09FD}</a:tableStyleId>
              </a:tblPr>
              <a:tblGrid>
                <a:gridCol w="785375"/>
                <a:gridCol w="496750"/>
                <a:gridCol w="447275"/>
                <a:gridCol w="485375"/>
                <a:gridCol w="486850"/>
              </a:tblGrid>
              <a:tr h="282500">
                <a:tc>
                  <a:txBody>
                    <a:bodyPr/>
                    <a:lstStyle/>
                    <a:p>
                      <a:pPr indent="0" lvl="0" marL="0" marR="0" rtl="0" algn="ctr">
                        <a:lnSpc>
                          <a:spcPct val="100000"/>
                        </a:lnSpc>
                        <a:spcBef>
                          <a:spcPts val="0"/>
                        </a:spcBef>
                        <a:spcAft>
                          <a:spcPts val="0"/>
                        </a:spcAft>
                        <a:buClr>
                          <a:srgbClr val="000000"/>
                        </a:buClr>
                        <a:buSzPts val="900"/>
                        <a:buFont typeface="Arial"/>
                        <a:buNone/>
                      </a:pPr>
                      <a:r>
                        <a:rPr b="1" lang="en" sz="900" u="none" cap="none" strike="noStrike">
                          <a:latin typeface="Nunito"/>
                          <a:ea typeface="Nunito"/>
                          <a:cs typeface="Nunito"/>
                          <a:sym typeface="Nunito"/>
                        </a:rPr>
                        <a:t>Section</a:t>
                      </a:r>
                      <a:endParaRPr b="1" sz="900" u="none" cap="none" strike="noStrike">
                        <a:latin typeface="Nunito"/>
                        <a:ea typeface="Nunito"/>
                        <a:cs typeface="Nunito"/>
                        <a:sym typeface="Nunito"/>
                      </a:endParaRPr>
                    </a:p>
                  </a:txBody>
                  <a:tcPr marT="68575" marB="68575" marR="68575" marL="6857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2"/>
                    </a:solidFill>
                  </a:tcPr>
                </a:tc>
                <a:tc>
                  <a:txBody>
                    <a:bodyPr/>
                    <a:lstStyle/>
                    <a:p>
                      <a:pPr indent="0" lvl="0" marL="0" marR="0" rtl="0" algn="ctr">
                        <a:lnSpc>
                          <a:spcPct val="100000"/>
                        </a:lnSpc>
                        <a:spcBef>
                          <a:spcPts val="0"/>
                        </a:spcBef>
                        <a:spcAft>
                          <a:spcPts val="0"/>
                        </a:spcAft>
                        <a:buClr>
                          <a:srgbClr val="000000"/>
                        </a:buClr>
                        <a:buSzPts val="900"/>
                        <a:buFont typeface="Arial"/>
                        <a:buNone/>
                      </a:pPr>
                      <a:r>
                        <a:rPr b="1" lang="en" sz="800" u="none" cap="none" strike="noStrike">
                          <a:latin typeface="Nunito"/>
                          <a:ea typeface="Nunito"/>
                          <a:cs typeface="Nunito"/>
                          <a:sym typeface="Nunito"/>
                        </a:rPr>
                        <a:t>Create</a:t>
                      </a:r>
                      <a:endParaRPr b="1" sz="800" u="none" cap="none" strike="noStrike">
                        <a:latin typeface="Nunito"/>
                        <a:ea typeface="Nunito"/>
                        <a:cs typeface="Nunito"/>
                        <a:sym typeface="Nunito"/>
                      </a:endParaRPr>
                    </a:p>
                  </a:txBody>
                  <a:tcPr marT="68575" marB="68575" marR="68575" marL="6857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2"/>
                    </a:solidFill>
                  </a:tcPr>
                </a:tc>
                <a:tc>
                  <a:txBody>
                    <a:bodyPr/>
                    <a:lstStyle/>
                    <a:p>
                      <a:pPr indent="0" lvl="0" marL="0" marR="0" rtl="0" algn="ctr">
                        <a:lnSpc>
                          <a:spcPct val="100000"/>
                        </a:lnSpc>
                        <a:spcBef>
                          <a:spcPts val="0"/>
                        </a:spcBef>
                        <a:spcAft>
                          <a:spcPts val="0"/>
                        </a:spcAft>
                        <a:buClr>
                          <a:srgbClr val="000000"/>
                        </a:buClr>
                        <a:buSzPts val="900"/>
                        <a:buFont typeface="Arial"/>
                        <a:buNone/>
                      </a:pPr>
                      <a:r>
                        <a:rPr b="1" lang="en" sz="800" u="none" cap="none" strike="noStrike">
                          <a:latin typeface="Nunito"/>
                          <a:ea typeface="Nunito"/>
                          <a:cs typeface="Nunito"/>
                          <a:sym typeface="Nunito"/>
                        </a:rPr>
                        <a:t>Read</a:t>
                      </a:r>
                      <a:endParaRPr b="1" sz="800" u="none" cap="none" strike="noStrike">
                        <a:latin typeface="Nunito"/>
                        <a:ea typeface="Nunito"/>
                        <a:cs typeface="Nunito"/>
                        <a:sym typeface="Nunito"/>
                      </a:endParaRPr>
                    </a:p>
                  </a:txBody>
                  <a:tcPr marT="68575" marB="68575" marR="68575" marL="6857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2"/>
                    </a:solidFill>
                  </a:tcPr>
                </a:tc>
                <a:tc>
                  <a:txBody>
                    <a:bodyPr/>
                    <a:lstStyle/>
                    <a:p>
                      <a:pPr indent="0" lvl="0" marL="0" marR="0" rtl="0" algn="ctr">
                        <a:lnSpc>
                          <a:spcPct val="100000"/>
                        </a:lnSpc>
                        <a:spcBef>
                          <a:spcPts val="0"/>
                        </a:spcBef>
                        <a:spcAft>
                          <a:spcPts val="0"/>
                        </a:spcAft>
                        <a:buClr>
                          <a:srgbClr val="000000"/>
                        </a:buClr>
                        <a:buSzPts val="900"/>
                        <a:buFont typeface="Arial"/>
                        <a:buNone/>
                      </a:pPr>
                      <a:r>
                        <a:rPr b="1" lang="en" sz="800" u="none" cap="none" strike="noStrike">
                          <a:latin typeface="Nunito"/>
                          <a:ea typeface="Nunito"/>
                          <a:cs typeface="Nunito"/>
                          <a:sym typeface="Nunito"/>
                        </a:rPr>
                        <a:t>Update</a:t>
                      </a:r>
                      <a:endParaRPr b="1" sz="800" u="none" cap="none" strike="noStrike">
                        <a:latin typeface="Nunito"/>
                        <a:ea typeface="Nunito"/>
                        <a:cs typeface="Nunito"/>
                        <a:sym typeface="Nunito"/>
                      </a:endParaRPr>
                    </a:p>
                  </a:txBody>
                  <a:tcPr marT="68575" marB="68575" marR="68575" marL="6857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2"/>
                    </a:solidFill>
                  </a:tcPr>
                </a:tc>
                <a:tc>
                  <a:txBody>
                    <a:bodyPr/>
                    <a:lstStyle/>
                    <a:p>
                      <a:pPr indent="0" lvl="0" marL="0" marR="0" rtl="0" algn="ctr">
                        <a:lnSpc>
                          <a:spcPct val="100000"/>
                        </a:lnSpc>
                        <a:spcBef>
                          <a:spcPts val="0"/>
                        </a:spcBef>
                        <a:spcAft>
                          <a:spcPts val="0"/>
                        </a:spcAft>
                        <a:buClr>
                          <a:srgbClr val="000000"/>
                        </a:buClr>
                        <a:buSzPts val="900"/>
                        <a:buFont typeface="Arial"/>
                        <a:buNone/>
                      </a:pPr>
                      <a:r>
                        <a:rPr b="1" lang="en" sz="800" u="none" cap="none" strike="noStrike">
                          <a:latin typeface="Nunito"/>
                          <a:ea typeface="Nunito"/>
                          <a:cs typeface="Nunito"/>
                          <a:sym typeface="Nunito"/>
                        </a:rPr>
                        <a:t>Delete</a:t>
                      </a:r>
                      <a:endParaRPr b="1" sz="800" u="none" cap="none" strike="noStrike">
                        <a:latin typeface="Nunito"/>
                        <a:ea typeface="Nunito"/>
                        <a:cs typeface="Nunito"/>
                        <a:sym typeface="Nunito"/>
                      </a:endParaRPr>
                    </a:p>
                  </a:txBody>
                  <a:tcPr marT="68575" marB="68575" marR="68575" marL="6857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2"/>
                    </a:solidFill>
                  </a:tcPr>
                </a:tc>
              </a:tr>
              <a:tr h="481700">
                <a:tc>
                  <a:txBody>
                    <a:bodyPr/>
                    <a:lstStyle/>
                    <a:p>
                      <a:pPr indent="0" lvl="0" marL="0" marR="0" rtl="0" algn="l">
                        <a:lnSpc>
                          <a:spcPct val="100000"/>
                        </a:lnSpc>
                        <a:spcBef>
                          <a:spcPts val="0"/>
                        </a:spcBef>
                        <a:spcAft>
                          <a:spcPts val="0"/>
                        </a:spcAft>
                        <a:buClr>
                          <a:srgbClr val="000000"/>
                        </a:buClr>
                        <a:buSzPts val="1100"/>
                        <a:buFont typeface="Arial"/>
                        <a:buNone/>
                      </a:pPr>
                      <a:r>
                        <a:rPr lang="en" sz="800" u="none" cap="none" strike="noStrike">
                          <a:latin typeface="Nunito"/>
                          <a:ea typeface="Nunito"/>
                          <a:cs typeface="Nunito"/>
                          <a:sym typeface="Nunito"/>
                        </a:rPr>
                        <a:t>Organization</a:t>
                      </a:r>
                      <a:endParaRPr sz="800" u="none" cap="none" strike="noStrike">
                        <a:latin typeface="Nunito"/>
                        <a:ea typeface="Nunito"/>
                        <a:cs typeface="Nunito"/>
                        <a:sym typeface="Nunito"/>
                      </a:endParaRPr>
                    </a:p>
                  </a:txBody>
                  <a:tcPr marT="68575" marB="68575" marR="68575" marL="6857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t/>
                      </a:r>
                      <a:endParaRPr sz="1100" u="none" cap="none" strike="noStrike"/>
                    </a:p>
                  </a:txBody>
                  <a:tcPr marT="68575" marB="68575" marR="68575" marL="6857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t/>
                      </a:r>
                      <a:endParaRPr sz="1100" u="none" cap="none" strike="noStrike"/>
                    </a:p>
                  </a:txBody>
                  <a:tcPr marT="68575" marB="68575" marR="68575" marL="6857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i="1" sz="800" u="none" cap="none" strike="noStrike">
                        <a:solidFill>
                          <a:schemeClr val="dk1"/>
                        </a:solidFill>
                        <a:latin typeface="Nunito"/>
                        <a:ea typeface="Nunito"/>
                        <a:cs typeface="Nunito"/>
                        <a:sym typeface="Nunito"/>
                      </a:endParaRPr>
                    </a:p>
                  </a:txBody>
                  <a:tcPr marT="68575" marB="68575" marR="68575" marL="6857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i="1" sz="800" u="none" cap="none" strike="noStrike">
                        <a:solidFill>
                          <a:schemeClr val="dk1"/>
                        </a:solidFill>
                        <a:latin typeface="Nunito"/>
                        <a:ea typeface="Nunito"/>
                        <a:cs typeface="Nunito"/>
                        <a:sym typeface="Nunito"/>
                      </a:endParaRPr>
                    </a:p>
                  </a:txBody>
                  <a:tcPr marT="68575" marB="68575" marR="68575" marL="6857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565900">
                <a:tc>
                  <a:txBody>
                    <a:bodyPr/>
                    <a:lstStyle/>
                    <a:p>
                      <a:pPr indent="0" lvl="0" marL="0" marR="0" rtl="0" algn="l">
                        <a:lnSpc>
                          <a:spcPct val="100000"/>
                        </a:lnSpc>
                        <a:spcBef>
                          <a:spcPts val="0"/>
                        </a:spcBef>
                        <a:spcAft>
                          <a:spcPts val="0"/>
                        </a:spcAft>
                        <a:buClr>
                          <a:srgbClr val="000000"/>
                        </a:buClr>
                        <a:buSzPts val="1100"/>
                        <a:buFont typeface="Arial"/>
                        <a:buNone/>
                      </a:pPr>
                      <a:r>
                        <a:rPr lang="en" sz="800" u="none" cap="none" strike="noStrike">
                          <a:latin typeface="Nunito"/>
                          <a:ea typeface="Nunito"/>
                          <a:cs typeface="Nunito"/>
                          <a:sym typeface="Nunito"/>
                        </a:rPr>
                        <a:t>GPT Store</a:t>
                      </a:r>
                      <a:endParaRPr sz="800" u="none" cap="none" strike="noStrike">
                        <a:latin typeface="Nunito"/>
                        <a:ea typeface="Nunito"/>
                        <a:cs typeface="Nunito"/>
                        <a:sym typeface="Nunito"/>
                      </a:endParaRPr>
                    </a:p>
                  </a:txBody>
                  <a:tcPr marT="68575" marB="68575" marR="68575" marL="6857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t/>
                      </a:r>
                      <a:endParaRPr sz="1100" u="none" cap="none" strike="noStrike"/>
                    </a:p>
                  </a:txBody>
                  <a:tcPr marT="68575" marB="68575" marR="68575" marL="6857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t/>
                      </a:r>
                      <a:endParaRPr sz="1100" u="none" cap="none" strike="noStrike"/>
                    </a:p>
                  </a:txBody>
                  <a:tcPr marT="68575" marB="68575" marR="68575" marL="6857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i="1" sz="800" u="none" cap="none" strike="noStrike">
                        <a:solidFill>
                          <a:schemeClr val="dk1"/>
                        </a:solidFill>
                        <a:latin typeface="Nunito"/>
                        <a:ea typeface="Nunito"/>
                        <a:cs typeface="Nunito"/>
                        <a:sym typeface="Nunito"/>
                      </a:endParaRPr>
                    </a:p>
                  </a:txBody>
                  <a:tcPr marT="68575" marB="68575" marR="68575" marL="6857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i="1" sz="800" u="none" cap="none" strike="noStrike">
                        <a:solidFill>
                          <a:schemeClr val="dk1"/>
                        </a:solidFill>
                        <a:latin typeface="Nunito"/>
                        <a:ea typeface="Nunito"/>
                        <a:cs typeface="Nunito"/>
                        <a:sym typeface="Nunito"/>
                      </a:endParaRPr>
                    </a:p>
                  </a:txBody>
                  <a:tcPr marT="68575" marB="68575" marR="68575" marL="6857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449975">
                <a:tc>
                  <a:txBody>
                    <a:bodyPr/>
                    <a:lstStyle/>
                    <a:p>
                      <a:pPr indent="0" lvl="0" marL="0" marR="0" rtl="0" algn="l">
                        <a:lnSpc>
                          <a:spcPct val="100000"/>
                        </a:lnSpc>
                        <a:spcBef>
                          <a:spcPts val="0"/>
                        </a:spcBef>
                        <a:spcAft>
                          <a:spcPts val="0"/>
                        </a:spcAft>
                        <a:buClr>
                          <a:srgbClr val="000000"/>
                        </a:buClr>
                        <a:buSzPts val="1100"/>
                        <a:buFont typeface="Arial"/>
                        <a:buNone/>
                      </a:pPr>
                      <a:r>
                        <a:rPr lang="en" sz="800" u="none" cap="none" strike="noStrike">
                          <a:latin typeface="Nunito"/>
                          <a:ea typeface="Nunito"/>
                          <a:cs typeface="Nunito"/>
                          <a:sym typeface="Nunito"/>
                        </a:rPr>
                        <a:t>Departments</a:t>
                      </a:r>
                      <a:br>
                        <a:rPr lang="en" sz="800" u="none" cap="none" strike="noStrike">
                          <a:latin typeface="Nunito"/>
                          <a:ea typeface="Nunito"/>
                          <a:cs typeface="Nunito"/>
                          <a:sym typeface="Nunito"/>
                        </a:rPr>
                      </a:br>
                      <a:r>
                        <a:rPr lang="en" sz="800" u="none" cap="none" strike="noStrike">
                          <a:latin typeface="Nunito"/>
                          <a:ea typeface="Nunito"/>
                          <a:cs typeface="Nunito"/>
                          <a:sym typeface="Nunito"/>
                        </a:rPr>
                        <a:t>(dynami</a:t>
                      </a:r>
                      <a:r>
                        <a:rPr lang="en" sz="800">
                          <a:latin typeface="Nunito"/>
                          <a:ea typeface="Nunito"/>
                          <a:cs typeface="Nunito"/>
                          <a:sym typeface="Nunito"/>
                        </a:rPr>
                        <a:t>c</a:t>
                      </a:r>
                      <a:r>
                        <a:rPr lang="en" sz="800" u="none" cap="none" strike="noStrike">
                          <a:latin typeface="Nunito"/>
                          <a:ea typeface="Nunito"/>
                          <a:cs typeface="Nunito"/>
                          <a:sym typeface="Nunito"/>
                        </a:rPr>
                        <a:t>)</a:t>
                      </a:r>
                      <a:endParaRPr sz="800" u="none" cap="none" strike="noStrike">
                        <a:latin typeface="Nunito"/>
                        <a:ea typeface="Nunito"/>
                        <a:cs typeface="Nunito"/>
                        <a:sym typeface="Nunito"/>
                      </a:endParaRPr>
                    </a:p>
                  </a:txBody>
                  <a:tcPr marT="68575" marB="68575" marR="68575" marL="6857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t/>
                      </a:r>
                      <a:endParaRPr sz="1100" u="none" cap="none" strike="noStrike"/>
                    </a:p>
                  </a:txBody>
                  <a:tcPr marT="68575" marB="68575" marR="68575" marL="6857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800"/>
                        <a:buFont typeface="Arial"/>
                        <a:buNone/>
                      </a:pPr>
                      <a:r>
                        <a:t/>
                      </a:r>
                      <a:endParaRPr sz="1100" u="none" cap="none" strike="noStrike"/>
                    </a:p>
                  </a:txBody>
                  <a:tcPr marT="68575" marB="68575" marR="68575" marL="6857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i="1" sz="800" u="none" cap="none" strike="noStrike">
                        <a:solidFill>
                          <a:schemeClr val="dk1"/>
                        </a:solidFill>
                        <a:latin typeface="Nunito"/>
                        <a:ea typeface="Nunito"/>
                        <a:cs typeface="Nunito"/>
                        <a:sym typeface="Nunito"/>
                      </a:endParaRPr>
                    </a:p>
                  </a:txBody>
                  <a:tcPr marT="68575" marB="68575" marR="68575" marL="6857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i="1" sz="800" u="none" cap="none" strike="noStrike">
                        <a:solidFill>
                          <a:schemeClr val="dk1"/>
                        </a:solidFill>
                        <a:latin typeface="Nunito"/>
                        <a:ea typeface="Nunito"/>
                        <a:cs typeface="Nunito"/>
                        <a:sym typeface="Nunito"/>
                      </a:endParaRPr>
                    </a:p>
                  </a:txBody>
                  <a:tcPr marT="68575" marB="68575" marR="68575" marL="6857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534350">
                <a:tc>
                  <a:txBody>
                    <a:bodyPr/>
                    <a:lstStyle/>
                    <a:p>
                      <a:pPr indent="0" lvl="0" marL="0" marR="0" rtl="0" algn="l">
                        <a:lnSpc>
                          <a:spcPct val="100000"/>
                        </a:lnSpc>
                        <a:spcBef>
                          <a:spcPts val="0"/>
                        </a:spcBef>
                        <a:spcAft>
                          <a:spcPts val="0"/>
                        </a:spcAft>
                        <a:buClr>
                          <a:srgbClr val="000000"/>
                        </a:buClr>
                        <a:buSzPts val="1100"/>
                        <a:buFont typeface="Arial"/>
                        <a:buNone/>
                      </a:pPr>
                      <a:r>
                        <a:rPr lang="en" sz="800" u="none" cap="none" strike="noStrike">
                          <a:latin typeface="Nunito"/>
                          <a:ea typeface="Nunito"/>
                          <a:cs typeface="Nunito"/>
                          <a:sym typeface="Nunito"/>
                        </a:rPr>
                        <a:t>Sub-</a:t>
                      </a:r>
                      <a:br>
                        <a:rPr lang="en" sz="800" u="none" cap="none" strike="noStrike">
                          <a:latin typeface="Nunito"/>
                          <a:ea typeface="Nunito"/>
                          <a:cs typeface="Nunito"/>
                          <a:sym typeface="Nunito"/>
                        </a:rPr>
                      </a:br>
                      <a:r>
                        <a:rPr lang="en" sz="800" u="none" cap="none" strike="noStrike">
                          <a:latin typeface="Nunito"/>
                          <a:ea typeface="Nunito"/>
                          <a:cs typeface="Nunito"/>
                          <a:sym typeface="Nunito"/>
                        </a:rPr>
                        <a:t>Departments</a:t>
                      </a:r>
                      <a:endParaRPr sz="800" u="none" cap="none" strike="noStrike">
                        <a:latin typeface="Nunito"/>
                        <a:ea typeface="Nunito"/>
                        <a:cs typeface="Nunito"/>
                        <a:sym typeface="Nunito"/>
                      </a:endParaRPr>
                    </a:p>
                    <a:p>
                      <a:pPr indent="0" lvl="0" marL="0" marR="0" rtl="0" algn="l">
                        <a:lnSpc>
                          <a:spcPct val="100000"/>
                        </a:lnSpc>
                        <a:spcBef>
                          <a:spcPts val="0"/>
                        </a:spcBef>
                        <a:spcAft>
                          <a:spcPts val="0"/>
                        </a:spcAft>
                        <a:buClr>
                          <a:srgbClr val="000000"/>
                        </a:buClr>
                        <a:buSzPts val="1100"/>
                        <a:buFont typeface="Arial"/>
                        <a:buNone/>
                      </a:pPr>
                      <a:r>
                        <a:rPr lang="en" sz="800">
                          <a:latin typeface="Nunito"/>
                          <a:ea typeface="Nunito"/>
                          <a:cs typeface="Nunito"/>
                          <a:sym typeface="Nunito"/>
                        </a:rPr>
                        <a:t>(dynamic)</a:t>
                      </a:r>
                      <a:endParaRPr sz="800">
                        <a:latin typeface="Nunito"/>
                        <a:ea typeface="Nunito"/>
                        <a:cs typeface="Nunito"/>
                        <a:sym typeface="Nunito"/>
                      </a:endParaRPr>
                    </a:p>
                  </a:txBody>
                  <a:tcPr marT="68575" marB="68575" marR="68575" marL="6857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t/>
                      </a:r>
                      <a:endParaRPr sz="1100" u="none" cap="none" strike="noStrike"/>
                    </a:p>
                  </a:txBody>
                  <a:tcPr marT="68575" marB="68575" marR="68575" marL="6857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t/>
                      </a:r>
                      <a:endParaRPr sz="1100" u="none" cap="none" strike="noStrike"/>
                    </a:p>
                  </a:txBody>
                  <a:tcPr marT="68575" marB="68575" marR="68575" marL="6857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i="1" sz="800" u="none" cap="none" strike="noStrike">
                        <a:solidFill>
                          <a:schemeClr val="dk1"/>
                        </a:solidFill>
                        <a:latin typeface="Nunito"/>
                        <a:ea typeface="Nunito"/>
                        <a:cs typeface="Nunito"/>
                        <a:sym typeface="Nunito"/>
                      </a:endParaRPr>
                    </a:p>
                  </a:txBody>
                  <a:tcPr marT="68575" marB="68575" marR="68575" marL="6857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i="1" sz="800" u="none" cap="none" strike="noStrike">
                        <a:solidFill>
                          <a:schemeClr val="dk1"/>
                        </a:solidFill>
                        <a:latin typeface="Nunito"/>
                        <a:ea typeface="Nunito"/>
                        <a:cs typeface="Nunito"/>
                        <a:sym typeface="Nunito"/>
                      </a:endParaRPr>
                    </a:p>
                  </a:txBody>
                  <a:tcPr marT="68575" marB="68575" marR="68575" marL="6857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
        <p:nvSpPr>
          <p:cNvPr id="922" name="Google Shape;922;p37"/>
          <p:cNvSpPr/>
          <p:nvPr/>
        </p:nvSpPr>
        <p:spPr>
          <a:xfrm>
            <a:off x="7235294" y="2273806"/>
            <a:ext cx="223800" cy="194100"/>
          </a:xfrm>
          <a:prstGeom prst="rect">
            <a:avLst/>
          </a:prstGeom>
          <a:noFill/>
          <a:ln cap="flat" cmpd="sng" w="14300">
            <a:solidFill>
              <a:srgbClr val="1D5A9C"/>
            </a:solidFill>
            <a:prstDash val="solid"/>
            <a:round/>
            <a:headEnd len="sm" w="sm" type="none"/>
            <a:tailEnd len="sm" w="sm" type="none"/>
          </a:ln>
        </p:spPr>
        <p:txBody>
          <a:bodyPr anchorCtr="0" anchor="ctr" bIns="45725" lIns="45725" spcFirstLastPara="1" rIns="45725" wrap="square" tIns="45725">
            <a:noAutofit/>
          </a:bodyPr>
          <a:lstStyle/>
          <a:p>
            <a:pPr indent="0" lvl="0" marL="0" marR="0" rtl="0" algn="ctr">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pic>
        <p:nvPicPr>
          <p:cNvPr id="923" name="Google Shape;923;p37"/>
          <p:cNvPicPr preferRelativeResize="0"/>
          <p:nvPr/>
        </p:nvPicPr>
        <p:blipFill rotWithShape="1">
          <a:blip r:embed="rId4">
            <a:alphaModFix/>
          </a:blip>
          <a:srcRect b="0" l="0" r="0" t="0"/>
          <a:stretch/>
        </p:blipFill>
        <p:spPr>
          <a:xfrm>
            <a:off x="5391158" y="4544841"/>
            <a:ext cx="406238" cy="384515"/>
          </a:xfrm>
          <a:prstGeom prst="rect">
            <a:avLst/>
          </a:prstGeom>
          <a:noFill/>
          <a:ln>
            <a:noFill/>
          </a:ln>
        </p:spPr>
      </p:pic>
      <p:sp>
        <p:nvSpPr>
          <p:cNvPr id="924" name="Google Shape;924;p37"/>
          <p:cNvSpPr/>
          <p:nvPr/>
        </p:nvSpPr>
        <p:spPr>
          <a:xfrm>
            <a:off x="5030838" y="2042475"/>
            <a:ext cx="1095300" cy="2006100"/>
          </a:xfrm>
          <a:prstGeom prst="rect">
            <a:avLst/>
          </a:prstGeom>
          <a:noFill/>
          <a:ln cap="flat" cmpd="sng" w="7150">
            <a:solidFill>
              <a:srgbClr val="1D5A9C"/>
            </a:solidFill>
            <a:prstDash val="dash"/>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925" name="Google Shape;925;p37"/>
          <p:cNvSpPr/>
          <p:nvPr/>
        </p:nvSpPr>
        <p:spPr>
          <a:xfrm>
            <a:off x="5083163" y="2134625"/>
            <a:ext cx="981900" cy="239700"/>
          </a:xfrm>
          <a:prstGeom prst="rect">
            <a:avLst/>
          </a:prstGeom>
          <a:noFill/>
          <a:ln cap="flat" cmpd="sng" w="7150">
            <a:solidFill>
              <a:srgbClr val="0B5394"/>
            </a:solidFill>
            <a:prstDash val="solid"/>
            <a:round/>
            <a:headEnd len="sm" w="sm" type="none"/>
            <a:tailEnd len="sm" w="sm" type="none"/>
          </a:ln>
        </p:spPr>
        <p:txBody>
          <a:bodyPr anchorCtr="0" anchor="ctr" bIns="91425" lIns="91425" spcFirstLastPara="1" rIns="91425" wrap="square" tIns="91425">
            <a:noAutofit/>
          </a:bodyPr>
          <a:lstStyle/>
          <a:p>
            <a:pPr indent="0" lvl="1" marL="0" marR="0" rtl="0" algn="ctr">
              <a:lnSpc>
                <a:spcPct val="100000"/>
              </a:lnSpc>
              <a:spcBef>
                <a:spcPts val="0"/>
              </a:spcBef>
              <a:spcAft>
                <a:spcPts val="0"/>
              </a:spcAft>
              <a:buClr>
                <a:srgbClr val="000000"/>
              </a:buClr>
              <a:buSzPts val="800"/>
              <a:buFont typeface="Arial"/>
              <a:buNone/>
            </a:pPr>
            <a:r>
              <a:rPr b="1" i="0" lang="en" sz="800" u="none" cap="none" strike="noStrike">
                <a:solidFill>
                  <a:srgbClr val="1D5A9C"/>
                </a:solidFill>
                <a:latin typeface="Nunito"/>
                <a:ea typeface="Nunito"/>
                <a:cs typeface="Nunito"/>
                <a:sym typeface="Nunito"/>
              </a:rPr>
              <a:t>Users</a:t>
            </a:r>
            <a:endParaRPr b="1" i="0" sz="700" u="none" cap="none" strike="noStrike">
              <a:solidFill>
                <a:schemeClr val="dk1"/>
              </a:solidFill>
              <a:latin typeface="Nunito"/>
              <a:ea typeface="Nunito"/>
              <a:cs typeface="Nunito"/>
              <a:sym typeface="Nunito"/>
            </a:endParaRPr>
          </a:p>
        </p:txBody>
      </p:sp>
      <p:sp>
        <p:nvSpPr>
          <p:cNvPr id="926" name="Google Shape;926;p37"/>
          <p:cNvSpPr/>
          <p:nvPr/>
        </p:nvSpPr>
        <p:spPr>
          <a:xfrm>
            <a:off x="5083163" y="2450216"/>
            <a:ext cx="981900" cy="239700"/>
          </a:xfrm>
          <a:prstGeom prst="rect">
            <a:avLst/>
          </a:prstGeom>
          <a:noFill/>
          <a:ln cap="flat" cmpd="sng" w="7150">
            <a:solidFill>
              <a:srgbClr val="0B5394"/>
            </a:solidFill>
            <a:prstDash val="solid"/>
            <a:round/>
            <a:headEnd len="sm" w="sm" type="none"/>
            <a:tailEnd len="sm" w="sm" type="none"/>
          </a:ln>
        </p:spPr>
        <p:txBody>
          <a:bodyPr anchorCtr="0" anchor="ctr" bIns="91425" lIns="91425" spcFirstLastPara="1" rIns="91425" wrap="square" tIns="91425">
            <a:noAutofit/>
          </a:bodyPr>
          <a:lstStyle/>
          <a:p>
            <a:pPr indent="0" lvl="1" marL="0" marR="0" rtl="0" algn="ctr">
              <a:lnSpc>
                <a:spcPct val="100000"/>
              </a:lnSpc>
              <a:spcBef>
                <a:spcPts val="0"/>
              </a:spcBef>
              <a:spcAft>
                <a:spcPts val="0"/>
              </a:spcAft>
              <a:buClr>
                <a:srgbClr val="000000"/>
              </a:buClr>
              <a:buSzPts val="800"/>
              <a:buFont typeface="Arial"/>
              <a:buNone/>
            </a:pPr>
            <a:r>
              <a:rPr b="1" i="0" lang="en" sz="800" u="none" cap="none" strike="noStrike">
                <a:solidFill>
                  <a:srgbClr val="1D5A9C"/>
                </a:solidFill>
                <a:latin typeface="Nunito"/>
                <a:ea typeface="Nunito"/>
                <a:cs typeface="Nunito"/>
                <a:sym typeface="Nunito"/>
              </a:rPr>
              <a:t>Users Role</a:t>
            </a:r>
            <a:endParaRPr b="1" i="0" sz="700" u="none" cap="none" strike="noStrike">
              <a:solidFill>
                <a:schemeClr val="dk1"/>
              </a:solidFill>
              <a:latin typeface="Nunito"/>
              <a:ea typeface="Nunito"/>
              <a:cs typeface="Nunito"/>
              <a:sym typeface="Nunito"/>
            </a:endParaRPr>
          </a:p>
        </p:txBody>
      </p:sp>
      <p:sp>
        <p:nvSpPr>
          <p:cNvPr id="927" name="Google Shape;927;p37"/>
          <p:cNvSpPr/>
          <p:nvPr/>
        </p:nvSpPr>
        <p:spPr>
          <a:xfrm>
            <a:off x="5083162" y="2763611"/>
            <a:ext cx="981900" cy="239700"/>
          </a:xfrm>
          <a:prstGeom prst="rect">
            <a:avLst/>
          </a:prstGeom>
          <a:noFill/>
          <a:ln cap="flat" cmpd="sng" w="7150">
            <a:solidFill>
              <a:srgbClr val="0B5394"/>
            </a:solidFill>
            <a:prstDash val="solid"/>
            <a:round/>
            <a:headEnd len="sm" w="sm" type="none"/>
            <a:tailEnd len="sm" w="sm" type="none"/>
          </a:ln>
        </p:spPr>
        <p:txBody>
          <a:bodyPr anchorCtr="0" anchor="ctr" bIns="91425" lIns="91425" spcFirstLastPara="1" rIns="91425" wrap="square" tIns="91425">
            <a:noAutofit/>
          </a:bodyPr>
          <a:lstStyle/>
          <a:p>
            <a:pPr indent="0" lvl="1" marL="0" marR="0" rtl="0" algn="ctr">
              <a:lnSpc>
                <a:spcPct val="100000"/>
              </a:lnSpc>
              <a:spcBef>
                <a:spcPts val="0"/>
              </a:spcBef>
              <a:spcAft>
                <a:spcPts val="0"/>
              </a:spcAft>
              <a:buClr>
                <a:srgbClr val="000000"/>
              </a:buClr>
              <a:buSzPts val="800"/>
              <a:buFont typeface="Arial"/>
              <a:buNone/>
            </a:pPr>
            <a:r>
              <a:rPr b="1" i="0" lang="en" sz="800" u="none" cap="none" strike="noStrike">
                <a:solidFill>
                  <a:srgbClr val="1D5A9C"/>
                </a:solidFill>
                <a:latin typeface="Nunito"/>
                <a:ea typeface="Nunito"/>
                <a:cs typeface="Nunito"/>
                <a:sym typeface="Nunito"/>
              </a:rPr>
              <a:t>GPT Store</a:t>
            </a:r>
            <a:endParaRPr b="1" i="0" sz="700" u="none" cap="none" strike="noStrike">
              <a:solidFill>
                <a:schemeClr val="dk1"/>
              </a:solidFill>
              <a:latin typeface="Nunito"/>
              <a:ea typeface="Nunito"/>
              <a:cs typeface="Nunito"/>
              <a:sym typeface="Nunito"/>
            </a:endParaRPr>
          </a:p>
        </p:txBody>
      </p:sp>
      <p:sp>
        <p:nvSpPr>
          <p:cNvPr id="928" name="Google Shape;928;p37"/>
          <p:cNvSpPr/>
          <p:nvPr/>
        </p:nvSpPr>
        <p:spPr>
          <a:xfrm>
            <a:off x="5086526" y="3399097"/>
            <a:ext cx="981900" cy="239700"/>
          </a:xfrm>
          <a:prstGeom prst="rect">
            <a:avLst/>
          </a:prstGeom>
          <a:noFill/>
          <a:ln cap="flat" cmpd="sng" w="7150">
            <a:solidFill>
              <a:srgbClr val="0B5394"/>
            </a:solidFill>
            <a:prstDash val="solid"/>
            <a:round/>
            <a:headEnd len="sm" w="sm" type="none"/>
            <a:tailEnd len="sm" w="sm" type="none"/>
          </a:ln>
        </p:spPr>
        <p:txBody>
          <a:bodyPr anchorCtr="0" anchor="ctr" bIns="91425" lIns="91425" spcFirstLastPara="1" rIns="91425" wrap="square" tIns="91425">
            <a:noAutofit/>
          </a:bodyPr>
          <a:lstStyle/>
          <a:p>
            <a:pPr indent="0" lvl="1" marL="0" marR="0" rtl="0" algn="ctr">
              <a:lnSpc>
                <a:spcPct val="100000"/>
              </a:lnSpc>
              <a:spcBef>
                <a:spcPts val="0"/>
              </a:spcBef>
              <a:spcAft>
                <a:spcPts val="0"/>
              </a:spcAft>
              <a:buClr>
                <a:srgbClr val="000000"/>
              </a:buClr>
              <a:buSzPts val="800"/>
              <a:buFont typeface="Arial"/>
              <a:buNone/>
            </a:pPr>
            <a:r>
              <a:rPr b="1" i="0" lang="en" sz="800" u="none" cap="none" strike="noStrike">
                <a:solidFill>
                  <a:srgbClr val="1D5A9C"/>
                </a:solidFill>
                <a:latin typeface="Nunito"/>
                <a:ea typeface="Nunito"/>
                <a:cs typeface="Nunito"/>
                <a:sym typeface="Nunito"/>
              </a:rPr>
              <a:t>Department</a:t>
            </a:r>
            <a:endParaRPr b="1" i="0" sz="800" u="none" cap="none" strike="noStrike">
              <a:solidFill>
                <a:schemeClr val="dk1"/>
              </a:solidFill>
              <a:latin typeface="Nunito"/>
              <a:ea typeface="Nunito"/>
              <a:cs typeface="Nunito"/>
              <a:sym typeface="Nunito"/>
            </a:endParaRPr>
          </a:p>
        </p:txBody>
      </p:sp>
      <p:sp>
        <p:nvSpPr>
          <p:cNvPr id="929" name="Google Shape;929;p37"/>
          <p:cNvSpPr/>
          <p:nvPr/>
        </p:nvSpPr>
        <p:spPr>
          <a:xfrm>
            <a:off x="5087538" y="3714755"/>
            <a:ext cx="981900" cy="239700"/>
          </a:xfrm>
          <a:prstGeom prst="rect">
            <a:avLst/>
          </a:prstGeom>
          <a:noFill/>
          <a:ln cap="flat" cmpd="sng" w="7150">
            <a:solidFill>
              <a:srgbClr val="0B5394"/>
            </a:solidFill>
            <a:prstDash val="solid"/>
            <a:round/>
            <a:headEnd len="sm" w="sm" type="none"/>
            <a:tailEnd len="sm" w="sm" type="none"/>
          </a:ln>
        </p:spPr>
        <p:txBody>
          <a:bodyPr anchorCtr="0" anchor="ctr" bIns="91425" lIns="91425" spcFirstLastPara="1" rIns="91425" wrap="square" tIns="91425">
            <a:noAutofit/>
          </a:bodyPr>
          <a:lstStyle/>
          <a:p>
            <a:pPr indent="0" lvl="1" marL="0" marR="0" rtl="0" algn="ctr">
              <a:lnSpc>
                <a:spcPct val="100000"/>
              </a:lnSpc>
              <a:spcBef>
                <a:spcPts val="0"/>
              </a:spcBef>
              <a:spcAft>
                <a:spcPts val="0"/>
              </a:spcAft>
              <a:buClr>
                <a:srgbClr val="000000"/>
              </a:buClr>
              <a:buSzPts val="800"/>
              <a:buFont typeface="Arial"/>
              <a:buNone/>
            </a:pPr>
            <a:r>
              <a:rPr b="1" i="0" lang="en" sz="750" u="none" cap="none" strike="noStrike">
                <a:solidFill>
                  <a:srgbClr val="1D5A9C"/>
                </a:solidFill>
                <a:latin typeface="Nunito"/>
                <a:ea typeface="Nunito"/>
                <a:cs typeface="Nunito"/>
                <a:sym typeface="Nunito"/>
              </a:rPr>
              <a:t>Sub-Department</a:t>
            </a:r>
            <a:endParaRPr b="1" i="0" sz="750" u="none" cap="none" strike="noStrike">
              <a:solidFill>
                <a:schemeClr val="dk1"/>
              </a:solidFill>
              <a:latin typeface="Nunito"/>
              <a:ea typeface="Nunito"/>
              <a:cs typeface="Nunito"/>
              <a:sym typeface="Nunito"/>
            </a:endParaRPr>
          </a:p>
        </p:txBody>
      </p:sp>
      <p:sp>
        <p:nvSpPr>
          <p:cNvPr id="930" name="Google Shape;930;p37"/>
          <p:cNvSpPr/>
          <p:nvPr/>
        </p:nvSpPr>
        <p:spPr>
          <a:xfrm>
            <a:off x="633401" y="1378789"/>
            <a:ext cx="1430100" cy="384600"/>
          </a:xfrm>
          <a:prstGeom prst="rect">
            <a:avLst/>
          </a:prstGeom>
          <a:noFill/>
          <a:ln cap="flat" cmpd="sng" w="7150">
            <a:solidFill>
              <a:srgbClr val="0B539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1" lang="en" sz="800">
                <a:solidFill>
                  <a:schemeClr val="dk1"/>
                </a:solidFill>
                <a:latin typeface="Nunito"/>
                <a:ea typeface="Nunito"/>
                <a:cs typeface="Nunito"/>
                <a:sym typeface="Nunito"/>
              </a:rPr>
              <a:t>User</a:t>
            </a:r>
            <a:endParaRPr b="1" i="0" sz="800" u="none" cap="none" strike="noStrike">
              <a:solidFill>
                <a:srgbClr val="000000"/>
              </a:solidFill>
              <a:latin typeface="Roboto"/>
              <a:ea typeface="Roboto"/>
              <a:cs typeface="Roboto"/>
              <a:sym typeface="Roboto"/>
            </a:endParaRPr>
          </a:p>
        </p:txBody>
      </p:sp>
      <p:sp>
        <p:nvSpPr>
          <p:cNvPr id="931" name="Google Shape;931;p37"/>
          <p:cNvSpPr/>
          <p:nvPr/>
        </p:nvSpPr>
        <p:spPr>
          <a:xfrm>
            <a:off x="1357875" y="1919238"/>
            <a:ext cx="1105800" cy="492900"/>
          </a:xfrm>
          <a:prstGeom prst="rect">
            <a:avLst/>
          </a:prstGeom>
          <a:noFill/>
          <a:ln cap="flat" cmpd="sng" w="71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1" marL="0" marR="0" rtl="0" algn="ctr">
              <a:lnSpc>
                <a:spcPct val="100000"/>
              </a:lnSpc>
              <a:spcBef>
                <a:spcPts val="0"/>
              </a:spcBef>
              <a:spcAft>
                <a:spcPts val="0"/>
              </a:spcAft>
              <a:buClr>
                <a:srgbClr val="000000"/>
              </a:buClr>
              <a:buSzPts val="800"/>
              <a:buFont typeface="Arial"/>
              <a:buNone/>
            </a:pPr>
            <a:r>
              <a:rPr b="1" lang="en" sz="700">
                <a:solidFill>
                  <a:srgbClr val="1D5A9C"/>
                </a:solidFill>
                <a:latin typeface="Nunito"/>
                <a:ea typeface="Nunito"/>
                <a:cs typeface="Nunito"/>
                <a:sym typeface="Nunito"/>
              </a:rPr>
              <a:t>There will be a constant talking between the database and the LDAP server </a:t>
            </a:r>
            <a:endParaRPr b="1" i="0" sz="700" u="none" cap="none" strike="noStrike">
              <a:solidFill>
                <a:schemeClr val="dk1"/>
              </a:solidFill>
              <a:latin typeface="Nunito"/>
              <a:ea typeface="Nunito"/>
              <a:cs typeface="Nunito"/>
              <a:sym typeface="Nunito"/>
            </a:endParaRPr>
          </a:p>
        </p:txBody>
      </p:sp>
      <p:sp>
        <p:nvSpPr>
          <p:cNvPr id="932" name="Google Shape;932;p37"/>
          <p:cNvSpPr/>
          <p:nvPr/>
        </p:nvSpPr>
        <p:spPr>
          <a:xfrm>
            <a:off x="2757703" y="2655841"/>
            <a:ext cx="679500" cy="577800"/>
          </a:xfrm>
          <a:prstGeom prst="rect">
            <a:avLst/>
          </a:prstGeom>
          <a:noFill/>
          <a:ln cap="flat" cmpd="sng" w="14300">
            <a:solidFill>
              <a:srgbClr val="1D5A9C"/>
            </a:solidFill>
            <a:prstDash val="dash"/>
            <a:round/>
            <a:headEnd len="sm" w="sm" type="none"/>
            <a:tailEnd len="sm" w="sm" type="none"/>
          </a:ln>
        </p:spPr>
        <p:txBody>
          <a:bodyPr anchorCtr="0" anchor="ctr" bIns="45725" lIns="45725" spcFirstLastPara="1" rIns="45725" wrap="square" tIns="45725">
            <a:noAutofit/>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Ṅ</a:t>
            </a:r>
            <a:endParaRPr b="0" i="0" sz="700" u="none" cap="none" strike="noStrike">
              <a:solidFill>
                <a:srgbClr val="000000"/>
              </a:solidFill>
              <a:latin typeface="Arial"/>
              <a:ea typeface="Arial"/>
              <a:cs typeface="Arial"/>
              <a:sym typeface="Arial"/>
            </a:endParaRPr>
          </a:p>
        </p:txBody>
      </p:sp>
      <p:sp>
        <p:nvSpPr>
          <p:cNvPr id="933" name="Google Shape;933;p37"/>
          <p:cNvSpPr/>
          <p:nvPr/>
        </p:nvSpPr>
        <p:spPr>
          <a:xfrm>
            <a:off x="2837016" y="3009250"/>
            <a:ext cx="520800" cy="194100"/>
          </a:xfrm>
          <a:prstGeom prst="roundRect">
            <a:avLst>
              <a:gd fmla="val 0" name="adj"/>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1" i="0" lang="en" sz="800" u="none" cap="none" strike="noStrike">
                <a:solidFill>
                  <a:srgbClr val="1D5A9C"/>
                </a:solidFill>
                <a:latin typeface="Nunito"/>
                <a:ea typeface="Nunito"/>
                <a:cs typeface="Nunito"/>
                <a:sym typeface="Nunito"/>
              </a:rPr>
              <a:t>PIE</a:t>
            </a:r>
            <a:endParaRPr b="1" i="0" sz="800" u="none" cap="none" strike="noStrike">
              <a:solidFill>
                <a:srgbClr val="1D5A9C"/>
              </a:solidFill>
              <a:latin typeface="Nunito"/>
              <a:ea typeface="Nunito"/>
              <a:cs typeface="Nunito"/>
              <a:sym typeface="Nunito"/>
            </a:endParaRPr>
          </a:p>
        </p:txBody>
      </p:sp>
      <p:pic>
        <p:nvPicPr>
          <p:cNvPr id="934" name="Google Shape;934;p37"/>
          <p:cNvPicPr preferRelativeResize="0"/>
          <p:nvPr/>
        </p:nvPicPr>
        <p:blipFill rotWithShape="1">
          <a:blip r:embed="rId5">
            <a:alphaModFix/>
          </a:blip>
          <a:srcRect b="0" l="0" r="0" t="0"/>
          <a:stretch/>
        </p:blipFill>
        <p:spPr>
          <a:xfrm>
            <a:off x="2938117" y="2695713"/>
            <a:ext cx="318657" cy="295651"/>
          </a:xfrm>
          <a:prstGeom prst="rect">
            <a:avLst/>
          </a:prstGeom>
          <a:noFill/>
          <a:ln>
            <a:noFill/>
          </a:ln>
        </p:spPr>
      </p:pic>
      <p:cxnSp>
        <p:nvCxnSpPr>
          <p:cNvPr id="935" name="Google Shape;935;p37"/>
          <p:cNvCxnSpPr>
            <a:stCxn id="936" idx="2"/>
            <a:endCxn id="932" idx="2"/>
          </p:cNvCxnSpPr>
          <p:nvPr/>
        </p:nvCxnSpPr>
        <p:spPr>
          <a:xfrm rot="-5400000">
            <a:off x="1419394" y="3119531"/>
            <a:ext cx="1563900" cy="1792200"/>
          </a:xfrm>
          <a:prstGeom prst="bentConnector3">
            <a:avLst>
              <a:gd fmla="val -15509" name="adj1"/>
            </a:avLst>
          </a:prstGeom>
          <a:noFill/>
          <a:ln cap="flat" cmpd="sng" w="14300">
            <a:solidFill>
              <a:srgbClr val="1D5A9C"/>
            </a:solidFill>
            <a:prstDash val="solid"/>
            <a:round/>
            <a:headEnd len="sm" w="sm" type="none"/>
            <a:tailEnd len="med" w="med" type="triangle"/>
          </a:ln>
        </p:spPr>
      </p:cxnSp>
      <p:sp>
        <p:nvSpPr>
          <p:cNvPr id="937" name="Google Shape;937;p37"/>
          <p:cNvSpPr/>
          <p:nvPr/>
        </p:nvSpPr>
        <p:spPr>
          <a:xfrm>
            <a:off x="3605850" y="3890450"/>
            <a:ext cx="1226700" cy="492900"/>
          </a:xfrm>
          <a:prstGeom prst="rect">
            <a:avLst/>
          </a:prstGeom>
          <a:noFill/>
          <a:ln cap="flat" cmpd="sng" w="7150">
            <a:solidFill>
              <a:srgbClr val="0B539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1" lang="en" sz="800">
                <a:solidFill>
                  <a:schemeClr val="dk1"/>
                </a:solidFill>
                <a:latin typeface="Nunito"/>
                <a:ea typeface="Nunito"/>
                <a:cs typeface="Nunito"/>
                <a:sym typeface="Nunito"/>
              </a:rPr>
              <a:t>Users are fetched from database to PIE UI users page</a:t>
            </a:r>
            <a:endParaRPr b="1" i="0" sz="800" u="none" cap="none" strike="noStrike">
              <a:solidFill>
                <a:srgbClr val="000000"/>
              </a:solidFill>
              <a:latin typeface="Roboto"/>
              <a:ea typeface="Roboto"/>
              <a:cs typeface="Roboto"/>
              <a:sym typeface="Roboto"/>
            </a:endParaRPr>
          </a:p>
        </p:txBody>
      </p:sp>
      <p:sp>
        <p:nvSpPr>
          <p:cNvPr id="938" name="Google Shape;938;p37"/>
          <p:cNvSpPr/>
          <p:nvPr/>
        </p:nvSpPr>
        <p:spPr>
          <a:xfrm>
            <a:off x="2622478" y="1926933"/>
            <a:ext cx="950100" cy="295800"/>
          </a:xfrm>
          <a:prstGeom prst="rect">
            <a:avLst/>
          </a:prstGeom>
          <a:noFill/>
          <a:ln cap="flat" cmpd="sng" w="71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1" marL="0" marR="0" rtl="0" algn="ctr">
              <a:lnSpc>
                <a:spcPct val="100000"/>
              </a:lnSpc>
              <a:spcBef>
                <a:spcPts val="0"/>
              </a:spcBef>
              <a:spcAft>
                <a:spcPts val="0"/>
              </a:spcAft>
              <a:buClr>
                <a:srgbClr val="000000"/>
              </a:buClr>
              <a:buSzPts val="800"/>
              <a:buFont typeface="Arial"/>
              <a:buNone/>
            </a:pPr>
            <a:r>
              <a:rPr b="1" i="0" lang="en" sz="900" u="none" cap="none" strike="noStrike">
                <a:solidFill>
                  <a:srgbClr val="1D5A9C"/>
                </a:solidFill>
                <a:latin typeface="Nunito"/>
                <a:ea typeface="Nunito"/>
                <a:cs typeface="Nunito"/>
                <a:sym typeface="Nunito"/>
              </a:rPr>
              <a:t>Roles Page</a:t>
            </a:r>
            <a:endParaRPr b="1" i="0" sz="800" u="none" cap="none" strike="noStrike">
              <a:solidFill>
                <a:schemeClr val="dk1"/>
              </a:solidFill>
              <a:latin typeface="Nunito"/>
              <a:ea typeface="Nunito"/>
              <a:cs typeface="Nunito"/>
              <a:sym typeface="Nunito"/>
            </a:endParaRPr>
          </a:p>
        </p:txBody>
      </p:sp>
      <p:cxnSp>
        <p:nvCxnSpPr>
          <p:cNvPr id="939" name="Google Shape;939;p37"/>
          <p:cNvCxnSpPr>
            <a:stCxn id="940" idx="0"/>
            <a:endCxn id="938" idx="2"/>
          </p:cNvCxnSpPr>
          <p:nvPr/>
        </p:nvCxnSpPr>
        <p:spPr>
          <a:xfrm rot="10800000">
            <a:off x="3097528" y="2222733"/>
            <a:ext cx="0" cy="424800"/>
          </a:xfrm>
          <a:prstGeom prst="straightConnector1">
            <a:avLst/>
          </a:prstGeom>
          <a:noFill/>
          <a:ln cap="flat" cmpd="sng" w="14300">
            <a:solidFill>
              <a:srgbClr val="1D5A9C"/>
            </a:solidFill>
            <a:prstDash val="solid"/>
            <a:round/>
            <a:headEnd len="sm" w="sm" type="none"/>
            <a:tailEnd len="med" w="med" type="triangle"/>
          </a:ln>
        </p:spPr>
      </p:cxnSp>
      <p:sp>
        <p:nvSpPr>
          <p:cNvPr id="941" name="Google Shape;941;p37"/>
          <p:cNvSpPr/>
          <p:nvPr/>
        </p:nvSpPr>
        <p:spPr>
          <a:xfrm>
            <a:off x="3605825" y="1784000"/>
            <a:ext cx="1226700" cy="685500"/>
          </a:xfrm>
          <a:prstGeom prst="rect">
            <a:avLst/>
          </a:prstGeom>
          <a:noFill/>
          <a:ln cap="flat" cmpd="sng" w="7150">
            <a:solidFill>
              <a:srgbClr val="0B539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1" lang="en" sz="800">
                <a:solidFill>
                  <a:schemeClr val="dk1"/>
                </a:solidFill>
                <a:latin typeface="Nunito"/>
                <a:ea typeface="Nunito"/>
                <a:cs typeface="Nunito"/>
                <a:sym typeface="Nunito"/>
              </a:rPr>
              <a:t>Admin logs in and then goes to the Roles page and start assigning roles</a:t>
            </a:r>
            <a:endParaRPr b="1" i="0" sz="800" u="none" cap="none" strike="noStrike">
              <a:solidFill>
                <a:srgbClr val="000000"/>
              </a:solidFill>
              <a:latin typeface="Roboto"/>
              <a:ea typeface="Roboto"/>
              <a:cs typeface="Roboto"/>
              <a:sym typeface="Roboto"/>
            </a:endParaRPr>
          </a:p>
        </p:txBody>
      </p:sp>
      <p:cxnSp>
        <p:nvCxnSpPr>
          <p:cNvPr id="942" name="Google Shape;942;p37"/>
          <p:cNvCxnSpPr>
            <a:stCxn id="938" idx="0"/>
            <a:endCxn id="943" idx="0"/>
          </p:cNvCxnSpPr>
          <p:nvPr/>
        </p:nvCxnSpPr>
        <p:spPr>
          <a:xfrm rot="-5400000">
            <a:off x="5544628" y="-619467"/>
            <a:ext cx="99300" cy="4993500"/>
          </a:xfrm>
          <a:prstGeom prst="bentConnector3">
            <a:avLst>
              <a:gd fmla="val 1106302" name="adj1"/>
            </a:avLst>
          </a:prstGeom>
          <a:noFill/>
          <a:ln cap="flat" cmpd="sng" w="14300">
            <a:solidFill>
              <a:srgbClr val="1D5A9C"/>
            </a:solidFill>
            <a:prstDash val="solid"/>
            <a:round/>
            <a:headEnd len="sm" w="sm" type="none"/>
            <a:tailEnd len="med" w="med" type="triangle"/>
          </a:ln>
        </p:spPr>
      </p:cxnSp>
      <p:cxnSp>
        <p:nvCxnSpPr>
          <p:cNvPr id="944" name="Google Shape;944;p37"/>
          <p:cNvCxnSpPr/>
          <p:nvPr/>
        </p:nvCxnSpPr>
        <p:spPr>
          <a:xfrm rot="10800000">
            <a:off x="5594286" y="4099984"/>
            <a:ext cx="0" cy="424800"/>
          </a:xfrm>
          <a:prstGeom prst="straightConnector1">
            <a:avLst/>
          </a:prstGeom>
          <a:noFill/>
          <a:ln cap="flat" cmpd="sng" w="14300">
            <a:solidFill>
              <a:srgbClr val="1D5A9C"/>
            </a:solidFill>
            <a:prstDash val="solid"/>
            <a:round/>
            <a:headEnd len="sm" w="sm" type="none"/>
            <a:tailEnd len="med" w="med" type="triangle"/>
          </a:ln>
        </p:spPr>
      </p:cxnSp>
      <p:sp>
        <p:nvSpPr>
          <p:cNvPr id="945" name="Google Shape;945;p37"/>
          <p:cNvSpPr/>
          <p:nvPr/>
        </p:nvSpPr>
        <p:spPr>
          <a:xfrm>
            <a:off x="5137731" y="1310341"/>
            <a:ext cx="1599000" cy="339900"/>
          </a:xfrm>
          <a:prstGeom prst="rect">
            <a:avLst/>
          </a:prstGeom>
          <a:noFill/>
          <a:ln cap="flat" cmpd="sng" w="7150">
            <a:solidFill>
              <a:srgbClr val="0B539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1" lang="en" sz="800">
                <a:solidFill>
                  <a:schemeClr val="dk1"/>
                </a:solidFill>
                <a:latin typeface="Nunito"/>
                <a:ea typeface="Nunito"/>
                <a:cs typeface="Nunito"/>
                <a:sym typeface="Nunito"/>
              </a:rPr>
              <a:t>All the access added on the UI will be stored on RDS</a:t>
            </a:r>
            <a:endParaRPr b="1" i="0" sz="800" u="none" cap="none" strike="noStrike">
              <a:solidFill>
                <a:srgbClr val="000000"/>
              </a:solidFill>
              <a:latin typeface="Roboto"/>
              <a:ea typeface="Roboto"/>
              <a:cs typeface="Roboto"/>
              <a:sym typeface="Roboto"/>
            </a:endParaRPr>
          </a:p>
        </p:txBody>
      </p:sp>
      <p:sp>
        <p:nvSpPr>
          <p:cNvPr id="946" name="Google Shape;946;p37"/>
          <p:cNvSpPr/>
          <p:nvPr/>
        </p:nvSpPr>
        <p:spPr>
          <a:xfrm>
            <a:off x="513113" y="2353566"/>
            <a:ext cx="738900" cy="219600"/>
          </a:xfrm>
          <a:prstGeom prst="rect">
            <a:avLst/>
          </a:prstGeom>
          <a:noFill/>
          <a:ln>
            <a:noFill/>
          </a:ln>
        </p:spPr>
        <p:txBody>
          <a:bodyPr anchorCtr="0" anchor="ctr" bIns="91425" lIns="91425" spcFirstLastPara="1" rIns="91425" wrap="square" tIns="91425">
            <a:noAutofit/>
          </a:bodyPr>
          <a:lstStyle/>
          <a:p>
            <a:pPr indent="0" lvl="1" marL="0" marR="0" rtl="0" algn="ctr">
              <a:lnSpc>
                <a:spcPct val="100000"/>
              </a:lnSpc>
              <a:spcBef>
                <a:spcPts val="0"/>
              </a:spcBef>
              <a:spcAft>
                <a:spcPts val="0"/>
              </a:spcAft>
              <a:buClr>
                <a:srgbClr val="000000"/>
              </a:buClr>
              <a:buSzPts val="800"/>
              <a:buFont typeface="Arial"/>
              <a:buNone/>
            </a:pPr>
            <a:r>
              <a:rPr b="1" lang="en" sz="800">
                <a:solidFill>
                  <a:srgbClr val="1D5A9C"/>
                </a:solidFill>
                <a:latin typeface="Nunito"/>
                <a:ea typeface="Nunito"/>
                <a:cs typeface="Nunito"/>
                <a:sym typeface="Nunito"/>
              </a:rPr>
              <a:t>SSO</a:t>
            </a:r>
            <a:endParaRPr b="1" i="0" sz="800" u="none" cap="none" strike="noStrike">
              <a:solidFill>
                <a:schemeClr val="dk1"/>
              </a:solidFill>
              <a:latin typeface="Nunito"/>
              <a:ea typeface="Nunito"/>
              <a:cs typeface="Nunito"/>
              <a:sym typeface="Nunito"/>
            </a:endParaRPr>
          </a:p>
        </p:txBody>
      </p:sp>
      <p:cxnSp>
        <p:nvCxnSpPr>
          <p:cNvPr id="947" name="Google Shape;947;p37"/>
          <p:cNvCxnSpPr>
            <a:stCxn id="948" idx="2"/>
            <a:endCxn id="936" idx="0"/>
          </p:cNvCxnSpPr>
          <p:nvPr/>
        </p:nvCxnSpPr>
        <p:spPr>
          <a:xfrm flipH="1" rot="-5400000">
            <a:off x="900094" y="2162831"/>
            <a:ext cx="809700" cy="600"/>
          </a:xfrm>
          <a:prstGeom prst="bentConnector3">
            <a:avLst>
              <a:gd fmla="val 50000" name="adj1"/>
            </a:avLst>
          </a:prstGeom>
          <a:noFill/>
          <a:ln cap="flat" cmpd="sng" w="14300">
            <a:solidFill>
              <a:srgbClr val="1D5A9C"/>
            </a:solidFill>
            <a:prstDash val="solid"/>
            <a:round/>
            <a:headEnd len="sm" w="sm" type="none"/>
            <a:tailEnd len="med" w="med" type="triangle"/>
          </a:ln>
        </p:spPr>
      </p:cxnSp>
      <p:grpSp>
        <p:nvGrpSpPr>
          <p:cNvPr id="949" name="Google Shape;949;p37"/>
          <p:cNvGrpSpPr/>
          <p:nvPr/>
        </p:nvGrpSpPr>
        <p:grpSpPr>
          <a:xfrm>
            <a:off x="206194" y="2567981"/>
            <a:ext cx="2198100" cy="2229600"/>
            <a:chOff x="88894" y="2568081"/>
            <a:chExt cx="2198100" cy="2229600"/>
          </a:xfrm>
        </p:grpSpPr>
        <p:sp>
          <p:nvSpPr>
            <p:cNvPr id="936" name="Google Shape;936;p37"/>
            <p:cNvSpPr/>
            <p:nvPr/>
          </p:nvSpPr>
          <p:spPr>
            <a:xfrm>
              <a:off x="88894" y="2568081"/>
              <a:ext cx="2198100" cy="2229600"/>
            </a:xfrm>
            <a:prstGeom prst="rect">
              <a:avLst/>
            </a:prstGeom>
            <a:noFill/>
            <a:ln cap="flat" cmpd="sng" w="7150">
              <a:solidFill>
                <a:srgbClr val="1D5A9C"/>
              </a:solidFill>
              <a:prstDash val="dash"/>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950" name="Google Shape;950;p37"/>
            <p:cNvSpPr/>
            <p:nvPr/>
          </p:nvSpPr>
          <p:spPr>
            <a:xfrm>
              <a:off x="802851" y="2647625"/>
              <a:ext cx="1422900" cy="424800"/>
            </a:xfrm>
            <a:prstGeom prst="rect">
              <a:avLst/>
            </a:prstGeom>
            <a:noFill/>
            <a:ln cap="flat" cmpd="sng" w="7150">
              <a:solidFill>
                <a:srgbClr val="0B539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1" lang="en" sz="800">
                  <a:solidFill>
                    <a:schemeClr val="dk1"/>
                  </a:solidFill>
                  <a:latin typeface="Nunito"/>
                  <a:ea typeface="Nunito"/>
                  <a:cs typeface="Nunito"/>
                  <a:sym typeface="Nunito"/>
                </a:rPr>
                <a:t>Org user’s information are stored in the LDAP server</a:t>
              </a:r>
              <a:endParaRPr b="1" i="0" sz="800" u="none" cap="none" strike="noStrike">
                <a:solidFill>
                  <a:srgbClr val="000000"/>
                </a:solidFill>
                <a:latin typeface="Roboto"/>
                <a:ea typeface="Roboto"/>
                <a:cs typeface="Roboto"/>
                <a:sym typeface="Roboto"/>
              </a:endParaRPr>
            </a:p>
          </p:txBody>
        </p:sp>
        <p:sp>
          <p:nvSpPr>
            <p:cNvPr id="951" name="Google Shape;951;p37"/>
            <p:cNvSpPr/>
            <p:nvPr/>
          </p:nvSpPr>
          <p:spPr>
            <a:xfrm>
              <a:off x="802851" y="3433273"/>
              <a:ext cx="1422900" cy="408600"/>
            </a:xfrm>
            <a:prstGeom prst="rect">
              <a:avLst/>
            </a:prstGeom>
            <a:noFill/>
            <a:ln cap="flat" cmpd="sng" w="7150">
              <a:solidFill>
                <a:srgbClr val="0B539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1" lang="en" sz="800">
                  <a:solidFill>
                    <a:schemeClr val="dk1"/>
                  </a:solidFill>
                  <a:latin typeface="Nunito"/>
                  <a:ea typeface="Nunito"/>
                  <a:cs typeface="Nunito"/>
                  <a:sym typeface="Nunito"/>
                </a:rPr>
                <a:t>The </a:t>
              </a:r>
              <a:r>
                <a:rPr b="1" lang="en" sz="800">
                  <a:solidFill>
                    <a:schemeClr val="dk1"/>
                  </a:solidFill>
                  <a:latin typeface="Nunito"/>
                  <a:ea typeface="Nunito"/>
                  <a:cs typeface="Nunito"/>
                  <a:sym typeface="Nunito"/>
                </a:rPr>
                <a:t>credentials are validated against the existing info</a:t>
              </a:r>
              <a:endParaRPr b="1" i="0" sz="800" u="none" cap="none" strike="noStrike">
                <a:solidFill>
                  <a:srgbClr val="000000"/>
                </a:solidFill>
                <a:latin typeface="Roboto"/>
                <a:ea typeface="Roboto"/>
                <a:cs typeface="Roboto"/>
                <a:sym typeface="Roboto"/>
              </a:endParaRPr>
            </a:p>
          </p:txBody>
        </p:sp>
        <p:pic>
          <p:nvPicPr>
            <p:cNvPr id="952" name="Google Shape;952;p37"/>
            <p:cNvPicPr preferRelativeResize="0"/>
            <p:nvPr/>
          </p:nvPicPr>
          <p:blipFill rotWithShape="1">
            <a:blip r:embed="rId4">
              <a:alphaModFix/>
            </a:blip>
            <a:srcRect b="0" l="0" r="0" t="0"/>
            <a:stretch/>
          </p:blipFill>
          <p:spPr>
            <a:xfrm>
              <a:off x="178072" y="4218247"/>
              <a:ext cx="520875" cy="493023"/>
            </a:xfrm>
            <a:prstGeom prst="rect">
              <a:avLst/>
            </a:prstGeom>
            <a:noFill/>
            <a:ln>
              <a:noFill/>
            </a:ln>
          </p:spPr>
        </p:pic>
        <p:pic>
          <p:nvPicPr>
            <p:cNvPr id="953" name="Google Shape;953;p37"/>
            <p:cNvPicPr preferRelativeResize="0"/>
            <p:nvPr/>
          </p:nvPicPr>
          <p:blipFill>
            <a:blip r:embed="rId6">
              <a:alphaModFix/>
            </a:blip>
            <a:stretch>
              <a:fillRect/>
            </a:stretch>
          </p:blipFill>
          <p:spPr>
            <a:xfrm>
              <a:off x="226113" y="3436606"/>
              <a:ext cx="424800" cy="424800"/>
            </a:xfrm>
            <a:prstGeom prst="rect">
              <a:avLst/>
            </a:prstGeom>
            <a:noFill/>
            <a:ln>
              <a:noFill/>
            </a:ln>
          </p:spPr>
        </p:pic>
        <p:cxnSp>
          <p:nvCxnSpPr>
            <p:cNvPr id="954" name="Google Shape;954;p37"/>
            <p:cNvCxnSpPr>
              <a:stCxn id="953" idx="2"/>
            </p:cNvCxnSpPr>
            <p:nvPr/>
          </p:nvCxnSpPr>
          <p:spPr>
            <a:xfrm>
              <a:off x="438513" y="3861406"/>
              <a:ext cx="0" cy="357000"/>
            </a:xfrm>
            <a:prstGeom prst="straightConnector1">
              <a:avLst/>
            </a:prstGeom>
            <a:noFill/>
            <a:ln cap="flat" cmpd="sng" w="14300">
              <a:solidFill>
                <a:srgbClr val="1D5A9C"/>
              </a:solidFill>
              <a:prstDash val="solid"/>
              <a:round/>
              <a:headEnd len="sm" w="sm" type="none"/>
              <a:tailEnd len="med" w="med" type="triangle"/>
            </a:ln>
          </p:spPr>
        </p:cxnSp>
        <p:sp>
          <p:nvSpPr>
            <p:cNvPr id="955" name="Google Shape;955;p37"/>
            <p:cNvSpPr/>
            <p:nvPr/>
          </p:nvSpPr>
          <p:spPr>
            <a:xfrm>
              <a:off x="802852" y="4202722"/>
              <a:ext cx="1422900" cy="515400"/>
            </a:xfrm>
            <a:prstGeom prst="rect">
              <a:avLst/>
            </a:prstGeom>
            <a:noFill/>
            <a:ln cap="flat" cmpd="sng" w="7150">
              <a:solidFill>
                <a:srgbClr val="0B539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1" lang="en" sz="800">
                  <a:solidFill>
                    <a:schemeClr val="dk1"/>
                  </a:solidFill>
                  <a:latin typeface="Nunito"/>
                  <a:ea typeface="Nunito"/>
                  <a:cs typeface="Nunito"/>
                  <a:sym typeface="Nunito"/>
                </a:rPr>
                <a:t>Once the authentication is successful a token is generated and sent back to the auth service</a:t>
              </a:r>
              <a:endParaRPr b="1" i="0" sz="800" u="none" cap="none" strike="noStrike">
                <a:solidFill>
                  <a:srgbClr val="000000"/>
                </a:solidFill>
                <a:latin typeface="Roboto"/>
                <a:ea typeface="Roboto"/>
                <a:cs typeface="Roboto"/>
                <a:sym typeface="Roboto"/>
              </a:endParaRPr>
            </a:p>
          </p:txBody>
        </p:sp>
        <p:pic>
          <p:nvPicPr>
            <p:cNvPr id="956" name="Google Shape;956;p37"/>
            <p:cNvPicPr preferRelativeResize="0"/>
            <p:nvPr/>
          </p:nvPicPr>
          <p:blipFill rotWithShape="1">
            <a:blip r:embed="rId7">
              <a:alphaModFix/>
            </a:blip>
            <a:srcRect b="14019" l="13698" r="13632" t="13600"/>
            <a:stretch/>
          </p:blipFill>
          <p:spPr>
            <a:xfrm>
              <a:off x="217776" y="2654487"/>
              <a:ext cx="443910" cy="442162"/>
            </a:xfrm>
            <a:prstGeom prst="rect">
              <a:avLst/>
            </a:prstGeom>
            <a:noFill/>
            <a:ln>
              <a:noFill/>
            </a:ln>
          </p:spPr>
        </p:pic>
        <p:cxnSp>
          <p:nvCxnSpPr>
            <p:cNvPr id="957" name="Google Shape;957;p37"/>
            <p:cNvCxnSpPr>
              <a:stCxn id="956" idx="2"/>
              <a:endCxn id="953" idx="0"/>
            </p:cNvCxnSpPr>
            <p:nvPr/>
          </p:nvCxnSpPr>
          <p:spPr>
            <a:xfrm flipH="1">
              <a:off x="438531" y="3096650"/>
              <a:ext cx="1200" cy="339900"/>
            </a:xfrm>
            <a:prstGeom prst="straightConnector1">
              <a:avLst/>
            </a:prstGeom>
            <a:noFill/>
            <a:ln cap="flat" cmpd="sng" w="14300">
              <a:solidFill>
                <a:srgbClr val="1D5A9C"/>
              </a:solidFill>
              <a:prstDash val="solid"/>
              <a:round/>
              <a:headEnd len="sm" w="sm" type="none"/>
              <a:tailEnd len="med" w="med" type="triangle"/>
            </a:ln>
          </p:spPr>
        </p:cxnSp>
      </p:grpSp>
      <p:sp>
        <p:nvSpPr>
          <p:cNvPr id="943" name="Google Shape;943;p37"/>
          <p:cNvSpPr/>
          <p:nvPr/>
        </p:nvSpPr>
        <p:spPr>
          <a:xfrm>
            <a:off x="7291594" y="1827729"/>
            <a:ext cx="1599000" cy="111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
              <a:buFont typeface="Arial"/>
              <a:buNone/>
            </a:pPr>
            <a:r>
              <a:t/>
            </a:r>
            <a:endParaRPr b="1" i="0" sz="800" u="none" cap="none" strike="noStrike">
              <a:solidFill>
                <a:srgbClr val="000000"/>
              </a:solidFill>
              <a:latin typeface="Roboto"/>
              <a:ea typeface="Roboto"/>
              <a:cs typeface="Roboto"/>
              <a:sym typeface="Roboto"/>
            </a:endParaRPr>
          </a:p>
        </p:txBody>
      </p:sp>
      <p:cxnSp>
        <p:nvCxnSpPr>
          <p:cNvPr id="958" name="Google Shape;958;p37"/>
          <p:cNvCxnSpPr>
            <a:stCxn id="959" idx="2"/>
            <a:endCxn id="923" idx="3"/>
          </p:cNvCxnSpPr>
          <p:nvPr/>
        </p:nvCxnSpPr>
        <p:spPr>
          <a:xfrm rot="5400000">
            <a:off x="6750550" y="3335740"/>
            <a:ext cx="448200" cy="2354700"/>
          </a:xfrm>
          <a:prstGeom prst="bentConnector2">
            <a:avLst/>
          </a:prstGeom>
          <a:noFill/>
          <a:ln cap="flat" cmpd="sng" w="14300">
            <a:solidFill>
              <a:srgbClr val="1D5A9C"/>
            </a:solidFill>
            <a:prstDash val="solid"/>
            <a:round/>
            <a:headEnd len="sm" w="sm" type="none"/>
            <a:tailEnd len="med" w="med" type="triangle"/>
          </a:ln>
        </p:spPr>
      </p:cxnSp>
      <p:sp>
        <p:nvSpPr>
          <p:cNvPr id="959" name="Google Shape;959;p37"/>
          <p:cNvSpPr/>
          <p:nvPr/>
        </p:nvSpPr>
        <p:spPr>
          <a:xfrm>
            <a:off x="7352500" y="4167490"/>
            <a:ext cx="1599000" cy="12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
              <a:buFont typeface="Arial"/>
              <a:buNone/>
            </a:pPr>
            <a:r>
              <a:t/>
            </a:r>
            <a:endParaRPr b="1" i="0" sz="800" u="none" cap="none" strike="noStrike">
              <a:solidFill>
                <a:srgbClr val="000000"/>
              </a:solidFill>
              <a:latin typeface="Roboto"/>
              <a:ea typeface="Roboto"/>
              <a:cs typeface="Roboto"/>
              <a:sym typeface="Roboto"/>
            </a:endParaRPr>
          </a:p>
        </p:txBody>
      </p:sp>
      <p:sp>
        <p:nvSpPr>
          <p:cNvPr id="960" name="Google Shape;960;p37"/>
          <p:cNvSpPr/>
          <p:nvPr/>
        </p:nvSpPr>
        <p:spPr>
          <a:xfrm>
            <a:off x="5086525" y="3083445"/>
            <a:ext cx="981900" cy="239700"/>
          </a:xfrm>
          <a:prstGeom prst="rect">
            <a:avLst/>
          </a:prstGeom>
          <a:noFill/>
          <a:ln cap="flat" cmpd="sng" w="7150">
            <a:solidFill>
              <a:srgbClr val="0B5394"/>
            </a:solidFill>
            <a:prstDash val="solid"/>
            <a:round/>
            <a:headEnd len="sm" w="sm" type="none"/>
            <a:tailEnd len="sm" w="sm" type="none"/>
          </a:ln>
        </p:spPr>
        <p:txBody>
          <a:bodyPr anchorCtr="0" anchor="ctr" bIns="91425" lIns="91425" spcFirstLastPara="1" rIns="91425" wrap="square" tIns="91425">
            <a:noAutofit/>
          </a:bodyPr>
          <a:lstStyle/>
          <a:p>
            <a:pPr indent="0" lvl="1" marL="0" marR="0" rtl="0" algn="ctr">
              <a:lnSpc>
                <a:spcPct val="100000"/>
              </a:lnSpc>
              <a:spcBef>
                <a:spcPts val="0"/>
              </a:spcBef>
              <a:spcAft>
                <a:spcPts val="0"/>
              </a:spcAft>
              <a:buClr>
                <a:srgbClr val="000000"/>
              </a:buClr>
              <a:buSzPts val="800"/>
              <a:buFont typeface="Arial"/>
              <a:buNone/>
            </a:pPr>
            <a:r>
              <a:rPr b="1" lang="en" sz="800">
                <a:solidFill>
                  <a:srgbClr val="1D5A9C"/>
                </a:solidFill>
                <a:latin typeface="Nunito"/>
                <a:ea typeface="Nunito"/>
                <a:cs typeface="Nunito"/>
                <a:sym typeface="Nunito"/>
              </a:rPr>
              <a:t>Agents</a:t>
            </a:r>
            <a:endParaRPr b="1" i="0" sz="700" u="none" cap="none" strike="noStrike">
              <a:solidFill>
                <a:schemeClr val="dk1"/>
              </a:solidFill>
              <a:latin typeface="Nunito"/>
              <a:ea typeface="Nunito"/>
              <a:cs typeface="Nunito"/>
              <a:sym typeface="Nunito"/>
            </a:endParaRPr>
          </a:p>
        </p:txBody>
      </p:sp>
      <p:sp>
        <p:nvSpPr>
          <p:cNvPr id="961" name="Google Shape;961;p37"/>
          <p:cNvSpPr/>
          <p:nvPr/>
        </p:nvSpPr>
        <p:spPr>
          <a:xfrm>
            <a:off x="7718569" y="2273806"/>
            <a:ext cx="223800" cy="194100"/>
          </a:xfrm>
          <a:prstGeom prst="rect">
            <a:avLst/>
          </a:prstGeom>
          <a:noFill/>
          <a:ln cap="flat" cmpd="sng" w="14300">
            <a:solidFill>
              <a:srgbClr val="1D5A9C"/>
            </a:solidFill>
            <a:prstDash val="solid"/>
            <a:round/>
            <a:headEnd len="sm" w="sm" type="none"/>
            <a:tailEnd len="sm" w="sm" type="none"/>
          </a:ln>
        </p:spPr>
        <p:txBody>
          <a:bodyPr anchorCtr="0" anchor="ctr" bIns="45725" lIns="45725" spcFirstLastPara="1" rIns="45725" wrap="square" tIns="45725">
            <a:noAutofit/>
          </a:bodyPr>
          <a:lstStyle/>
          <a:p>
            <a:pPr indent="0" lvl="0" marL="0" marR="0" rtl="0" algn="ctr">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962" name="Google Shape;962;p37"/>
          <p:cNvSpPr/>
          <p:nvPr/>
        </p:nvSpPr>
        <p:spPr>
          <a:xfrm>
            <a:off x="8201844" y="2273806"/>
            <a:ext cx="223800" cy="194100"/>
          </a:xfrm>
          <a:prstGeom prst="rect">
            <a:avLst/>
          </a:prstGeom>
          <a:noFill/>
          <a:ln cap="flat" cmpd="sng" w="14300">
            <a:solidFill>
              <a:srgbClr val="1D5A9C"/>
            </a:solidFill>
            <a:prstDash val="solid"/>
            <a:round/>
            <a:headEnd len="sm" w="sm" type="none"/>
            <a:tailEnd len="sm" w="sm" type="none"/>
          </a:ln>
        </p:spPr>
        <p:txBody>
          <a:bodyPr anchorCtr="0" anchor="ctr" bIns="45725" lIns="45725" spcFirstLastPara="1" rIns="45725" wrap="square" tIns="45725">
            <a:noAutofit/>
          </a:bodyPr>
          <a:lstStyle/>
          <a:p>
            <a:pPr indent="0" lvl="0" marL="0" marR="0" rtl="0" algn="ctr">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963" name="Google Shape;963;p37"/>
          <p:cNvSpPr/>
          <p:nvPr/>
        </p:nvSpPr>
        <p:spPr>
          <a:xfrm>
            <a:off x="8685119" y="2273806"/>
            <a:ext cx="223800" cy="194100"/>
          </a:xfrm>
          <a:prstGeom prst="rect">
            <a:avLst/>
          </a:prstGeom>
          <a:noFill/>
          <a:ln cap="flat" cmpd="sng" w="14300">
            <a:solidFill>
              <a:srgbClr val="1D5A9C"/>
            </a:solidFill>
            <a:prstDash val="solid"/>
            <a:round/>
            <a:headEnd len="sm" w="sm" type="none"/>
            <a:tailEnd len="sm" w="sm" type="none"/>
          </a:ln>
        </p:spPr>
        <p:txBody>
          <a:bodyPr anchorCtr="0" anchor="ctr" bIns="45725" lIns="45725" spcFirstLastPara="1" rIns="45725" wrap="square" tIns="45725">
            <a:noAutofit/>
          </a:bodyPr>
          <a:lstStyle/>
          <a:p>
            <a:pPr indent="0" lvl="0" marL="0" marR="0" rtl="0" algn="ctr">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964" name="Google Shape;964;p37"/>
          <p:cNvSpPr/>
          <p:nvPr/>
        </p:nvSpPr>
        <p:spPr>
          <a:xfrm>
            <a:off x="7235294" y="2814781"/>
            <a:ext cx="223800" cy="194100"/>
          </a:xfrm>
          <a:prstGeom prst="rect">
            <a:avLst/>
          </a:prstGeom>
          <a:noFill/>
          <a:ln cap="flat" cmpd="sng" w="14300">
            <a:solidFill>
              <a:srgbClr val="1D5A9C"/>
            </a:solidFill>
            <a:prstDash val="solid"/>
            <a:round/>
            <a:headEnd len="sm" w="sm" type="none"/>
            <a:tailEnd len="sm" w="sm" type="none"/>
          </a:ln>
        </p:spPr>
        <p:txBody>
          <a:bodyPr anchorCtr="0" anchor="ctr" bIns="45725" lIns="45725" spcFirstLastPara="1" rIns="45725" wrap="square" tIns="45725">
            <a:noAutofit/>
          </a:bodyPr>
          <a:lstStyle/>
          <a:p>
            <a:pPr indent="0" lvl="0" marL="0" marR="0" rtl="0" algn="ctr">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965" name="Google Shape;965;p37"/>
          <p:cNvSpPr/>
          <p:nvPr/>
        </p:nvSpPr>
        <p:spPr>
          <a:xfrm>
            <a:off x="7718569" y="2814781"/>
            <a:ext cx="223800" cy="194100"/>
          </a:xfrm>
          <a:prstGeom prst="rect">
            <a:avLst/>
          </a:prstGeom>
          <a:noFill/>
          <a:ln cap="flat" cmpd="sng" w="14300">
            <a:solidFill>
              <a:srgbClr val="1D5A9C"/>
            </a:solidFill>
            <a:prstDash val="solid"/>
            <a:round/>
            <a:headEnd len="sm" w="sm" type="none"/>
            <a:tailEnd len="sm" w="sm" type="none"/>
          </a:ln>
        </p:spPr>
        <p:txBody>
          <a:bodyPr anchorCtr="0" anchor="ctr" bIns="45725" lIns="45725" spcFirstLastPara="1" rIns="45725" wrap="square" tIns="45725">
            <a:noAutofit/>
          </a:bodyPr>
          <a:lstStyle/>
          <a:p>
            <a:pPr indent="0" lvl="0" marL="0" marR="0" rtl="0" algn="ctr">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966" name="Google Shape;966;p37"/>
          <p:cNvSpPr/>
          <p:nvPr/>
        </p:nvSpPr>
        <p:spPr>
          <a:xfrm>
            <a:off x="8201844" y="2814781"/>
            <a:ext cx="223800" cy="194100"/>
          </a:xfrm>
          <a:prstGeom prst="rect">
            <a:avLst/>
          </a:prstGeom>
          <a:noFill/>
          <a:ln cap="flat" cmpd="sng" w="14300">
            <a:solidFill>
              <a:srgbClr val="1D5A9C"/>
            </a:solidFill>
            <a:prstDash val="solid"/>
            <a:round/>
            <a:headEnd len="sm" w="sm" type="none"/>
            <a:tailEnd len="sm" w="sm" type="none"/>
          </a:ln>
        </p:spPr>
        <p:txBody>
          <a:bodyPr anchorCtr="0" anchor="ctr" bIns="45725" lIns="45725" spcFirstLastPara="1" rIns="45725" wrap="square" tIns="45725">
            <a:noAutofit/>
          </a:bodyPr>
          <a:lstStyle/>
          <a:p>
            <a:pPr indent="0" lvl="0" marL="0" marR="0" rtl="0" algn="ctr">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967" name="Google Shape;967;p37"/>
          <p:cNvSpPr/>
          <p:nvPr/>
        </p:nvSpPr>
        <p:spPr>
          <a:xfrm>
            <a:off x="8685119" y="2814781"/>
            <a:ext cx="223800" cy="194100"/>
          </a:xfrm>
          <a:prstGeom prst="rect">
            <a:avLst/>
          </a:prstGeom>
          <a:noFill/>
          <a:ln cap="flat" cmpd="sng" w="14300">
            <a:solidFill>
              <a:srgbClr val="1D5A9C"/>
            </a:solidFill>
            <a:prstDash val="solid"/>
            <a:round/>
            <a:headEnd len="sm" w="sm" type="none"/>
            <a:tailEnd len="sm" w="sm" type="none"/>
          </a:ln>
        </p:spPr>
        <p:txBody>
          <a:bodyPr anchorCtr="0" anchor="ctr" bIns="45725" lIns="45725" spcFirstLastPara="1" rIns="45725" wrap="square" tIns="45725">
            <a:noAutofit/>
          </a:bodyPr>
          <a:lstStyle/>
          <a:p>
            <a:pPr indent="0" lvl="0" marL="0" marR="0" rtl="0" algn="ctr">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968" name="Google Shape;968;p37"/>
          <p:cNvSpPr/>
          <p:nvPr/>
        </p:nvSpPr>
        <p:spPr>
          <a:xfrm>
            <a:off x="7235294" y="3281406"/>
            <a:ext cx="223800" cy="194100"/>
          </a:xfrm>
          <a:prstGeom prst="rect">
            <a:avLst/>
          </a:prstGeom>
          <a:noFill/>
          <a:ln cap="flat" cmpd="sng" w="14300">
            <a:solidFill>
              <a:srgbClr val="1D5A9C"/>
            </a:solidFill>
            <a:prstDash val="solid"/>
            <a:round/>
            <a:headEnd len="sm" w="sm" type="none"/>
            <a:tailEnd len="sm" w="sm" type="none"/>
          </a:ln>
        </p:spPr>
        <p:txBody>
          <a:bodyPr anchorCtr="0" anchor="ctr" bIns="45725" lIns="45725" spcFirstLastPara="1" rIns="45725" wrap="square" tIns="45725">
            <a:noAutofit/>
          </a:bodyPr>
          <a:lstStyle/>
          <a:p>
            <a:pPr indent="0" lvl="0" marL="0" marR="0" rtl="0" algn="ctr">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969" name="Google Shape;969;p37"/>
          <p:cNvSpPr/>
          <p:nvPr/>
        </p:nvSpPr>
        <p:spPr>
          <a:xfrm>
            <a:off x="7718569" y="3281406"/>
            <a:ext cx="223800" cy="194100"/>
          </a:xfrm>
          <a:prstGeom prst="rect">
            <a:avLst/>
          </a:prstGeom>
          <a:noFill/>
          <a:ln cap="flat" cmpd="sng" w="14300">
            <a:solidFill>
              <a:srgbClr val="1D5A9C"/>
            </a:solidFill>
            <a:prstDash val="solid"/>
            <a:round/>
            <a:headEnd len="sm" w="sm" type="none"/>
            <a:tailEnd len="sm" w="sm" type="none"/>
          </a:ln>
        </p:spPr>
        <p:txBody>
          <a:bodyPr anchorCtr="0" anchor="ctr" bIns="45725" lIns="45725" spcFirstLastPara="1" rIns="45725" wrap="square" tIns="45725">
            <a:noAutofit/>
          </a:bodyPr>
          <a:lstStyle/>
          <a:p>
            <a:pPr indent="0" lvl="0" marL="0" marR="0" rtl="0" algn="ctr">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970" name="Google Shape;970;p37"/>
          <p:cNvSpPr/>
          <p:nvPr/>
        </p:nvSpPr>
        <p:spPr>
          <a:xfrm>
            <a:off x="8201844" y="3281406"/>
            <a:ext cx="223800" cy="194100"/>
          </a:xfrm>
          <a:prstGeom prst="rect">
            <a:avLst/>
          </a:prstGeom>
          <a:noFill/>
          <a:ln cap="flat" cmpd="sng" w="14300">
            <a:solidFill>
              <a:srgbClr val="1D5A9C"/>
            </a:solidFill>
            <a:prstDash val="solid"/>
            <a:round/>
            <a:headEnd len="sm" w="sm" type="none"/>
            <a:tailEnd len="sm" w="sm" type="none"/>
          </a:ln>
        </p:spPr>
        <p:txBody>
          <a:bodyPr anchorCtr="0" anchor="ctr" bIns="45725" lIns="45725" spcFirstLastPara="1" rIns="45725" wrap="square" tIns="45725">
            <a:noAutofit/>
          </a:bodyPr>
          <a:lstStyle/>
          <a:p>
            <a:pPr indent="0" lvl="0" marL="0" marR="0" rtl="0" algn="ctr">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971" name="Google Shape;971;p37"/>
          <p:cNvSpPr/>
          <p:nvPr/>
        </p:nvSpPr>
        <p:spPr>
          <a:xfrm>
            <a:off x="8685119" y="3281406"/>
            <a:ext cx="223800" cy="194100"/>
          </a:xfrm>
          <a:prstGeom prst="rect">
            <a:avLst/>
          </a:prstGeom>
          <a:noFill/>
          <a:ln cap="flat" cmpd="sng" w="14300">
            <a:solidFill>
              <a:srgbClr val="1D5A9C"/>
            </a:solidFill>
            <a:prstDash val="solid"/>
            <a:round/>
            <a:headEnd len="sm" w="sm" type="none"/>
            <a:tailEnd len="sm" w="sm" type="none"/>
          </a:ln>
        </p:spPr>
        <p:txBody>
          <a:bodyPr anchorCtr="0" anchor="ctr" bIns="45725" lIns="45725" spcFirstLastPara="1" rIns="45725" wrap="square" tIns="45725">
            <a:noAutofit/>
          </a:bodyPr>
          <a:lstStyle/>
          <a:p>
            <a:pPr indent="0" lvl="0" marL="0" marR="0" rtl="0" algn="ctr">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972" name="Google Shape;972;p37"/>
          <p:cNvSpPr/>
          <p:nvPr/>
        </p:nvSpPr>
        <p:spPr>
          <a:xfrm>
            <a:off x="7235294" y="3785206"/>
            <a:ext cx="223800" cy="194100"/>
          </a:xfrm>
          <a:prstGeom prst="rect">
            <a:avLst/>
          </a:prstGeom>
          <a:noFill/>
          <a:ln cap="flat" cmpd="sng" w="14300">
            <a:solidFill>
              <a:srgbClr val="1D5A9C"/>
            </a:solidFill>
            <a:prstDash val="solid"/>
            <a:round/>
            <a:headEnd len="sm" w="sm" type="none"/>
            <a:tailEnd len="sm" w="sm" type="none"/>
          </a:ln>
        </p:spPr>
        <p:txBody>
          <a:bodyPr anchorCtr="0" anchor="ctr" bIns="45725" lIns="45725" spcFirstLastPara="1" rIns="45725" wrap="square" tIns="45725">
            <a:noAutofit/>
          </a:bodyPr>
          <a:lstStyle/>
          <a:p>
            <a:pPr indent="0" lvl="0" marL="0" marR="0" rtl="0" algn="ctr">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973" name="Google Shape;973;p37"/>
          <p:cNvSpPr/>
          <p:nvPr/>
        </p:nvSpPr>
        <p:spPr>
          <a:xfrm>
            <a:off x="7718569" y="3785206"/>
            <a:ext cx="223800" cy="194100"/>
          </a:xfrm>
          <a:prstGeom prst="rect">
            <a:avLst/>
          </a:prstGeom>
          <a:noFill/>
          <a:ln cap="flat" cmpd="sng" w="14300">
            <a:solidFill>
              <a:srgbClr val="1D5A9C"/>
            </a:solidFill>
            <a:prstDash val="solid"/>
            <a:round/>
            <a:headEnd len="sm" w="sm" type="none"/>
            <a:tailEnd len="sm" w="sm" type="none"/>
          </a:ln>
        </p:spPr>
        <p:txBody>
          <a:bodyPr anchorCtr="0" anchor="ctr" bIns="45725" lIns="45725" spcFirstLastPara="1" rIns="45725" wrap="square" tIns="45725">
            <a:noAutofit/>
          </a:bodyPr>
          <a:lstStyle/>
          <a:p>
            <a:pPr indent="0" lvl="0" marL="0" marR="0" rtl="0" algn="ctr">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974" name="Google Shape;974;p37"/>
          <p:cNvSpPr/>
          <p:nvPr/>
        </p:nvSpPr>
        <p:spPr>
          <a:xfrm>
            <a:off x="8201844" y="3785206"/>
            <a:ext cx="223800" cy="194100"/>
          </a:xfrm>
          <a:prstGeom prst="rect">
            <a:avLst/>
          </a:prstGeom>
          <a:noFill/>
          <a:ln cap="flat" cmpd="sng" w="14300">
            <a:solidFill>
              <a:srgbClr val="1D5A9C"/>
            </a:solidFill>
            <a:prstDash val="solid"/>
            <a:round/>
            <a:headEnd len="sm" w="sm" type="none"/>
            <a:tailEnd len="sm" w="sm" type="none"/>
          </a:ln>
        </p:spPr>
        <p:txBody>
          <a:bodyPr anchorCtr="0" anchor="ctr" bIns="45725" lIns="45725" spcFirstLastPara="1" rIns="45725" wrap="square" tIns="45725">
            <a:noAutofit/>
          </a:bodyPr>
          <a:lstStyle/>
          <a:p>
            <a:pPr indent="0" lvl="0" marL="0" marR="0" rtl="0" algn="ctr">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975" name="Google Shape;975;p37"/>
          <p:cNvSpPr/>
          <p:nvPr/>
        </p:nvSpPr>
        <p:spPr>
          <a:xfrm>
            <a:off x="8685119" y="3785206"/>
            <a:ext cx="223800" cy="194100"/>
          </a:xfrm>
          <a:prstGeom prst="rect">
            <a:avLst/>
          </a:prstGeom>
          <a:noFill/>
          <a:ln cap="flat" cmpd="sng" w="14300">
            <a:solidFill>
              <a:srgbClr val="1D5A9C"/>
            </a:solidFill>
            <a:prstDash val="solid"/>
            <a:round/>
            <a:headEnd len="sm" w="sm" type="none"/>
            <a:tailEnd len="sm" w="sm" type="none"/>
          </a:ln>
        </p:spPr>
        <p:txBody>
          <a:bodyPr anchorCtr="0" anchor="ctr" bIns="45725" lIns="45725" spcFirstLastPara="1" rIns="45725" wrap="square" tIns="45725">
            <a:noAutofit/>
          </a:bodyPr>
          <a:lstStyle/>
          <a:p>
            <a:pPr indent="0" lvl="0" marL="0" marR="0" rtl="0" algn="ctr">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pic>
        <p:nvPicPr>
          <p:cNvPr id="976" name="Google Shape;976;p37"/>
          <p:cNvPicPr preferRelativeResize="0"/>
          <p:nvPr/>
        </p:nvPicPr>
        <p:blipFill rotWithShape="1">
          <a:blip r:embed="rId8">
            <a:alphaModFix amt="5000"/>
          </a:blip>
          <a:srcRect b="-7974" l="14194" r="-2471" t="28860"/>
          <a:stretch/>
        </p:blipFill>
        <p:spPr>
          <a:xfrm>
            <a:off x="50" y="5250"/>
            <a:ext cx="9144000" cy="51435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0" name="Shape 980"/>
        <p:cNvGrpSpPr/>
        <p:nvPr/>
      </p:nvGrpSpPr>
      <p:grpSpPr>
        <a:xfrm>
          <a:off x="0" y="0"/>
          <a:ext cx="0" cy="0"/>
          <a:chOff x="0" y="0"/>
          <a:chExt cx="0" cy="0"/>
        </a:xfrm>
      </p:grpSpPr>
      <p:pic>
        <p:nvPicPr>
          <p:cNvPr descr="header ppt.jpg" id="981" name="Google Shape;981;p38"/>
          <p:cNvPicPr preferRelativeResize="0"/>
          <p:nvPr/>
        </p:nvPicPr>
        <p:blipFill rotWithShape="1">
          <a:blip r:embed="rId3">
            <a:alphaModFix/>
          </a:blip>
          <a:srcRect b="0" l="0" r="0" t="0"/>
          <a:stretch/>
        </p:blipFill>
        <p:spPr>
          <a:xfrm>
            <a:off x="0" y="5248"/>
            <a:ext cx="9144000" cy="568955"/>
          </a:xfrm>
          <a:prstGeom prst="rect">
            <a:avLst/>
          </a:prstGeom>
          <a:noFill/>
          <a:ln>
            <a:noFill/>
          </a:ln>
        </p:spPr>
      </p:pic>
      <p:sp>
        <p:nvSpPr>
          <p:cNvPr id="982" name="Google Shape;982;p38"/>
          <p:cNvSpPr txBox="1"/>
          <p:nvPr/>
        </p:nvSpPr>
        <p:spPr>
          <a:xfrm>
            <a:off x="241538" y="80250"/>
            <a:ext cx="8902500" cy="446400"/>
          </a:xfrm>
          <a:prstGeom prst="rect">
            <a:avLst/>
          </a:prstGeom>
          <a:noFill/>
          <a:ln>
            <a:noFill/>
          </a:ln>
        </p:spPr>
        <p:txBody>
          <a:bodyPr anchorCtr="0" anchor="t" bIns="68575" lIns="68575" spcFirstLastPara="1" rIns="68575" wrap="square" tIns="68575">
            <a:spAutoFit/>
          </a:bodyPr>
          <a:lstStyle/>
          <a:p>
            <a:pPr indent="0" lvl="0" marL="0" marR="0" rtl="0" algn="l">
              <a:lnSpc>
                <a:spcPct val="108000"/>
              </a:lnSpc>
              <a:spcBef>
                <a:spcPts val="0"/>
              </a:spcBef>
              <a:spcAft>
                <a:spcPts val="0"/>
              </a:spcAft>
              <a:buClr>
                <a:srgbClr val="000000"/>
              </a:buClr>
              <a:buSzPts val="2000"/>
              <a:buFont typeface="Arial"/>
              <a:buNone/>
            </a:pPr>
            <a:r>
              <a:rPr lang="en" sz="2000">
                <a:solidFill>
                  <a:srgbClr val="FFFFFF"/>
                </a:solidFill>
                <a:latin typeface="Jost SemiBold"/>
                <a:ea typeface="Jost SemiBold"/>
                <a:cs typeface="Jost SemiBold"/>
                <a:sym typeface="Jost SemiBold"/>
              </a:rPr>
              <a:t>Data Integration: Database Connectors (MCP, APIs )</a:t>
            </a:r>
            <a:endParaRPr b="0" i="0" sz="2000" u="none" cap="none" strike="noStrike">
              <a:solidFill>
                <a:srgbClr val="FFFFFF"/>
              </a:solidFill>
              <a:latin typeface="Jost SemiBold"/>
              <a:ea typeface="Jost SemiBold"/>
              <a:cs typeface="Jost SemiBold"/>
              <a:sym typeface="Jost SemiBold"/>
            </a:endParaRPr>
          </a:p>
        </p:txBody>
      </p:sp>
      <p:sp>
        <p:nvSpPr>
          <p:cNvPr id="983" name="Google Shape;983;p38"/>
          <p:cNvSpPr txBox="1"/>
          <p:nvPr/>
        </p:nvSpPr>
        <p:spPr>
          <a:xfrm>
            <a:off x="5207686" y="1851812"/>
            <a:ext cx="1481700" cy="369300"/>
          </a:xfrm>
          <a:prstGeom prst="rect">
            <a:avLst/>
          </a:prstGeom>
          <a:solidFill>
            <a:srgbClr val="1D5A9C"/>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solidFill>
                  <a:schemeClr val="lt1"/>
                </a:solidFill>
                <a:latin typeface="Nunito"/>
                <a:ea typeface="Nunito"/>
                <a:cs typeface="Nunito"/>
                <a:sym typeface="Nunito"/>
              </a:rPr>
              <a:t>Database Setup</a:t>
            </a:r>
            <a:endParaRPr b="1" sz="1200">
              <a:solidFill>
                <a:schemeClr val="lt1"/>
              </a:solidFill>
              <a:latin typeface="Nunito"/>
              <a:ea typeface="Nunito"/>
              <a:cs typeface="Nunito"/>
              <a:sym typeface="Nunito"/>
            </a:endParaRPr>
          </a:p>
        </p:txBody>
      </p:sp>
      <p:sp>
        <p:nvSpPr>
          <p:cNvPr id="984" name="Google Shape;984;p38"/>
          <p:cNvSpPr txBox="1"/>
          <p:nvPr/>
        </p:nvSpPr>
        <p:spPr>
          <a:xfrm>
            <a:off x="1546611" y="1851812"/>
            <a:ext cx="1481700" cy="369300"/>
          </a:xfrm>
          <a:prstGeom prst="rect">
            <a:avLst/>
          </a:prstGeom>
          <a:solidFill>
            <a:srgbClr val="1D5A9C"/>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solidFill>
                  <a:schemeClr val="lt1"/>
                </a:solidFill>
                <a:latin typeface="Nunito"/>
                <a:ea typeface="Nunito"/>
                <a:cs typeface="Nunito"/>
                <a:sym typeface="Nunito"/>
              </a:rPr>
              <a:t>MCP, APIs</a:t>
            </a:r>
            <a:endParaRPr b="1" sz="1200">
              <a:solidFill>
                <a:schemeClr val="lt1"/>
              </a:solidFill>
              <a:latin typeface="Nunito"/>
              <a:ea typeface="Nunito"/>
              <a:cs typeface="Nunito"/>
              <a:sym typeface="Nunito"/>
            </a:endParaRPr>
          </a:p>
        </p:txBody>
      </p:sp>
      <p:sp>
        <p:nvSpPr>
          <p:cNvPr id="985" name="Google Shape;985;p38"/>
          <p:cNvSpPr txBox="1"/>
          <p:nvPr/>
        </p:nvSpPr>
        <p:spPr>
          <a:xfrm>
            <a:off x="3255411" y="930250"/>
            <a:ext cx="1481700" cy="554100"/>
          </a:xfrm>
          <a:prstGeom prst="rect">
            <a:avLst/>
          </a:prstGeom>
          <a:solidFill>
            <a:srgbClr val="1D5A9C"/>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solidFill>
                  <a:schemeClr val="lt1"/>
                </a:solidFill>
                <a:latin typeface="Nunito"/>
                <a:ea typeface="Nunito"/>
                <a:cs typeface="Nunito"/>
                <a:sym typeface="Nunito"/>
              </a:rPr>
              <a:t>Knowledge Base  Layer</a:t>
            </a:r>
            <a:endParaRPr b="1" sz="1200">
              <a:solidFill>
                <a:schemeClr val="lt1"/>
              </a:solidFill>
              <a:latin typeface="Nunito"/>
              <a:ea typeface="Nunito"/>
              <a:cs typeface="Nunito"/>
              <a:sym typeface="Nunito"/>
            </a:endParaRPr>
          </a:p>
        </p:txBody>
      </p:sp>
      <p:cxnSp>
        <p:nvCxnSpPr>
          <p:cNvPr id="986" name="Google Shape;986;p38"/>
          <p:cNvCxnSpPr>
            <a:stCxn id="985" idx="2"/>
            <a:endCxn id="984" idx="0"/>
          </p:cNvCxnSpPr>
          <p:nvPr/>
        </p:nvCxnSpPr>
        <p:spPr>
          <a:xfrm rot="5400000">
            <a:off x="2958111" y="813700"/>
            <a:ext cx="367500" cy="1708800"/>
          </a:xfrm>
          <a:prstGeom prst="bentConnector3">
            <a:avLst>
              <a:gd fmla="val 49995" name="adj1"/>
            </a:avLst>
          </a:prstGeom>
          <a:noFill/>
          <a:ln cap="flat" cmpd="sng" w="9525">
            <a:solidFill>
              <a:schemeClr val="dk2"/>
            </a:solidFill>
            <a:prstDash val="solid"/>
            <a:round/>
            <a:headEnd len="med" w="med" type="none"/>
            <a:tailEnd len="med" w="med" type="none"/>
          </a:ln>
        </p:spPr>
      </p:cxnSp>
      <p:cxnSp>
        <p:nvCxnSpPr>
          <p:cNvPr id="987" name="Google Shape;987;p38"/>
          <p:cNvCxnSpPr>
            <a:stCxn id="985" idx="2"/>
            <a:endCxn id="985" idx="2"/>
          </p:cNvCxnSpPr>
          <p:nvPr/>
        </p:nvCxnSpPr>
        <p:spPr>
          <a:xfrm>
            <a:off x="3996261" y="1484350"/>
            <a:ext cx="0" cy="0"/>
          </a:xfrm>
          <a:prstGeom prst="straightConnector1">
            <a:avLst/>
          </a:prstGeom>
          <a:noFill/>
          <a:ln cap="flat" cmpd="sng" w="9525">
            <a:solidFill>
              <a:schemeClr val="dk2"/>
            </a:solidFill>
            <a:prstDash val="solid"/>
            <a:round/>
            <a:headEnd len="med" w="med" type="none"/>
            <a:tailEnd len="med" w="med" type="none"/>
          </a:ln>
        </p:spPr>
      </p:cxnSp>
      <p:cxnSp>
        <p:nvCxnSpPr>
          <p:cNvPr id="988" name="Google Shape;988;p38"/>
          <p:cNvCxnSpPr>
            <a:stCxn id="985" idx="2"/>
            <a:endCxn id="983" idx="0"/>
          </p:cNvCxnSpPr>
          <p:nvPr/>
        </p:nvCxnSpPr>
        <p:spPr>
          <a:xfrm flipH="1" rot="-5400000">
            <a:off x="4788711" y="691900"/>
            <a:ext cx="367500" cy="1952400"/>
          </a:xfrm>
          <a:prstGeom prst="bentConnector3">
            <a:avLst>
              <a:gd fmla="val 49995" name="adj1"/>
            </a:avLst>
          </a:prstGeom>
          <a:noFill/>
          <a:ln cap="flat" cmpd="sng" w="9525">
            <a:solidFill>
              <a:schemeClr val="dk2"/>
            </a:solidFill>
            <a:prstDash val="solid"/>
            <a:round/>
            <a:headEnd len="med" w="med" type="none"/>
            <a:tailEnd len="med" w="med" type="none"/>
          </a:ln>
        </p:spPr>
      </p:cxnSp>
      <p:sp>
        <p:nvSpPr>
          <p:cNvPr id="989" name="Google Shape;989;p38"/>
          <p:cNvSpPr txBox="1"/>
          <p:nvPr/>
        </p:nvSpPr>
        <p:spPr>
          <a:xfrm>
            <a:off x="5207700" y="3309753"/>
            <a:ext cx="1481700" cy="338700"/>
          </a:xfrm>
          <a:prstGeom prst="rect">
            <a:avLst/>
          </a:prstGeom>
          <a:solidFill>
            <a:srgbClr val="93C47D"/>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000">
                <a:solidFill>
                  <a:schemeClr val="accent2"/>
                </a:solidFill>
                <a:latin typeface="Nunito"/>
                <a:ea typeface="Nunito"/>
                <a:cs typeface="Nunito"/>
                <a:sym typeface="Nunito"/>
              </a:rPr>
              <a:t>Document Parser</a:t>
            </a:r>
            <a:endParaRPr b="1" sz="1000">
              <a:solidFill>
                <a:schemeClr val="accent2"/>
              </a:solidFill>
              <a:latin typeface="Nunito"/>
              <a:ea typeface="Nunito"/>
              <a:cs typeface="Nunito"/>
              <a:sym typeface="Nunito"/>
            </a:endParaRPr>
          </a:p>
        </p:txBody>
      </p:sp>
      <p:sp>
        <p:nvSpPr>
          <p:cNvPr id="990" name="Google Shape;990;p38"/>
          <p:cNvSpPr txBox="1"/>
          <p:nvPr/>
        </p:nvSpPr>
        <p:spPr>
          <a:xfrm>
            <a:off x="5207714" y="4013380"/>
            <a:ext cx="1481700" cy="338700"/>
          </a:xfrm>
          <a:prstGeom prst="rect">
            <a:avLst/>
          </a:prstGeom>
          <a:solidFill>
            <a:srgbClr val="93C47D"/>
          </a:solidFill>
          <a:ln>
            <a:noFill/>
          </a:ln>
        </p:spPr>
        <p:txBody>
          <a:bodyPr anchorCtr="0" anchor="t" bIns="91425" lIns="91425" spcFirstLastPara="1" rIns="91425" wrap="square" tIns="91425">
            <a:spAutoFit/>
          </a:bodyPr>
          <a:lstStyle/>
          <a:p>
            <a:pPr indent="0" lvl="0" marL="0" rtl="0" algn="ctr">
              <a:spcBef>
                <a:spcPts val="0"/>
              </a:spcBef>
              <a:spcAft>
                <a:spcPts val="0"/>
              </a:spcAft>
              <a:buClr>
                <a:schemeClr val="dk1"/>
              </a:buClr>
              <a:buSzPts val="1100"/>
              <a:buFont typeface="Arial"/>
              <a:buNone/>
            </a:pPr>
            <a:r>
              <a:rPr b="1" lang="en" sz="1000">
                <a:solidFill>
                  <a:schemeClr val="accent2"/>
                </a:solidFill>
              </a:rPr>
              <a:t>Chunking</a:t>
            </a:r>
            <a:endParaRPr b="1" sz="1000">
              <a:solidFill>
                <a:schemeClr val="accent2"/>
              </a:solidFill>
            </a:endParaRPr>
          </a:p>
        </p:txBody>
      </p:sp>
      <p:pic>
        <p:nvPicPr>
          <p:cNvPr id="991" name="Google Shape;991;p38"/>
          <p:cNvPicPr preferRelativeResize="0"/>
          <p:nvPr/>
        </p:nvPicPr>
        <p:blipFill rotWithShape="1">
          <a:blip r:embed="rId4">
            <a:alphaModFix/>
          </a:blip>
          <a:srcRect b="0" l="0" r="0" t="23094"/>
          <a:stretch/>
        </p:blipFill>
        <p:spPr>
          <a:xfrm>
            <a:off x="7269372" y="3662628"/>
            <a:ext cx="1027500" cy="415514"/>
          </a:xfrm>
          <a:prstGeom prst="rect">
            <a:avLst/>
          </a:prstGeom>
          <a:noFill/>
          <a:ln>
            <a:noFill/>
          </a:ln>
        </p:spPr>
      </p:pic>
      <p:sp>
        <p:nvSpPr>
          <p:cNvPr id="992" name="Google Shape;992;p38"/>
          <p:cNvSpPr txBox="1"/>
          <p:nvPr/>
        </p:nvSpPr>
        <p:spPr>
          <a:xfrm>
            <a:off x="5207709" y="2651196"/>
            <a:ext cx="1481700" cy="646500"/>
          </a:xfrm>
          <a:prstGeom prst="rect">
            <a:avLst/>
          </a:prstGeom>
          <a:solidFill>
            <a:srgbClr val="93C47D"/>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000">
                <a:solidFill>
                  <a:schemeClr val="dk1"/>
                </a:solidFill>
                <a:latin typeface="Nunito"/>
                <a:ea typeface="Nunito"/>
                <a:cs typeface="Nunito"/>
                <a:sym typeface="Nunito"/>
              </a:rPr>
              <a:t>Internal &amp; Historical Data Sources - Ad-hoc Uploads</a:t>
            </a:r>
            <a:endParaRPr b="1" sz="1000">
              <a:solidFill>
                <a:schemeClr val="dk1"/>
              </a:solidFill>
              <a:latin typeface="Nunito"/>
              <a:ea typeface="Nunito"/>
              <a:cs typeface="Nunito"/>
              <a:sym typeface="Nunito"/>
            </a:endParaRPr>
          </a:p>
        </p:txBody>
      </p:sp>
      <p:sp>
        <p:nvSpPr>
          <p:cNvPr id="993" name="Google Shape;993;p38"/>
          <p:cNvSpPr txBox="1"/>
          <p:nvPr/>
        </p:nvSpPr>
        <p:spPr>
          <a:xfrm>
            <a:off x="5211509" y="4362797"/>
            <a:ext cx="1481700" cy="338700"/>
          </a:xfrm>
          <a:prstGeom prst="rect">
            <a:avLst/>
          </a:prstGeom>
          <a:solidFill>
            <a:srgbClr val="93C47D"/>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000">
                <a:solidFill>
                  <a:schemeClr val="accent2"/>
                </a:solidFill>
              </a:rPr>
              <a:t>Metadata tagger</a:t>
            </a:r>
            <a:endParaRPr b="1" sz="1000">
              <a:solidFill>
                <a:schemeClr val="accent2"/>
              </a:solidFill>
            </a:endParaRPr>
          </a:p>
        </p:txBody>
      </p:sp>
      <p:sp>
        <p:nvSpPr>
          <p:cNvPr id="994" name="Google Shape;994;p38"/>
          <p:cNvSpPr txBox="1"/>
          <p:nvPr/>
        </p:nvSpPr>
        <p:spPr>
          <a:xfrm>
            <a:off x="5207720" y="2295843"/>
            <a:ext cx="1481700" cy="338700"/>
          </a:xfrm>
          <a:prstGeom prst="rect">
            <a:avLst/>
          </a:prstGeom>
          <a:solidFill>
            <a:srgbClr val="93C47D"/>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000">
                <a:solidFill>
                  <a:schemeClr val="accent2"/>
                </a:solidFill>
                <a:latin typeface="Nunito"/>
                <a:ea typeface="Nunito"/>
                <a:cs typeface="Nunito"/>
                <a:sym typeface="Nunito"/>
              </a:rPr>
              <a:t>Documents</a:t>
            </a:r>
            <a:endParaRPr b="1" sz="1000">
              <a:solidFill>
                <a:schemeClr val="accent2"/>
              </a:solidFill>
              <a:latin typeface="Nunito"/>
              <a:ea typeface="Nunito"/>
              <a:cs typeface="Nunito"/>
              <a:sym typeface="Nunito"/>
            </a:endParaRPr>
          </a:p>
        </p:txBody>
      </p:sp>
      <p:sp>
        <p:nvSpPr>
          <p:cNvPr id="995" name="Google Shape;995;p38"/>
          <p:cNvSpPr txBox="1"/>
          <p:nvPr/>
        </p:nvSpPr>
        <p:spPr>
          <a:xfrm>
            <a:off x="5207709" y="3662631"/>
            <a:ext cx="1481700" cy="338700"/>
          </a:xfrm>
          <a:prstGeom prst="rect">
            <a:avLst/>
          </a:prstGeom>
          <a:solidFill>
            <a:srgbClr val="93C47D"/>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000">
                <a:solidFill>
                  <a:schemeClr val="accent2"/>
                </a:solidFill>
              </a:rPr>
              <a:t>Document Registry</a:t>
            </a:r>
            <a:endParaRPr b="1" sz="1000">
              <a:solidFill>
                <a:schemeClr val="accent2"/>
              </a:solidFill>
            </a:endParaRPr>
          </a:p>
        </p:txBody>
      </p:sp>
      <p:sp>
        <p:nvSpPr>
          <p:cNvPr id="996" name="Google Shape;996;p38"/>
          <p:cNvSpPr txBox="1"/>
          <p:nvPr/>
        </p:nvSpPr>
        <p:spPr>
          <a:xfrm>
            <a:off x="7033971" y="2915967"/>
            <a:ext cx="1820400" cy="867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i="1" lang="en" sz="700">
                <a:solidFill>
                  <a:srgbClr val="1D5A9C"/>
                </a:solidFill>
                <a:latin typeface="Nunito SemiBold"/>
                <a:ea typeface="Nunito SemiBold"/>
                <a:cs typeface="Nunito SemiBold"/>
                <a:sym typeface="Nunito SemiBold"/>
              </a:rPr>
              <a:t>The database setup part is used for initial Data Load- Data Transform operation for RAG </a:t>
            </a:r>
            <a:r>
              <a:rPr i="1" lang="en" sz="700">
                <a:solidFill>
                  <a:srgbClr val="1D5A9C"/>
                </a:solidFill>
                <a:latin typeface="Nunito SemiBold"/>
                <a:ea typeface="Nunito SemiBold"/>
                <a:cs typeface="Nunito SemiBold"/>
                <a:sym typeface="Nunito SemiBold"/>
              </a:rPr>
              <a:t>Use Case</a:t>
            </a:r>
            <a:r>
              <a:rPr i="1" lang="en" sz="700">
                <a:solidFill>
                  <a:srgbClr val="1D5A9C"/>
                </a:solidFill>
                <a:latin typeface="Nunito SemiBold"/>
                <a:ea typeface="Nunito SemiBold"/>
                <a:cs typeface="Nunito SemiBold"/>
                <a:sym typeface="Nunito SemiBold"/>
              </a:rPr>
              <a:t> based on similarity searches. For connecting to other internal dbs like CRMs, ERPs, MCP, API </a:t>
            </a:r>
            <a:r>
              <a:rPr i="1" lang="en" sz="700">
                <a:solidFill>
                  <a:srgbClr val="1D5A9C"/>
                </a:solidFill>
                <a:latin typeface="Nunito SemiBold"/>
                <a:ea typeface="Nunito SemiBold"/>
                <a:cs typeface="Nunito SemiBold"/>
                <a:sym typeface="Nunito SemiBold"/>
              </a:rPr>
              <a:t>endpoints</a:t>
            </a:r>
            <a:r>
              <a:rPr i="1" lang="en" sz="700">
                <a:solidFill>
                  <a:srgbClr val="1D5A9C"/>
                </a:solidFill>
                <a:latin typeface="Nunito SemiBold"/>
                <a:ea typeface="Nunito SemiBold"/>
                <a:cs typeface="Nunito SemiBold"/>
                <a:sym typeface="Nunito SemiBold"/>
              </a:rPr>
              <a:t> are configured inside the agent </a:t>
            </a:r>
            <a:r>
              <a:rPr i="1" lang="en" sz="700">
                <a:solidFill>
                  <a:srgbClr val="1D5A9C"/>
                </a:solidFill>
                <a:latin typeface="Nunito SemiBold"/>
                <a:ea typeface="Nunito SemiBold"/>
                <a:cs typeface="Nunito SemiBold"/>
                <a:sym typeface="Nunito SemiBold"/>
              </a:rPr>
              <a:t>knowledge store</a:t>
            </a:r>
            <a:br>
              <a:rPr i="1" lang="en" sz="700">
                <a:solidFill>
                  <a:srgbClr val="1D5A9C"/>
                </a:solidFill>
                <a:latin typeface="Nunito SemiBold"/>
                <a:ea typeface="Nunito SemiBold"/>
                <a:cs typeface="Nunito SemiBold"/>
                <a:sym typeface="Nunito SemiBold"/>
              </a:rPr>
            </a:br>
            <a:endParaRPr i="1" sz="700">
              <a:solidFill>
                <a:srgbClr val="1D5A9C"/>
              </a:solidFill>
              <a:latin typeface="Nunito SemiBold"/>
              <a:ea typeface="Nunito SemiBold"/>
              <a:cs typeface="Nunito SemiBold"/>
              <a:sym typeface="Nunito SemiBold"/>
            </a:endParaRPr>
          </a:p>
          <a:p>
            <a:pPr indent="0" lvl="0" marL="0" rtl="0" algn="l">
              <a:spcBef>
                <a:spcPts val="0"/>
              </a:spcBef>
              <a:spcAft>
                <a:spcPts val="0"/>
              </a:spcAft>
              <a:buNone/>
            </a:pPr>
            <a:r>
              <a:t/>
            </a:r>
            <a:endParaRPr i="1" sz="700">
              <a:solidFill>
                <a:srgbClr val="1D5A9C"/>
              </a:solidFill>
              <a:latin typeface="Nunito SemiBold"/>
              <a:ea typeface="Nunito SemiBold"/>
              <a:cs typeface="Nunito SemiBold"/>
              <a:sym typeface="Nunito SemiBold"/>
            </a:endParaRPr>
          </a:p>
        </p:txBody>
      </p:sp>
      <p:sp>
        <p:nvSpPr>
          <p:cNvPr id="997" name="Google Shape;997;p38"/>
          <p:cNvSpPr/>
          <p:nvPr/>
        </p:nvSpPr>
        <p:spPr>
          <a:xfrm>
            <a:off x="6758234" y="2327996"/>
            <a:ext cx="129300" cy="2306400"/>
          </a:xfrm>
          <a:prstGeom prst="downArrow">
            <a:avLst>
              <a:gd fmla="val 50000" name="adj1"/>
              <a:gd fmla="val 50000" name="adj2"/>
            </a:avLst>
          </a:prstGeom>
          <a:solidFill>
            <a:srgbClr val="C9DAF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98" name="Google Shape;998;p38"/>
          <p:cNvSpPr txBox="1"/>
          <p:nvPr/>
        </p:nvSpPr>
        <p:spPr>
          <a:xfrm>
            <a:off x="1546620" y="2294029"/>
            <a:ext cx="1481700" cy="338700"/>
          </a:xfrm>
          <a:prstGeom prst="rect">
            <a:avLst/>
          </a:prstGeom>
          <a:solidFill>
            <a:srgbClr val="93C47D"/>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000">
                <a:solidFill>
                  <a:schemeClr val="accent2"/>
                </a:solidFill>
                <a:latin typeface="Nunito"/>
                <a:ea typeface="Nunito"/>
                <a:cs typeface="Nunito"/>
                <a:sym typeface="Nunito"/>
              </a:rPr>
              <a:t>CRM, ERP systems</a:t>
            </a:r>
            <a:endParaRPr b="1" sz="1000">
              <a:solidFill>
                <a:schemeClr val="accent2"/>
              </a:solidFill>
              <a:latin typeface="Nunito"/>
              <a:ea typeface="Nunito"/>
              <a:cs typeface="Nunito"/>
              <a:sym typeface="Nunito"/>
            </a:endParaRPr>
          </a:p>
        </p:txBody>
      </p:sp>
      <p:pic>
        <p:nvPicPr>
          <p:cNvPr id="999" name="Google Shape;999;p38"/>
          <p:cNvPicPr preferRelativeResize="0"/>
          <p:nvPr/>
        </p:nvPicPr>
        <p:blipFill>
          <a:blip r:embed="rId5">
            <a:alphaModFix/>
          </a:blip>
          <a:stretch>
            <a:fillRect/>
          </a:stretch>
        </p:blipFill>
        <p:spPr>
          <a:xfrm>
            <a:off x="81650" y="2402400"/>
            <a:ext cx="617897" cy="338700"/>
          </a:xfrm>
          <a:prstGeom prst="rect">
            <a:avLst/>
          </a:prstGeom>
          <a:noFill/>
          <a:ln>
            <a:noFill/>
          </a:ln>
        </p:spPr>
      </p:pic>
      <p:pic>
        <p:nvPicPr>
          <p:cNvPr id="1000" name="Google Shape;1000;p38"/>
          <p:cNvPicPr preferRelativeResize="0"/>
          <p:nvPr/>
        </p:nvPicPr>
        <p:blipFill>
          <a:blip r:embed="rId6">
            <a:alphaModFix/>
          </a:blip>
          <a:stretch>
            <a:fillRect/>
          </a:stretch>
        </p:blipFill>
        <p:spPr>
          <a:xfrm>
            <a:off x="744875" y="2348550"/>
            <a:ext cx="755400" cy="446400"/>
          </a:xfrm>
          <a:prstGeom prst="rect">
            <a:avLst/>
          </a:prstGeom>
          <a:noFill/>
          <a:ln>
            <a:noFill/>
          </a:ln>
        </p:spPr>
      </p:pic>
      <p:sp>
        <p:nvSpPr>
          <p:cNvPr id="1001" name="Google Shape;1001;p38"/>
          <p:cNvSpPr txBox="1"/>
          <p:nvPr/>
        </p:nvSpPr>
        <p:spPr>
          <a:xfrm>
            <a:off x="1546625" y="2650889"/>
            <a:ext cx="1481700" cy="338700"/>
          </a:xfrm>
          <a:prstGeom prst="rect">
            <a:avLst/>
          </a:prstGeom>
          <a:solidFill>
            <a:srgbClr val="93C47D"/>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000">
                <a:solidFill>
                  <a:schemeClr val="accent2"/>
                </a:solidFill>
                <a:latin typeface="Nunito"/>
                <a:ea typeface="Nunito"/>
                <a:cs typeface="Nunito"/>
                <a:sym typeface="Nunito"/>
              </a:rPr>
              <a:t>Link to Tool/ Agent</a:t>
            </a:r>
            <a:endParaRPr b="1" sz="1000">
              <a:solidFill>
                <a:schemeClr val="accent2"/>
              </a:solidFill>
              <a:latin typeface="Nunito"/>
              <a:ea typeface="Nunito"/>
              <a:cs typeface="Nunito"/>
              <a:sym typeface="Nunito"/>
            </a:endParaRPr>
          </a:p>
        </p:txBody>
      </p:sp>
      <p:sp>
        <p:nvSpPr>
          <p:cNvPr id="1002" name="Google Shape;1002;p38"/>
          <p:cNvSpPr/>
          <p:nvPr/>
        </p:nvSpPr>
        <p:spPr>
          <a:xfrm>
            <a:off x="3110971" y="2327996"/>
            <a:ext cx="129300" cy="621900"/>
          </a:xfrm>
          <a:prstGeom prst="downArrow">
            <a:avLst>
              <a:gd fmla="val 50000" name="adj1"/>
              <a:gd fmla="val 50000" name="adj2"/>
            </a:avLst>
          </a:prstGeom>
          <a:solidFill>
            <a:srgbClr val="C9DAF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6" name="Shape 1006"/>
        <p:cNvGrpSpPr/>
        <p:nvPr/>
      </p:nvGrpSpPr>
      <p:grpSpPr>
        <a:xfrm>
          <a:off x="0" y="0"/>
          <a:ext cx="0" cy="0"/>
          <a:chOff x="0" y="0"/>
          <a:chExt cx="0" cy="0"/>
        </a:xfrm>
      </p:grpSpPr>
      <p:pic>
        <p:nvPicPr>
          <p:cNvPr descr="header ppt.jpg" id="1007" name="Google Shape;1007;p39"/>
          <p:cNvPicPr preferRelativeResize="0"/>
          <p:nvPr/>
        </p:nvPicPr>
        <p:blipFill rotWithShape="1">
          <a:blip r:embed="rId3">
            <a:alphaModFix/>
          </a:blip>
          <a:srcRect b="0" l="0" r="0" t="0"/>
          <a:stretch/>
        </p:blipFill>
        <p:spPr>
          <a:xfrm>
            <a:off x="0" y="5248"/>
            <a:ext cx="9144000" cy="568955"/>
          </a:xfrm>
          <a:prstGeom prst="rect">
            <a:avLst/>
          </a:prstGeom>
          <a:noFill/>
          <a:ln>
            <a:noFill/>
          </a:ln>
        </p:spPr>
      </p:pic>
      <p:sp>
        <p:nvSpPr>
          <p:cNvPr id="1008" name="Google Shape;1008;p39"/>
          <p:cNvSpPr txBox="1"/>
          <p:nvPr/>
        </p:nvSpPr>
        <p:spPr>
          <a:xfrm>
            <a:off x="17475" y="66525"/>
            <a:ext cx="9069300" cy="446400"/>
          </a:xfrm>
          <a:prstGeom prst="rect">
            <a:avLst/>
          </a:prstGeom>
          <a:noFill/>
          <a:ln>
            <a:noFill/>
          </a:ln>
        </p:spPr>
        <p:txBody>
          <a:bodyPr anchorCtr="0" anchor="t" bIns="68575" lIns="68575" spcFirstLastPara="1" rIns="68575" wrap="square" tIns="68575">
            <a:spAutoFit/>
          </a:bodyPr>
          <a:lstStyle/>
          <a:p>
            <a:pPr indent="0" lvl="0" marL="0" rtl="0" algn="l">
              <a:lnSpc>
                <a:spcPct val="108000"/>
              </a:lnSpc>
              <a:spcBef>
                <a:spcPts val="0"/>
              </a:spcBef>
              <a:spcAft>
                <a:spcPts val="0"/>
              </a:spcAft>
              <a:buClr>
                <a:schemeClr val="dk1"/>
              </a:buClr>
              <a:buSzPts val="1100"/>
              <a:buFont typeface="Arial"/>
              <a:buNone/>
            </a:pPr>
            <a:r>
              <a:rPr lang="en" sz="2000">
                <a:solidFill>
                  <a:schemeClr val="lt1"/>
                </a:solidFill>
                <a:latin typeface="Jost SemiBold"/>
                <a:ea typeface="Jost SemiBold"/>
                <a:cs typeface="Jost SemiBold"/>
                <a:sym typeface="Jost SemiBold"/>
              </a:rPr>
              <a:t>Audit Logs &amp; Monitoring</a:t>
            </a:r>
            <a:endParaRPr sz="2000">
              <a:solidFill>
                <a:schemeClr val="lt1"/>
              </a:solidFill>
              <a:latin typeface="Jost SemiBold"/>
              <a:ea typeface="Jost SemiBold"/>
              <a:cs typeface="Jost SemiBold"/>
              <a:sym typeface="Jost SemiBold"/>
            </a:endParaRPr>
          </a:p>
        </p:txBody>
      </p:sp>
      <p:pic>
        <p:nvPicPr>
          <p:cNvPr id="1009" name="Google Shape;1009;p39" title="Flowchart - Page 1 (2).png"/>
          <p:cNvPicPr preferRelativeResize="0"/>
          <p:nvPr/>
        </p:nvPicPr>
        <p:blipFill>
          <a:blip r:embed="rId4">
            <a:alphaModFix/>
          </a:blip>
          <a:stretch>
            <a:fillRect/>
          </a:stretch>
        </p:blipFill>
        <p:spPr>
          <a:xfrm>
            <a:off x="152400" y="726600"/>
            <a:ext cx="8839199" cy="3845399"/>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3" name="Shape 1013"/>
        <p:cNvGrpSpPr/>
        <p:nvPr/>
      </p:nvGrpSpPr>
      <p:grpSpPr>
        <a:xfrm>
          <a:off x="0" y="0"/>
          <a:ext cx="0" cy="0"/>
          <a:chOff x="0" y="0"/>
          <a:chExt cx="0" cy="0"/>
        </a:xfrm>
      </p:grpSpPr>
      <p:pic>
        <p:nvPicPr>
          <p:cNvPr id="1014" name="Google Shape;1014;p40"/>
          <p:cNvPicPr preferRelativeResize="0"/>
          <p:nvPr/>
        </p:nvPicPr>
        <p:blipFill rotWithShape="1">
          <a:blip r:embed="rId3">
            <a:alphaModFix amt="5000"/>
          </a:blip>
          <a:srcRect b="0" l="0" r="0" t="0"/>
          <a:stretch/>
        </p:blipFill>
        <p:spPr>
          <a:xfrm>
            <a:off x="1" y="0"/>
            <a:ext cx="9144000" cy="5143500"/>
          </a:xfrm>
          <a:prstGeom prst="rect">
            <a:avLst/>
          </a:prstGeom>
          <a:noFill/>
          <a:ln>
            <a:noFill/>
          </a:ln>
        </p:spPr>
      </p:pic>
      <p:pic>
        <p:nvPicPr>
          <p:cNvPr descr="header ppt.jpg" id="1015" name="Google Shape;1015;p40"/>
          <p:cNvPicPr preferRelativeResize="0"/>
          <p:nvPr/>
        </p:nvPicPr>
        <p:blipFill rotWithShape="1">
          <a:blip r:embed="rId4">
            <a:alphaModFix/>
          </a:blip>
          <a:srcRect b="0" l="0" r="0" t="0"/>
          <a:stretch/>
        </p:blipFill>
        <p:spPr>
          <a:xfrm>
            <a:off x="0" y="5248"/>
            <a:ext cx="9176688" cy="568955"/>
          </a:xfrm>
          <a:prstGeom prst="rect">
            <a:avLst/>
          </a:prstGeom>
          <a:noFill/>
          <a:ln>
            <a:noFill/>
          </a:ln>
        </p:spPr>
      </p:pic>
      <p:sp>
        <p:nvSpPr>
          <p:cNvPr id="1016" name="Google Shape;1016;p40"/>
          <p:cNvSpPr txBox="1"/>
          <p:nvPr/>
        </p:nvSpPr>
        <p:spPr>
          <a:xfrm>
            <a:off x="144550" y="66525"/>
            <a:ext cx="8775300" cy="446400"/>
          </a:xfrm>
          <a:prstGeom prst="rect">
            <a:avLst/>
          </a:prstGeom>
          <a:noFill/>
          <a:ln>
            <a:noFill/>
          </a:ln>
        </p:spPr>
        <p:txBody>
          <a:bodyPr anchorCtr="0" anchor="t" bIns="68575" lIns="68575" spcFirstLastPara="1" rIns="68575" wrap="square" tIns="68575">
            <a:spAutoFit/>
          </a:bodyPr>
          <a:lstStyle/>
          <a:p>
            <a:pPr indent="0" lvl="0" marL="0" rtl="0" algn="l">
              <a:lnSpc>
                <a:spcPct val="108000"/>
              </a:lnSpc>
              <a:spcBef>
                <a:spcPts val="0"/>
              </a:spcBef>
              <a:spcAft>
                <a:spcPts val="0"/>
              </a:spcAft>
              <a:buClr>
                <a:schemeClr val="dk1"/>
              </a:buClr>
              <a:buSzPts val="1100"/>
              <a:buFont typeface="Arial"/>
              <a:buNone/>
            </a:pPr>
            <a:r>
              <a:rPr lang="en" sz="2000">
                <a:solidFill>
                  <a:schemeClr val="lt1"/>
                </a:solidFill>
                <a:latin typeface="Jost SemiBold"/>
                <a:ea typeface="Jost SemiBold"/>
                <a:cs typeface="Jost SemiBold"/>
                <a:sym typeface="Jost SemiBold"/>
              </a:rPr>
              <a:t>Automated Testing of PIE Functionality</a:t>
            </a:r>
            <a:endParaRPr sz="2000">
              <a:solidFill>
                <a:schemeClr val="lt1"/>
              </a:solidFill>
              <a:latin typeface="Jost SemiBold"/>
              <a:ea typeface="Jost SemiBold"/>
              <a:cs typeface="Jost SemiBold"/>
              <a:sym typeface="Jost SemiBold"/>
            </a:endParaRPr>
          </a:p>
        </p:txBody>
      </p:sp>
      <p:grpSp>
        <p:nvGrpSpPr>
          <p:cNvPr id="1017" name="Google Shape;1017;p40"/>
          <p:cNvGrpSpPr/>
          <p:nvPr/>
        </p:nvGrpSpPr>
        <p:grpSpPr>
          <a:xfrm>
            <a:off x="1205579" y="1061665"/>
            <a:ext cx="3062908" cy="1500675"/>
            <a:chOff x="3169500" y="749050"/>
            <a:chExt cx="2567400" cy="1257900"/>
          </a:xfrm>
        </p:grpSpPr>
        <p:sp>
          <p:nvSpPr>
            <p:cNvPr id="1018" name="Google Shape;1018;p40"/>
            <p:cNvSpPr/>
            <p:nvPr/>
          </p:nvSpPr>
          <p:spPr>
            <a:xfrm>
              <a:off x="3169500" y="749050"/>
              <a:ext cx="2567400" cy="1257900"/>
            </a:xfrm>
            <a:prstGeom prst="rect">
              <a:avLst/>
            </a:prstGeom>
            <a:solidFill>
              <a:srgbClr val="EBF7FF"/>
            </a:solidFill>
            <a:ln cap="flat" cmpd="sng" w="11375">
              <a:solidFill>
                <a:srgbClr val="1D5A9C"/>
              </a:solidFill>
              <a:prstDash val="solid"/>
              <a:round/>
              <a:headEnd len="sm" w="sm" type="none"/>
              <a:tailEnd len="sm" w="sm" type="none"/>
            </a:ln>
          </p:spPr>
          <p:txBody>
            <a:bodyPr anchorCtr="0" anchor="ctr" bIns="109075" lIns="109075" spcFirstLastPara="1" rIns="109075" wrap="square" tIns="109075">
              <a:noAutofit/>
            </a:bodyPr>
            <a:lstStyle/>
            <a:p>
              <a:pPr indent="0" lvl="0" marL="0" rtl="0" algn="ctr">
                <a:spcBef>
                  <a:spcPts val="0"/>
                </a:spcBef>
                <a:spcAft>
                  <a:spcPts val="0"/>
                </a:spcAft>
                <a:buNone/>
              </a:pPr>
              <a:r>
                <a:t/>
              </a:r>
              <a:endParaRPr sz="1670"/>
            </a:p>
          </p:txBody>
        </p:sp>
        <p:sp>
          <p:nvSpPr>
            <p:cNvPr id="1019" name="Google Shape;1019;p40"/>
            <p:cNvSpPr txBox="1"/>
            <p:nvPr/>
          </p:nvSpPr>
          <p:spPr>
            <a:xfrm>
              <a:off x="3385275" y="777275"/>
              <a:ext cx="2091000" cy="342600"/>
            </a:xfrm>
            <a:prstGeom prst="rect">
              <a:avLst/>
            </a:prstGeom>
            <a:noFill/>
            <a:ln>
              <a:noFill/>
            </a:ln>
          </p:spPr>
          <p:txBody>
            <a:bodyPr anchorCtr="0" anchor="t" bIns="109075" lIns="109075" spcFirstLastPara="1" rIns="109075" wrap="square" tIns="109075">
              <a:noAutofit/>
            </a:bodyPr>
            <a:lstStyle/>
            <a:p>
              <a:pPr indent="0" lvl="0" marL="0" rtl="0" algn="ctr">
                <a:spcBef>
                  <a:spcPts val="0"/>
                </a:spcBef>
                <a:spcAft>
                  <a:spcPts val="0"/>
                </a:spcAft>
                <a:buNone/>
              </a:pPr>
              <a:r>
                <a:rPr b="1" lang="en" sz="1200">
                  <a:solidFill>
                    <a:schemeClr val="dk2"/>
                  </a:solidFill>
                  <a:latin typeface="Jost"/>
                  <a:ea typeface="Jost"/>
                  <a:cs typeface="Jost"/>
                  <a:sym typeface="Jost"/>
                </a:rPr>
                <a:t>Authentication &amp; API Testing</a:t>
              </a:r>
              <a:endParaRPr b="1" sz="1200">
                <a:solidFill>
                  <a:schemeClr val="dk2"/>
                </a:solidFill>
                <a:latin typeface="Jost"/>
                <a:ea typeface="Jost"/>
                <a:cs typeface="Jost"/>
                <a:sym typeface="Jost"/>
              </a:endParaRPr>
            </a:p>
          </p:txBody>
        </p:sp>
        <p:sp>
          <p:nvSpPr>
            <p:cNvPr id="1020" name="Google Shape;1020;p40"/>
            <p:cNvSpPr txBox="1"/>
            <p:nvPr/>
          </p:nvSpPr>
          <p:spPr>
            <a:xfrm>
              <a:off x="3423225" y="1518831"/>
              <a:ext cx="2091000" cy="319800"/>
            </a:xfrm>
            <a:prstGeom prst="rect">
              <a:avLst/>
            </a:prstGeom>
            <a:solidFill>
              <a:srgbClr val="D9EAD3"/>
            </a:solidFill>
            <a:ln cap="flat" cmpd="sng" w="11375">
              <a:solidFill>
                <a:srgbClr val="1D5A9C"/>
              </a:solidFill>
              <a:prstDash val="solid"/>
              <a:round/>
              <a:headEnd len="sm" w="sm" type="none"/>
              <a:tailEnd len="sm" w="sm" type="none"/>
            </a:ln>
          </p:spPr>
          <p:txBody>
            <a:bodyPr anchorCtr="0" anchor="t" bIns="109075" lIns="109075" spcFirstLastPara="1" rIns="109075" wrap="square" tIns="109075">
              <a:noAutofit/>
            </a:bodyPr>
            <a:lstStyle/>
            <a:p>
              <a:pPr indent="0" lvl="0" marL="0" rtl="0" algn="ctr">
                <a:spcBef>
                  <a:spcPts val="0"/>
                </a:spcBef>
                <a:spcAft>
                  <a:spcPts val="0"/>
                </a:spcAft>
                <a:buNone/>
              </a:pPr>
              <a:r>
                <a:rPr lang="en" sz="1200">
                  <a:solidFill>
                    <a:schemeClr val="dk1"/>
                  </a:solidFill>
                  <a:latin typeface="Jost SemiBold"/>
                  <a:ea typeface="Jost SemiBold"/>
                  <a:cs typeface="Jost SemiBold"/>
                  <a:sym typeface="Jost SemiBold"/>
                </a:rPr>
                <a:t>API Testing</a:t>
              </a:r>
              <a:endParaRPr sz="1200">
                <a:solidFill>
                  <a:schemeClr val="dk1"/>
                </a:solidFill>
                <a:latin typeface="Jost SemiBold"/>
                <a:ea typeface="Jost SemiBold"/>
                <a:cs typeface="Jost SemiBold"/>
                <a:sym typeface="Jost SemiBold"/>
              </a:endParaRPr>
            </a:p>
          </p:txBody>
        </p:sp>
        <p:sp>
          <p:nvSpPr>
            <p:cNvPr id="1021" name="Google Shape;1021;p40"/>
            <p:cNvSpPr txBox="1"/>
            <p:nvPr/>
          </p:nvSpPr>
          <p:spPr>
            <a:xfrm>
              <a:off x="3423225" y="1099856"/>
              <a:ext cx="2091000" cy="342600"/>
            </a:xfrm>
            <a:prstGeom prst="rect">
              <a:avLst/>
            </a:prstGeom>
            <a:solidFill>
              <a:srgbClr val="D9EAD3"/>
            </a:solidFill>
            <a:ln cap="flat" cmpd="sng" w="9525">
              <a:solidFill>
                <a:srgbClr val="1D5A9C"/>
              </a:solidFill>
              <a:prstDash val="solid"/>
              <a:round/>
              <a:headEnd len="sm" w="sm" type="none"/>
              <a:tailEnd len="sm" w="sm" type="none"/>
            </a:ln>
          </p:spPr>
          <p:txBody>
            <a:bodyPr anchorCtr="0" anchor="t" bIns="109075" lIns="109075" spcFirstLastPara="1" rIns="109075" wrap="square" tIns="109075">
              <a:noAutofit/>
            </a:bodyPr>
            <a:lstStyle/>
            <a:p>
              <a:pPr indent="0" lvl="0" marL="0" rtl="0" algn="ctr">
                <a:spcBef>
                  <a:spcPts val="0"/>
                </a:spcBef>
                <a:spcAft>
                  <a:spcPts val="0"/>
                </a:spcAft>
                <a:buNone/>
              </a:pPr>
              <a:r>
                <a:rPr lang="en" sz="1200">
                  <a:solidFill>
                    <a:schemeClr val="dk1"/>
                  </a:solidFill>
                  <a:latin typeface="Jost SemiBold"/>
                  <a:ea typeface="Jost SemiBold"/>
                  <a:cs typeface="Jost SemiBold"/>
                  <a:sym typeface="Jost SemiBold"/>
                </a:rPr>
                <a:t>Login and Authentication Testing</a:t>
              </a:r>
              <a:endParaRPr sz="1200">
                <a:solidFill>
                  <a:schemeClr val="dk1"/>
                </a:solidFill>
                <a:latin typeface="Jost SemiBold"/>
                <a:ea typeface="Jost SemiBold"/>
                <a:cs typeface="Jost SemiBold"/>
                <a:sym typeface="Jost SemiBold"/>
              </a:endParaRPr>
            </a:p>
          </p:txBody>
        </p:sp>
      </p:grpSp>
      <p:grpSp>
        <p:nvGrpSpPr>
          <p:cNvPr id="1022" name="Google Shape;1022;p40"/>
          <p:cNvGrpSpPr/>
          <p:nvPr/>
        </p:nvGrpSpPr>
        <p:grpSpPr>
          <a:xfrm>
            <a:off x="4834799" y="1061687"/>
            <a:ext cx="2897100" cy="1500600"/>
            <a:chOff x="4819287" y="899062"/>
            <a:chExt cx="2897100" cy="1500600"/>
          </a:xfrm>
        </p:grpSpPr>
        <p:sp>
          <p:nvSpPr>
            <p:cNvPr id="1023" name="Google Shape;1023;p40"/>
            <p:cNvSpPr/>
            <p:nvPr/>
          </p:nvSpPr>
          <p:spPr>
            <a:xfrm>
              <a:off x="4819287" y="899062"/>
              <a:ext cx="2897100" cy="1500600"/>
            </a:xfrm>
            <a:prstGeom prst="rect">
              <a:avLst/>
            </a:prstGeom>
            <a:solidFill>
              <a:srgbClr val="EBF7FF"/>
            </a:solidFill>
            <a:ln cap="flat" cmpd="sng" w="10750">
              <a:solidFill>
                <a:srgbClr val="1D5A9C"/>
              </a:solidFill>
              <a:prstDash val="solid"/>
              <a:round/>
              <a:headEnd len="sm" w="sm" type="none"/>
              <a:tailEnd len="sm" w="sm" type="none"/>
            </a:ln>
          </p:spPr>
          <p:txBody>
            <a:bodyPr anchorCtr="0" anchor="ctr" bIns="103175" lIns="103175" spcFirstLastPara="1" rIns="103175" wrap="square" tIns="103175">
              <a:noAutofit/>
            </a:bodyPr>
            <a:lstStyle/>
            <a:p>
              <a:pPr indent="0" lvl="0" marL="0" rtl="0" algn="ctr">
                <a:spcBef>
                  <a:spcPts val="0"/>
                </a:spcBef>
                <a:spcAft>
                  <a:spcPts val="0"/>
                </a:spcAft>
                <a:buNone/>
              </a:pPr>
              <a:r>
                <a:t/>
              </a:r>
              <a:endParaRPr sz="1579"/>
            </a:p>
          </p:txBody>
        </p:sp>
        <p:sp>
          <p:nvSpPr>
            <p:cNvPr id="1024" name="Google Shape;1024;p40"/>
            <p:cNvSpPr txBox="1"/>
            <p:nvPr/>
          </p:nvSpPr>
          <p:spPr>
            <a:xfrm>
              <a:off x="5062780" y="953757"/>
              <a:ext cx="2359500" cy="386700"/>
            </a:xfrm>
            <a:prstGeom prst="rect">
              <a:avLst/>
            </a:prstGeom>
            <a:noFill/>
            <a:ln>
              <a:noFill/>
            </a:ln>
          </p:spPr>
          <p:txBody>
            <a:bodyPr anchorCtr="0" anchor="t" bIns="103175" lIns="103175" spcFirstLastPara="1" rIns="103175" wrap="square" tIns="103175">
              <a:noAutofit/>
            </a:bodyPr>
            <a:lstStyle/>
            <a:p>
              <a:pPr indent="0" lvl="0" marL="0" rtl="0" algn="ctr">
                <a:spcBef>
                  <a:spcPts val="0"/>
                </a:spcBef>
                <a:spcAft>
                  <a:spcPts val="0"/>
                </a:spcAft>
                <a:buNone/>
              </a:pPr>
              <a:r>
                <a:rPr b="1" lang="en" sz="1200">
                  <a:solidFill>
                    <a:schemeClr val="dk2"/>
                  </a:solidFill>
                  <a:latin typeface="Jost"/>
                  <a:ea typeface="Jost"/>
                  <a:cs typeface="Jost"/>
                  <a:sym typeface="Jost"/>
                </a:rPr>
                <a:t>Functional Testing</a:t>
              </a:r>
              <a:endParaRPr b="1" sz="1200">
                <a:solidFill>
                  <a:schemeClr val="dk2"/>
                </a:solidFill>
                <a:latin typeface="Jost"/>
                <a:ea typeface="Jost"/>
                <a:cs typeface="Jost"/>
                <a:sym typeface="Jost"/>
              </a:endParaRPr>
            </a:p>
          </p:txBody>
        </p:sp>
        <p:sp>
          <p:nvSpPr>
            <p:cNvPr id="1025" name="Google Shape;1025;p40"/>
            <p:cNvSpPr txBox="1"/>
            <p:nvPr/>
          </p:nvSpPr>
          <p:spPr>
            <a:xfrm>
              <a:off x="5062767" y="1796678"/>
              <a:ext cx="2359500" cy="386700"/>
            </a:xfrm>
            <a:prstGeom prst="rect">
              <a:avLst/>
            </a:prstGeom>
            <a:solidFill>
              <a:srgbClr val="D9EAD3"/>
            </a:solidFill>
            <a:ln cap="flat" cmpd="sng" w="9525">
              <a:solidFill>
                <a:srgbClr val="1D5A9C"/>
              </a:solidFill>
              <a:prstDash val="solid"/>
              <a:round/>
              <a:headEnd len="sm" w="sm" type="none"/>
              <a:tailEnd len="sm" w="sm" type="none"/>
            </a:ln>
          </p:spPr>
          <p:txBody>
            <a:bodyPr anchorCtr="0" anchor="t" bIns="103175" lIns="103175" spcFirstLastPara="1" rIns="103175" wrap="square" tIns="103175">
              <a:noAutofit/>
            </a:bodyPr>
            <a:lstStyle/>
            <a:p>
              <a:pPr indent="0" lvl="0" marL="0" rtl="0" algn="ctr">
                <a:spcBef>
                  <a:spcPts val="0"/>
                </a:spcBef>
                <a:spcAft>
                  <a:spcPts val="0"/>
                </a:spcAft>
                <a:buNone/>
              </a:pPr>
              <a:r>
                <a:rPr lang="en" sz="1228">
                  <a:solidFill>
                    <a:schemeClr val="dk1"/>
                  </a:solidFill>
                  <a:latin typeface="Jost SemiBold"/>
                  <a:ea typeface="Jost SemiBold"/>
                  <a:cs typeface="Jost SemiBold"/>
                  <a:sym typeface="Jost SemiBold"/>
                </a:rPr>
                <a:t>Database Validation</a:t>
              </a:r>
              <a:endParaRPr sz="1228">
                <a:solidFill>
                  <a:schemeClr val="dk1"/>
                </a:solidFill>
                <a:latin typeface="Jost SemiBold"/>
                <a:ea typeface="Jost SemiBold"/>
                <a:cs typeface="Jost SemiBold"/>
                <a:sym typeface="Jost SemiBold"/>
              </a:endParaRPr>
            </a:p>
          </p:txBody>
        </p:sp>
        <p:sp>
          <p:nvSpPr>
            <p:cNvPr id="1026" name="Google Shape;1026;p40"/>
            <p:cNvSpPr txBox="1"/>
            <p:nvPr/>
          </p:nvSpPr>
          <p:spPr>
            <a:xfrm>
              <a:off x="5062767" y="1340339"/>
              <a:ext cx="2359500" cy="386700"/>
            </a:xfrm>
            <a:prstGeom prst="rect">
              <a:avLst/>
            </a:prstGeom>
            <a:solidFill>
              <a:srgbClr val="D9EAD3"/>
            </a:solidFill>
            <a:ln cap="flat" cmpd="sng" w="9525">
              <a:solidFill>
                <a:srgbClr val="1D5A9C"/>
              </a:solidFill>
              <a:prstDash val="solid"/>
              <a:round/>
              <a:headEnd len="sm" w="sm" type="none"/>
              <a:tailEnd len="sm" w="sm" type="none"/>
            </a:ln>
          </p:spPr>
          <p:txBody>
            <a:bodyPr anchorCtr="0" anchor="t" bIns="103175" lIns="103175" spcFirstLastPara="1" rIns="103175" wrap="square" tIns="103175">
              <a:noAutofit/>
            </a:bodyPr>
            <a:lstStyle/>
            <a:p>
              <a:pPr indent="0" lvl="0" marL="0" rtl="0" algn="ctr">
                <a:spcBef>
                  <a:spcPts val="0"/>
                </a:spcBef>
                <a:spcAft>
                  <a:spcPts val="0"/>
                </a:spcAft>
                <a:buNone/>
              </a:pPr>
              <a:r>
                <a:rPr lang="en" sz="1228">
                  <a:solidFill>
                    <a:schemeClr val="dk1"/>
                  </a:solidFill>
                  <a:latin typeface="Jost SemiBold"/>
                  <a:ea typeface="Jost SemiBold"/>
                  <a:cs typeface="Jost SemiBold"/>
                  <a:sym typeface="Jost SemiBold"/>
                </a:rPr>
                <a:t>End-to-End User Flow Testing</a:t>
              </a:r>
              <a:endParaRPr sz="1228">
                <a:solidFill>
                  <a:schemeClr val="dk1"/>
                </a:solidFill>
                <a:latin typeface="Jost SemiBold"/>
                <a:ea typeface="Jost SemiBold"/>
                <a:cs typeface="Jost SemiBold"/>
                <a:sym typeface="Jost SemiBold"/>
              </a:endParaRPr>
            </a:p>
          </p:txBody>
        </p:sp>
      </p:grpSp>
      <p:grpSp>
        <p:nvGrpSpPr>
          <p:cNvPr id="1027" name="Google Shape;1027;p40"/>
          <p:cNvGrpSpPr/>
          <p:nvPr/>
        </p:nvGrpSpPr>
        <p:grpSpPr>
          <a:xfrm>
            <a:off x="2952750" y="2948407"/>
            <a:ext cx="3063000" cy="1500642"/>
            <a:chOff x="2937225" y="2935425"/>
            <a:chExt cx="3063000" cy="1415700"/>
          </a:xfrm>
        </p:grpSpPr>
        <p:sp>
          <p:nvSpPr>
            <p:cNvPr id="1028" name="Google Shape;1028;p40"/>
            <p:cNvSpPr/>
            <p:nvPr/>
          </p:nvSpPr>
          <p:spPr>
            <a:xfrm>
              <a:off x="2937225" y="2935425"/>
              <a:ext cx="3063000" cy="1415700"/>
            </a:xfrm>
            <a:prstGeom prst="rect">
              <a:avLst/>
            </a:prstGeom>
            <a:solidFill>
              <a:srgbClr val="EBF7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29" name="Google Shape;1029;p40"/>
            <p:cNvSpPr txBox="1"/>
            <p:nvPr/>
          </p:nvSpPr>
          <p:spPr>
            <a:xfrm>
              <a:off x="3221475" y="3082301"/>
              <a:ext cx="2494500" cy="236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chemeClr val="dk2"/>
                  </a:solidFill>
                  <a:latin typeface="Jost"/>
                  <a:ea typeface="Jost"/>
                  <a:cs typeface="Jost"/>
                  <a:sym typeface="Jost"/>
                </a:rPr>
                <a:t>Release &amp; Stability Testing</a:t>
              </a:r>
              <a:endParaRPr b="1" sz="1200">
                <a:solidFill>
                  <a:schemeClr val="dk2"/>
                </a:solidFill>
                <a:latin typeface="Jost"/>
                <a:ea typeface="Jost"/>
                <a:cs typeface="Jost"/>
                <a:sym typeface="Jost"/>
              </a:endParaRPr>
            </a:p>
          </p:txBody>
        </p:sp>
        <p:sp>
          <p:nvSpPr>
            <p:cNvPr id="1030" name="Google Shape;1030;p40"/>
            <p:cNvSpPr txBox="1"/>
            <p:nvPr/>
          </p:nvSpPr>
          <p:spPr>
            <a:xfrm>
              <a:off x="3221469" y="3804815"/>
              <a:ext cx="2494500" cy="342600"/>
            </a:xfrm>
            <a:prstGeom prst="rect">
              <a:avLst/>
            </a:prstGeom>
            <a:solidFill>
              <a:srgbClr val="D9EAD3"/>
            </a:solidFill>
            <a:ln cap="flat" cmpd="sng" w="9525">
              <a:solidFill>
                <a:srgbClr val="1D5A9C"/>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chemeClr val="dk1"/>
                  </a:solidFill>
                  <a:latin typeface="Jost SemiBold"/>
                  <a:ea typeface="Jost SemiBold"/>
                  <a:cs typeface="Jost SemiBold"/>
                  <a:sym typeface="Jost SemiBold"/>
                </a:rPr>
                <a:t>Regression Testing</a:t>
              </a:r>
              <a:endParaRPr sz="1200">
                <a:solidFill>
                  <a:schemeClr val="dk1"/>
                </a:solidFill>
                <a:latin typeface="Jost SemiBold"/>
                <a:ea typeface="Jost SemiBold"/>
                <a:cs typeface="Jost SemiBold"/>
                <a:sym typeface="Jost SemiBold"/>
              </a:endParaRPr>
            </a:p>
          </p:txBody>
        </p:sp>
        <p:sp>
          <p:nvSpPr>
            <p:cNvPr id="1031" name="Google Shape;1031;p40"/>
            <p:cNvSpPr txBox="1"/>
            <p:nvPr/>
          </p:nvSpPr>
          <p:spPr>
            <a:xfrm>
              <a:off x="3221469" y="3377815"/>
              <a:ext cx="2494500" cy="342600"/>
            </a:xfrm>
            <a:prstGeom prst="rect">
              <a:avLst/>
            </a:prstGeom>
            <a:solidFill>
              <a:srgbClr val="D9EAD3"/>
            </a:solidFill>
            <a:ln cap="flat" cmpd="sng" w="9525">
              <a:solidFill>
                <a:srgbClr val="1D5A9C"/>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chemeClr val="dk1"/>
                  </a:solidFill>
                  <a:latin typeface="Jost SemiBold"/>
                  <a:ea typeface="Jost SemiBold"/>
                  <a:cs typeface="Jost SemiBold"/>
                  <a:sym typeface="Jost SemiBold"/>
                </a:rPr>
                <a:t>Deployment Testing</a:t>
              </a:r>
              <a:endParaRPr sz="1200">
                <a:solidFill>
                  <a:schemeClr val="dk1"/>
                </a:solidFill>
                <a:latin typeface="Jost SemiBold"/>
                <a:ea typeface="Jost SemiBold"/>
                <a:cs typeface="Jost SemiBold"/>
                <a:sym typeface="Jost SemiBold"/>
              </a:endParaRPr>
            </a:p>
          </p:txBody>
        </p:sp>
      </p:gr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5" name="Shape 1035"/>
        <p:cNvGrpSpPr/>
        <p:nvPr/>
      </p:nvGrpSpPr>
      <p:grpSpPr>
        <a:xfrm>
          <a:off x="0" y="0"/>
          <a:ext cx="0" cy="0"/>
          <a:chOff x="0" y="0"/>
          <a:chExt cx="0" cy="0"/>
        </a:xfrm>
      </p:grpSpPr>
      <p:pic>
        <p:nvPicPr>
          <p:cNvPr descr="header ppt.jpg" id="1036" name="Google Shape;1036;p41"/>
          <p:cNvPicPr preferRelativeResize="0"/>
          <p:nvPr/>
        </p:nvPicPr>
        <p:blipFill rotWithShape="1">
          <a:blip r:embed="rId3">
            <a:alphaModFix/>
          </a:blip>
          <a:srcRect b="0" l="0" r="0" t="0"/>
          <a:stretch/>
        </p:blipFill>
        <p:spPr>
          <a:xfrm>
            <a:off x="0" y="5248"/>
            <a:ext cx="9144000" cy="568955"/>
          </a:xfrm>
          <a:prstGeom prst="rect">
            <a:avLst/>
          </a:prstGeom>
          <a:noFill/>
          <a:ln>
            <a:noFill/>
          </a:ln>
        </p:spPr>
      </p:pic>
      <p:sp>
        <p:nvSpPr>
          <p:cNvPr id="1037" name="Google Shape;1037;p41"/>
          <p:cNvSpPr txBox="1"/>
          <p:nvPr/>
        </p:nvSpPr>
        <p:spPr>
          <a:xfrm>
            <a:off x="17463" y="66525"/>
            <a:ext cx="8902500" cy="446400"/>
          </a:xfrm>
          <a:prstGeom prst="rect">
            <a:avLst/>
          </a:prstGeom>
          <a:noFill/>
          <a:ln>
            <a:noFill/>
          </a:ln>
        </p:spPr>
        <p:txBody>
          <a:bodyPr anchorCtr="0" anchor="t" bIns="68575" lIns="68575" spcFirstLastPara="1" rIns="68575" wrap="square" tIns="68575">
            <a:spAutoFit/>
          </a:bodyPr>
          <a:lstStyle/>
          <a:p>
            <a:pPr indent="0" lvl="0" marL="0" rtl="0" algn="l">
              <a:lnSpc>
                <a:spcPct val="108000"/>
              </a:lnSpc>
              <a:spcBef>
                <a:spcPts val="0"/>
              </a:spcBef>
              <a:spcAft>
                <a:spcPts val="0"/>
              </a:spcAft>
              <a:buClr>
                <a:schemeClr val="dk1"/>
              </a:buClr>
              <a:buSzPts val="1100"/>
              <a:buFont typeface="Arial"/>
              <a:buNone/>
            </a:pPr>
            <a:r>
              <a:rPr lang="en" sz="2000">
                <a:solidFill>
                  <a:schemeClr val="lt1"/>
                </a:solidFill>
                <a:latin typeface="Jost SemiBold"/>
                <a:ea typeface="Jost SemiBold"/>
                <a:cs typeface="Jost SemiBold"/>
                <a:sym typeface="Jost SemiBold"/>
              </a:rPr>
              <a:t>Automated Testing of PIE Functionality</a:t>
            </a:r>
            <a:endParaRPr sz="2000">
              <a:solidFill>
                <a:schemeClr val="lt1"/>
              </a:solidFill>
              <a:latin typeface="Jost SemiBold"/>
              <a:ea typeface="Jost SemiBold"/>
              <a:cs typeface="Jost SemiBold"/>
              <a:sym typeface="Jost SemiBold"/>
            </a:endParaRPr>
          </a:p>
        </p:txBody>
      </p:sp>
      <p:sp>
        <p:nvSpPr>
          <p:cNvPr id="1038" name="Google Shape;1038;p41"/>
          <p:cNvSpPr txBox="1"/>
          <p:nvPr/>
        </p:nvSpPr>
        <p:spPr>
          <a:xfrm>
            <a:off x="259650" y="1049125"/>
            <a:ext cx="3676800" cy="44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rgbClr val="1D5A9C"/>
                </a:solidFill>
                <a:latin typeface="Jost"/>
                <a:ea typeface="Jost"/>
                <a:cs typeface="Jost"/>
                <a:sym typeface="Jost"/>
              </a:rPr>
              <a:t>Login &amp; Authentication Flows</a:t>
            </a:r>
            <a:endParaRPr b="1" sz="1800">
              <a:solidFill>
                <a:srgbClr val="1D5A9C"/>
              </a:solidFill>
              <a:latin typeface="Jost"/>
              <a:ea typeface="Jost"/>
              <a:cs typeface="Jost"/>
              <a:sym typeface="Jost"/>
            </a:endParaRPr>
          </a:p>
        </p:txBody>
      </p:sp>
      <p:sp>
        <p:nvSpPr>
          <p:cNvPr id="1039" name="Google Shape;1039;p41"/>
          <p:cNvSpPr txBox="1"/>
          <p:nvPr/>
        </p:nvSpPr>
        <p:spPr>
          <a:xfrm>
            <a:off x="259650" y="1495525"/>
            <a:ext cx="8800500" cy="923400"/>
          </a:xfrm>
          <a:prstGeom prst="rect">
            <a:avLst/>
          </a:prstGeom>
          <a:noFill/>
          <a:ln>
            <a:noFill/>
          </a:ln>
        </p:spPr>
        <p:txBody>
          <a:bodyPr anchorCtr="0" anchor="t" bIns="91425" lIns="91425" spcFirstLastPara="1" rIns="91425" wrap="square" tIns="91425">
            <a:spAutoFit/>
          </a:bodyPr>
          <a:lstStyle/>
          <a:p>
            <a:pPr indent="-330200" lvl="0" marL="457200" rtl="0" algn="l">
              <a:spcBef>
                <a:spcPts val="0"/>
              </a:spcBef>
              <a:spcAft>
                <a:spcPts val="0"/>
              </a:spcAft>
              <a:buClr>
                <a:schemeClr val="dk2"/>
              </a:buClr>
              <a:buSzPts val="1600"/>
              <a:buFont typeface="Jost"/>
              <a:buChar char="●"/>
            </a:pPr>
            <a:r>
              <a:rPr lang="en" sz="1600">
                <a:solidFill>
                  <a:schemeClr val="dk2"/>
                </a:solidFill>
                <a:latin typeface="Jost"/>
                <a:ea typeface="Jost"/>
                <a:cs typeface="Jost"/>
                <a:sym typeface="Jost"/>
              </a:rPr>
              <a:t>Automation of login with SSO/OAuth to validate authentication behavior.</a:t>
            </a:r>
            <a:endParaRPr sz="1600">
              <a:solidFill>
                <a:schemeClr val="dk2"/>
              </a:solidFill>
              <a:latin typeface="Jost"/>
              <a:ea typeface="Jost"/>
              <a:cs typeface="Jost"/>
              <a:sym typeface="Jost"/>
            </a:endParaRPr>
          </a:p>
          <a:p>
            <a:pPr indent="-330200" lvl="0" marL="457200" rtl="0" algn="l">
              <a:spcBef>
                <a:spcPts val="0"/>
              </a:spcBef>
              <a:spcAft>
                <a:spcPts val="0"/>
              </a:spcAft>
              <a:buClr>
                <a:schemeClr val="dk2"/>
              </a:buClr>
              <a:buSzPts val="1600"/>
              <a:buFont typeface="Jost"/>
              <a:buChar char="●"/>
            </a:pPr>
            <a:r>
              <a:rPr lang="en" sz="1600">
                <a:solidFill>
                  <a:schemeClr val="dk2"/>
                </a:solidFill>
                <a:latin typeface="Jost"/>
                <a:ea typeface="Jost"/>
                <a:cs typeface="Jost"/>
                <a:sym typeface="Jost"/>
              </a:rPr>
              <a:t>Checking of successful redirection and access to protected pages</a:t>
            </a:r>
            <a:endParaRPr sz="1600">
              <a:solidFill>
                <a:schemeClr val="dk2"/>
              </a:solidFill>
              <a:latin typeface="Jost"/>
              <a:ea typeface="Jost"/>
              <a:cs typeface="Jost"/>
              <a:sym typeface="Jost"/>
            </a:endParaRPr>
          </a:p>
          <a:p>
            <a:pPr indent="-330200" lvl="0" marL="457200" rtl="0" algn="l">
              <a:spcBef>
                <a:spcPts val="0"/>
              </a:spcBef>
              <a:spcAft>
                <a:spcPts val="0"/>
              </a:spcAft>
              <a:buClr>
                <a:schemeClr val="dk2"/>
              </a:buClr>
              <a:buSzPts val="1600"/>
              <a:buFont typeface="Jost"/>
              <a:buChar char="●"/>
            </a:pPr>
            <a:r>
              <a:rPr lang="en" sz="1600">
                <a:solidFill>
                  <a:schemeClr val="dk2"/>
                </a:solidFill>
                <a:latin typeface="Jost"/>
                <a:ea typeface="Jost"/>
                <a:cs typeface="Jost"/>
                <a:sym typeface="Jost"/>
              </a:rPr>
              <a:t>Ensure seamless integration of SSO between multiple integrated applications</a:t>
            </a:r>
            <a:endParaRPr sz="1600">
              <a:solidFill>
                <a:schemeClr val="dk2"/>
              </a:solidFill>
              <a:latin typeface="Jost"/>
              <a:ea typeface="Jost"/>
              <a:cs typeface="Jost"/>
              <a:sym typeface="Jost"/>
            </a:endParaRPr>
          </a:p>
        </p:txBody>
      </p:sp>
      <p:sp>
        <p:nvSpPr>
          <p:cNvPr id="1040" name="Google Shape;1040;p41"/>
          <p:cNvSpPr txBox="1"/>
          <p:nvPr/>
        </p:nvSpPr>
        <p:spPr>
          <a:xfrm>
            <a:off x="259650" y="2767375"/>
            <a:ext cx="3676800" cy="44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rgbClr val="1D5A9C"/>
                </a:solidFill>
                <a:latin typeface="Jost"/>
                <a:ea typeface="Jost"/>
                <a:cs typeface="Jost"/>
                <a:sym typeface="Jost"/>
              </a:rPr>
              <a:t>API Response Validation</a:t>
            </a:r>
            <a:endParaRPr b="1" sz="1800">
              <a:solidFill>
                <a:srgbClr val="1D5A9C"/>
              </a:solidFill>
              <a:latin typeface="Jost"/>
              <a:ea typeface="Jost"/>
              <a:cs typeface="Jost"/>
              <a:sym typeface="Jost"/>
            </a:endParaRPr>
          </a:p>
        </p:txBody>
      </p:sp>
      <p:sp>
        <p:nvSpPr>
          <p:cNvPr id="1041" name="Google Shape;1041;p41"/>
          <p:cNvSpPr txBox="1"/>
          <p:nvPr/>
        </p:nvSpPr>
        <p:spPr>
          <a:xfrm>
            <a:off x="412050" y="3213775"/>
            <a:ext cx="8800500" cy="1169700"/>
          </a:xfrm>
          <a:prstGeom prst="rect">
            <a:avLst/>
          </a:prstGeom>
          <a:noFill/>
          <a:ln>
            <a:noFill/>
          </a:ln>
        </p:spPr>
        <p:txBody>
          <a:bodyPr anchorCtr="0" anchor="t" bIns="91425" lIns="91425" spcFirstLastPara="1" rIns="91425" wrap="square" tIns="91425">
            <a:spAutoFit/>
          </a:bodyPr>
          <a:lstStyle/>
          <a:p>
            <a:pPr indent="-330200" lvl="0" marL="457200" rtl="0" algn="l">
              <a:spcBef>
                <a:spcPts val="0"/>
              </a:spcBef>
              <a:spcAft>
                <a:spcPts val="0"/>
              </a:spcAft>
              <a:buClr>
                <a:schemeClr val="dk2"/>
              </a:buClr>
              <a:buSzPts val="1600"/>
              <a:buFont typeface="Jost"/>
              <a:buChar char="●"/>
            </a:pPr>
            <a:r>
              <a:rPr lang="en" sz="1600">
                <a:solidFill>
                  <a:schemeClr val="dk2"/>
                </a:solidFill>
                <a:latin typeface="Jost"/>
                <a:ea typeface="Jost"/>
                <a:cs typeface="Jost"/>
                <a:sym typeface="Jost"/>
              </a:rPr>
              <a:t>Automation of testing of REST endpoints of the application</a:t>
            </a:r>
            <a:endParaRPr sz="1600">
              <a:solidFill>
                <a:schemeClr val="dk2"/>
              </a:solidFill>
              <a:latin typeface="Jost"/>
              <a:ea typeface="Jost"/>
              <a:cs typeface="Jost"/>
              <a:sym typeface="Jost"/>
            </a:endParaRPr>
          </a:p>
          <a:p>
            <a:pPr indent="-330200" lvl="0" marL="457200" rtl="0" algn="l">
              <a:spcBef>
                <a:spcPts val="0"/>
              </a:spcBef>
              <a:spcAft>
                <a:spcPts val="0"/>
              </a:spcAft>
              <a:buClr>
                <a:schemeClr val="dk2"/>
              </a:buClr>
              <a:buSzPts val="1600"/>
              <a:buFont typeface="Jost"/>
              <a:buChar char="●"/>
            </a:pPr>
            <a:r>
              <a:rPr lang="en" sz="1600">
                <a:solidFill>
                  <a:schemeClr val="dk2"/>
                </a:solidFill>
                <a:latin typeface="Jost"/>
                <a:ea typeface="Jost"/>
                <a:cs typeface="Jost"/>
                <a:sym typeface="Jost"/>
              </a:rPr>
              <a:t>Validation of the proper status codes and payload data that are being fetched from the APIs</a:t>
            </a:r>
            <a:endParaRPr sz="1600">
              <a:solidFill>
                <a:schemeClr val="dk2"/>
              </a:solidFill>
              <a:latin typeface="Jost"/>
              <a:ea typeface="Jost"/>
              <a:cs typeface="Jost"/>
              <a:sym typeface="Jost"/>
            </a:endParaRPr>
          </a:p>
          <a:p>
            <a:pPr indent="-330200" lvl="0" marL="457200" rtl="0" algn="l">
              <a:spcBef>
                <a:spcPts val="0"/>
              </a:spcBef>
              <a:spcAft>
                <a:spcPts val="0"/>
              </a:spcAft>
              <a:buClr>
                <a:schemeClr val="dk2"/>
              </a:buClr>
              <a:buSzPts val="1600"/>
              <a:buFont typeface="Jost"/>
              <a:buChar char="●"/>
            </a:pPr>
            <a:r>
              <a:rPr lang="en" sz="1600">
                <a:solidFill>
                  <a:schemeClr val="dk2"/>
                </a:solidFill>
                <a:latin typeface="Jost"/>
                <a:ea typeface="Jost"/>
                <a:cs typeface="Jost"/>
                <a:sym typeface="Jost"/>
              </a:rPr>
              <a:t>Validation of data accuracy, error codes and schema handling.</a:t>
            </a:r>
            <a:endParaRPr sz="1600">
              <a:solidFill>
                <a:schemeClr val="dk2"/>
              </a:solidFill>
              <a:latin typeface="Jost"/>
              <a:ea typeface="Jost"/>
              <a:cs typeface="Jost"/>
              <a:sym typeface="Jost"/>
            </a:endParaRPr>
          </a:p>
          <a:p>
            <a:pPr indent="-330200" lvl="0" marL="457200" rtl="0" algn="l">
              <a:spcBef>
                <a:spcPts val="0"/>
              </a:spcBef>
              <a:spcAft>
                <a:spcPts val="0"/>
              </a:spcAft>
              <a:buClr>
                <a:schemeClr val="dk2"/>
              </a:buClr>
              <a:buSzPts val="1600"/>
              <a:buFont typeface="Jost"/>
              <a:buChar char="●"/>
            </a:pPr>
            <a:r>
              <a:rPr lang="en" sz="1600">
                <a:solidFill>
                  <a:schemeClr val="dk2"/>
                </a:solidFill>
                <a:latin typeface="Jost"/>
                <a:ea typeface="Jost"/>
                <a:cs typeface="Jost"/>
                <a:sym typeface="Jost"/>
              </a:rPr>
              <a:t>Validation of performance metrics (response time)</a:t>
            </a:r>
            <a:endParaRPr sz="1600">
              <a:solidFill>
                <a:schemeClr val="dk2"/>
              </a:solidFill>
              <a:latin typeface="Jost"/>
              <a:ea typeface="Jost"/>
              <a:cs typeface="Jost"/>
              <a:sym typeface="Jost"/>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5" name="Shape 1045"/>
        <p:cNvGrpSpPr/>
        <p:nvPr/>
      </p:nvGrpSpPr>
      <p:grpSpPr>
        <a:xfrm>
          <a:off x="0" y="0"/>
          <a:ext cx="0" cy="0"/>
          <a:chOff x="0" y="0"/>
          <a:chExt cx="0" cy="0"/>
        </a:xfrm>
      </p:grpSpPr>
      <p:pic>
        <p:nvPicPr>
          <p:cNvPr descr="header ppt.jpg" id="1046" name="Google Shape;1046;p42"/>
          <p:cNvPicPr preferRelativeResize="0"/>
          <p:nvPr/>
        </p:nvPicPr>
        <p:blipFill rotWithShape="1">
          <a:blip r:embed="rId3">
            <a:alphaModFix/>
          </a:blip>
          <a:srcRect b="0" l="0" r="0" t="0"/>
          <a:stretch/>
        </p:blipFill>
        <p:spPr>
          <a:xfrm>
            <a:off x="0" y="5248"/>
            <a:ext cx="9144000" cy="568955"/>
          </a:xfrm>
          <a:prstGeom prst="rect">
            <a:avLst/>
          </a:prstGeom>
          <a:noFill/>
          <a:ln>
            <a:noFill/>
          </a:ln>
        </p:spPr>
      </p:pic>
      <p:sp>
        <p:nvSpPr>
          <p:cNvPr id="1047" name="Google Shape;1047;p42"/>
          <p:cNvSpPr txBox="1"/>
          <p:nvPr/>
        </p:nvSpPr>
        <p:spPr>
          <a:xfrm>
            <a:off x="17463" y="66525"/>
            <a:ext cx="8902500" cy="446400"/>
          </a:xfrm>
          <a:prstGeom prst="rect">
            <a:avLst/>
          </a:prstGeom>
          <a:noFill/>
          <a:ln>
            <a:noFill/>
          </a:ln>
        </p:spPr>
        <p:txBody>
          <a:bodyPr anchorCtr="0" anchor="t" bIns="68575" lIns="68575" spcFirstLastPara="1" rIns="68575" wrap="square" tIns="68575">
            <a:spAutoFit/>
          </a:bodyPr>
          <a:lstStyle/>
          <a:p>
            <a:pPr indent="0" lvl="0" marL="0" rtl="0" algn="l">
              <a:lnSpc>
                <a:spcPct val="108000"/>
              </a:lnSpc>
              <a:spcBef>
                <a:spcPts val="0"/>
              </a:spcBef>
              <a:spcAft>
                <a:spcPts val="0"/>
              </a:spcAft>
              <a:buClr>
                <a:schemeClr val="dk1"/>
              </a:buClr>
              <a:buSzPts val="1100"/>
              <a:buFont typeface="Arial"/>
              <a:buNone/>
            </a:pPr>
            <a:r>
              <a:rPr lang="en" sz="2000">
                <a:solidFill>
                  <a:schemeClr val="lt1"/>
                </a:solidFill>
                <a:latin typeface="Jost SemiBold"/>
                <a:ea typeface="Jost SemiBold"/>
                <a:cs typeface="Jost SemiBold"/>
                <a:sym typeface="Jost SemiBold"/>
              </a:rPr>
              <a:t>Automated Testing of PIE Functionality</a:t>
            </a:r>
            <a:endParaRPr sz="2000">
              <a:solidFill>
                <a:schemeClr val="lt1"/>
              </a:solidFill>
              <a:latin typeface="Jost SemiBold"/>
              <a:ea typeface="Jost SemiBold"/>
              <a:cs typeface="Jost SemiBold"/>
              <a:sym typeface="Jost SemiBold"/>
            </a:endParaRPr>
          </a:p>
        </p:txBody>
      </p:sp>
      <p:sp>
        <p:nvSpPr>
          <p:cNvPr id="1048" name="Google Shape;1048;p42"/>
          <p:cNvSpPr txBox="1"/>
          <p:nvPr/>
        </p:nvSpPr>
        <p:spPr>
          <a:xfrm>
            <a:off x="259650" y="1005250"/>
            <a:ext cx="4489500" cy="44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rgbClr val="1D5A9C"/>
                </a:solidFill>
                <a:latin typeface="Jost"/>
                <a:ea typeface="Jost"/>
                <a:cs typeface="Jost"/>
                <a:sym typeface="Jost"/>
              </a:rPr>
              <a:t>Testing of full User (End-to-End Flows)</a:t>
            </a:r>
            <a:endParaRPr b="1" sz="1800">
              <a:solidFill>
                <a:srgbClr val="1D5A9C"/>
              </a:solidFill>
              <a:latin typeface="Jost"/>
              <a:ea typeface="Jost"/>
              <a:cs typeface="Jost"/>
              <a:sym typeface="Jost"/>
            </a:endParaRPr>
          </a:p>
        </p:txBody>
      </p:sp>
      <p:sp>
        <p:nvSpPr>
          <p:cNvPr id="1049" name="Google Shape;1049;p42"/>
          <p:cNvSpPr txBox="1"/>
          <p:nvPr/>
        </p:nvSpPr>
        <p:spPr>
          <a:xfrm>
            <a:off x="259650" y="1495525"/>
            <a:ext cx="8800500" cy="1184100"/>
          </a:xfrm>
          <a:prstGeom prst="rect">
            <a:avLst/>
          </a:prstGeom>
          <a:noFill/>
          <a:ln>
            <a:noFill/>
          </a:ln>
        </p:spPr>
        <p:txBody>
          <a:bodyPr anchorCtr="0" anchor="t" bIns="91425" lIns="91425" spcFirstLastPara="1" rIns="91425" wrap="square" tIns="91425">
            <a:noAutofit/>
          </a:bodyPr>
          <a:lstStyle/>
          <a:p>
            <a:pPr indent="-330200" lvl="0" marL="457200" rtl="0" algn="l">
              <a:spcBef>
                <a:spcPts val="0"/>
              </a:spcBef>
              <a:spcAft>
                <a:spcPts val="0"/>
              </a:spcAft>
              <a:buClr>
                <a:schemeClr val="dk2"/>
              </a:buClr>
              <a:buSzPts val="1600"/>
              <a:buFont typeface="Jost"/>
              <a:buChar char="●"/>
            </a:pPr>
            <a:r>
              <a:rPr lang="en" sz="1600">
                <a:solidFill>
                  <a:schemeClr val="dk2"/>
                </a:solidFill>
                <a:latin typeface="Jost"/>
                <a:ea typeface="Jost"/>
                <a:cs typeface="Jost"/>
                <a:sym typeface="Jost"/>
              </a:rPr>
              <a:t>Automation of a real-world interaction of user such as (creation of a new role, creation of a new user etc.)</a:t>
            </a:r>
            <a:endParaRPr sz="1600">
              <a:solidFill>
                <a:schemeClr val="dk2"/>
              </a:solidFill>
              <a:latin typeface="Jost"/>
              <a:ea typeface="Jost"/>
              <a:cs typeface="Jost"/>
              <a:sym typeface="Jost"/>
            </a:endParaRPr>
          </a:p>
          <a:p>
            <a:pPr indent="-330200" lvl="0" marL="457200" rtl="0" algn="l">
              <a:spcBef>
                <a:spcPts val="0"/>
              </a:spcBef>
              <a:spcAft>
                <a:spcPts val="0"/>
              </a:spcAft>
              <a:buClr>
                <a:schemeClr val="dk2"/>
              </a:buClr>
              <a:buSzPts val="1600"/>
              <a:buFont typeface="Jost"/>
              <a:buChar char="●"/>
            </a:pPr>
            <a:r>
              <a:rPr lang="en" sz="1600">
                <a:solidFill>
                  <a:schemeClr val="dk2"/>
                </a:solidFill>
                <a:latin typeface="Jost"/>
                <a:ea typeface="Jost"/>
                <a:cs typeface="Jost"/>
                <a:sym typeface="Jost"/>
              </a:rPr>
              <a:t>Validation of the steps</a:t>
            </a:r>
            <a:endParaRPr sz="1600">
              <a:solidFill>
                <a:schemeClr val="dk2"/>
              </a:solidFill>
              <a:latin typeface="Jost"/>
              <a:ea typeface="Jost"/>
              <a:cs typeface="Jost"/>
              <a:sym typeface="Jost"/>
            </a:endParaRPr>
          </a:p>
          <a:p>
            <a:pPr indent="-330200" lvl="0" marL="457200" rtl="0" algn="l">
              <a:spcBef>
                <a:spcPts val="0"/>
              </a:spcBef>
              <a:spcAft>
                <a:spcPts val="0"/>
              </a:spcAft>
              <a:buClr>
                <a:schemeClr val="dk2"/>
              </a:buClr>
              <a:buSzPts val="1600"/>
              <a:buFont typeface="Jost"/>
              <a:buChar char="●"/>
            </a:pPr>
            <a:r>
              <a:rPr lang="en" sz="1600">
                <a:solidFill>
                  <a:schemeClr val="dk2"/>
                </a:solidFill>
                <a:latin typeface="Jost"/>
                <a:ea typeface="Jost"/>
                <a:cs typeface="Jost"/>
                <a:sym typeface="Jost"/>
              </a:rPr>
              <a:t>Detection of breaking changes that affect the flow</a:t>
            </a:r>
            <a:endParaRPr sz="1600">
              <a:solidFill>
                <a:schemeClr val="dk2"/>
              </a:solidFill>
              <a:latin typeface="Jost"/>
              <a:ea typeface="Jost"/>
              <a:cs typeface="Jost"/>
              <a:sym typeface="Jost"/>
            </a:endParaRPr>
          </a:p>
        </p:txBody>
      </p:sp>
      <p:sp>
        <p:nvSpPr>
          <p:cNvPr id="1050" name="Google Shape;1050;p42"/>
          <p:cNvSpPr txBox="1"/>
          <p:nvPr/>
        </p:nvSpPr>
        <p:spPr>
          <a:xfrm>
            <a:off x="412050" y="2767375"/>
            <a:ext cx="3676800" cy="44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rgbClr val="1D5A9C"/>
                </a:solidFill>
                <a:latin typeface="Jost"/>
                <a:ea typeface="Jost"/>
                <a:cs typeface="Jost"/>
                <a:sym typeface="Jost"/>
              </a:rPr>
              <a:t>Database Validations</a:t>
            </a:r>
            <a:endParaRPr b="1" sz="1800">
              <a:solidFill>
                <a:srgbClr val="1D5A9C"/>
              </a:solidFill>
              <a:latin typeface="Jost"/>
              <a:ea typeface="Jost"/>
              <a:cs typeface="Jost"/>
              <a:sym typeface="Jost"/>
            </a:endParaRPr>
          </a:p>
        </p:txBody>
      </p:sp>
      <p:sp>
        <p:nvSpPr>
          <p:cNvPr id="1051" name="Google Shape;1051;p42"/>
          <p:cNvSpPr txBox="1"/>
          <p:nvPr/>
        </p:nvSpPr>
        <p:spPr>
          <a:xfrm>
            <a:off x="412050" y="3213775"/>
            <a:ext cx="8800500" cy="1576800"/>
          </a:xfrm>
          <a:prstGeom prst="rect">
            <a:avLst/>
          </a:prstGeom>
          <a:noFill/>
          <a:ln>
            <a:noFill/>
          </a:ln>
        </p:spPr>
        <p:txBody>
          <a:bodyPr anchorCtr="0" anchor="t" bIns="91425" lIns="91425" spcFirstLastPara="1" rIns="91425" wrap="square" tIns="91425">
            <a:noAutofit/>
          </a:bodyPr>
          <a:lstStyle/>
          <a:p>
            <a:pPr indent="-330200" lvl="0" marL="457200" rtl="0" algn="l">
              <a:spcBef>
                <a:spcPts val="0"/>
              </a:spcBef>
              <a:spcAft>
                <a:spcPts val="0"/>
              </a:spcAft>
              <a:buClr>
                <a:schemeClr val="dk2"/>
              </a:buClr>
              <a:buSzPts val="1600"/>
              <a:buFont typeface="Jost"/>
              <a:buChar char="●"/>
            </a:pPr>
            <a:r>
              <a:rPr lang="en" sz="1600">
                <a:solidFill>
                  <a:schemeClr val="dk2"/>
                </a:solidFill>
                <a:latin typeface="Jost"/>
                <a:ea typeface="Jost"/>
                <a:cs typeface="Jost"/>
                <a:sym typeface="Jost"/>
              </a:rPr>
              <a:t>Validation of proper database queries</a:t>
            </a:r>
            <a:endParaRPr sz="1600">
              <a:solidFill>
                <a:schemeClr val="dk2"/>
              </a:solidFill>
              <a:latin typeface="Jost"/>
              <a:ea typeface="Jost"/>
              <a:cs typeface="Jost"/>
              <a:sym typeface="Jost"/>
            </a:endParaRPr>
          </a:p>
          <a:p>
            <a:pPr indent="-330200" lvl="0" marL="457200" rtl="0" algn="l">
              <a:spcBef>
                <a:spcPts val="0"/>
              </a:spcBef>
              <a:spcAft>
                <a:spcPts val="0"/>
              </a:spcAft>
              <a:buClr>
                <a:schemeClr val="dk2"/>
              </a:buClr>
              <a:buSzPts val="1600"/>
              <a:buFont typeface="Jost"/>
              <a:buChar char="●"/>
            </a:pPr>
            <a:r>
              <a:rPr lang="en" sz="1600">
                <a:solidFill>
                  <a:schemeClr val="dk2"/>
                </a:solidFill>
                <a:latin typeface="Jost"/>
                <a:ea typeface="Jost"/>
                <a:cs typeface="Jost"/>
                <a:sym typeface="Jost"/>
              </a:rPr>
              <a:t>Check if the database constraints are properly applied</a:t>
            </a:r>
            <a:endParaRPr sz="1600">
              <a:solidFill>
                <a:schemeClr val="dk2"/>
              </a:solidFill>
              <a:latin typeface="Jost"/>
              <a:ea typeface="Jost"/>
              <a:cs typeface="Jost"/>
              <a:sym typeface="Jost"/>
            </a:endParaRPr>
          </a:p>
          <a:p>
            <a:pPr indent="-330200" lvl="0" marL="457200" rtl="0" algn="l">
              <a:spcBef>
                <a:spcPts val="0"/>
              </a:spcBef>
              <a:spcAft>
                <a:spcPts val="0"/>
              </a:spcAft>
              <a:buClr>
                <a:schemeClr val="dk2"/>
              </a:buClr>
              <a:buSzPts val="1600"/>
              <a:buFont typeface="Jost"/>
              <a:buChar char="●"/>
            </a:pPr>
            <a:r>
              <a:rPr lang="en" sz="1600">
                <a:solidFill>
                  <a:schemeClr val="dk2"/>
                </a:solidFill>
                <a:latin typeface="Jost"/>
                <a:ea typeface="Jost"/>
                <a:cs typeface="Jost"/>
                <a:sym typeface="Jost"/>
              </a:rPr>
              <a:t>Comparing the data from an API response along with the data that is stored in the database to check for the integrity and correctness of the data</a:t>
            </a:r>
            <a:endParaRPr sz="1600">
              <a:solidFill>
                <a:schemeClr val="dk2"/>
              </a:solidFill>
              <a:latin typeface="Jost"/>
              <a:ea typeface="Jost"/>
              <a:cs typeface="Jost"/>
              <a:sym typeface="Jost"/>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5" name="Shape 1055"/>
        <p:cNvGrpSpPr/>
        <p:nvPr/>
      </p:nvGrpSpPr>
      <p:grpSpPr>
        <a:xfrm>
          <a:off x="0" y="0"/>
          <a:ext cx="0" cy="0"/>
          <a:chOff x="0" y="0"/>
          <a:chExt cx="0" cy="0"/>
        </a:xfrm>
      </p:grpSpPr>
      <p:pic>
        <p:nvPicPr>
          <p:cNvPr descr="header ppt.jpg" id="1056" name="Google Shape;1056;p43"/>
          <p:cNvPicPr preferRelativeResize="0"/>
          <p:nvPr/>
        </p:nvPicPr>
        <p:blipFill rotWithShape="1">
          <a:blip r:embed="rId3">
            <a:alphaModFix/>
          </a:blip>
          <a:srcRect b="0" l="0" r="0" t="0"/>
          <a:stretch/>
        </p:blipFill>
        <p:spPr>
          <a:xfrm>
            <a:off x="0" y="5248"/>
            <a:ext cx="9144000" cy="568955"/>
          </a:xfrm>
          <a:prstGeom prst="rect">
            <a:avLst/>
          </a:prstGeom>
          <a:noFill/>
          <a:ln>
            <a:noFill/>
          </a:ln>
        </p:spPr>
      </p:pic>
      <p:sp>
        <p:nvSpPr>
          <p:cNvPr id="1057" name="Google Shape;1057;p43"/>
          <p:cNvSpPr txBox="1"/>
          <p:nvPr/>
        </p:nvSpPr>
        <p:spPr>
          <a:xfrm>
            <a:off x="17463" y="66525"/>
            <a:ext cx="8902500" cy="446400"/>
          </a:xfrm>
          <a:prstGeom prst="rect">
            <a:avLst/>
          </a:prstGeom>
          <a:noFill/>
          <a:ln>
            <a:noFill/>
          </a:ln>
        </p:spPr>
        <p:txBody>
          <a:bodyPr anchorCtr="0" anchor="t" bIns="68575" lIns="68575" spcFirstLastPara="1" rIns="68575" wrap="square" tIns="68575">
            <a:spAutoFit/>
          </a:bodyPr>
          <a:lstStyle/>
          <a:p>
            <a:pPr indent="0" lvl="0" marL="0" rtl="0" algn="l">
              <a:lnSpc>
                <a:spcPct val="108000"/>
              </a:lnSpc>
              <a:spcBef>
                <a:spcPts val="0"/>
              </a:spcBef>
              <a:spcAft>
                <a:spcPts val="0"/>
              </a:spcAft>
              <a:buClr>
                <a:schemeClr val="dk1"/>
              </a:buClr>
              <a:buSzPts val="1100"/>
              <a:buFont typeface="Arial"/>
              <a:buNone/>
            </a:pPr>
            <a:r>
              <a:rPr lang="en" sz="2000">
                <a:solidFill>
                  <a:schemeClr val="lt1"/>
                </a:solidFill>
                <a:latin typeface="Jost SemiBold"/>
                <a:ea typeface="Jost SemiBold"/>
                <a:cs typeface="Jost SemiBold"/>
                <a:sym typeface="Jost SemiBold"/>
              </a:rPr>
              <a:t>Automated Testing of PIE Functionality</a:t>
            </a:r>
            <a:endParaRPr sz="2000">
              <a:solidFill>
                <a:schemeClr val="lt1"/>
              </a:solidFill>
              <a:latin typeface="Jost SemiBold"/>
              <a:ea typeface="Jost SemiBold"/>
              <a:cs typeface="Jost SemiBold"/>
              <a:sym typeface="Jost SemiBold"/>
            </a:endParaRPr>
          </a:p>
        </p:txBody>
      </p:sp>
      <p:sp>
        <p:nvSpPr>
          <p:cNvPr id="1058" name="Google Shape;1058;p43"/>
          <p:cNvSpPr txBox="1"/>
          <p:nvPr/>
        </p:nvSpPr>
        <p:spPr>
          <a:xfrm>
            <a:off x="259650" y="1049125"/>
            <a:ext cx="4489500" cy="44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rgbClr val="1D5A9C"/>
                </a:solidFill>
                <a:latin typeface="Jost"/>
                <a:ea typeface="Jost"/>
                <a:cs typeface="Jost"/>
                <a:sym typeface="Jost"/>
              </a:rPr>
              <a:t>Deployment &amp; Regression Checks</a:t>
            </a:r>
            <a:endParaRPr b="1" sz="1800">
              <a:solidFill>
                <a:srgbClr val="1D5A9C"/>
              </a:solidFill>
              <a:latin typeface="Jost"/>
              <a:ea typeface="Jost"/>
              <a:cs typeface="Jost"/>
              <a:sym typeface="Jost"/>
            </a:endParaRPr>
          </a:p>
        </p:txBody>
      </p:sp>
      <p:sp>
        <p:nvSpPr>
          <p:cNvPr id="1059" name="Google Shape;1059;p43"/>
          <p:cNvSpPr txBox="1"/>
          <p:nvPr/>
        </p:nvSpPr>
        <p:spPr>
          <a:xfrm>
            <a:off x="259650" y="1495525"/>
            <a:ext cx="8800500" cy="1243800"/>
          </a:xfrm>
          <a:prstGeom prst="rect">
            <a:avLst/>
          </a:prstGeom>
          <a:noFill/>
          <a:ln>
            <a:noFill/>
          </a:ln>
        </p:spPr>
        <p:txBody>
          <a:bodyPr anchorCtr="0" anchor="t" bIns="91425" lIns="91425" spcFirstLastPara="1" rIns="91425" wrap="square" tIns="91425">
            <a:noAutofit/>
          </a:bodyPr>
          <a:lstStyle/>
          <a:p>
            <a:pPr indent="-330200" lvl="0" marL="457200" rtl="0" algn="l">
              <a:spcBef>
                <a:spcPts val="0"/>
              </a:spcBef>
              <a:spcAft>
                <a:spcPts val="0"/>
              </a:spcAft>
              <a:buClr>
                <a:schemeClr val="dk2"/>
              </a:buClr>
              <a:buSzPts val="1600"/>
              <a:buFont typeface="Jost"/>
              <a:buChar char="●"/>
            </a:pPr>
            <a:r>
              <a:rPr lang="en" sz="1600">
                <a:solidFill>
                  <a:schemeClr val="dk2"/>
                </a:solidFill>
                <a:latin typeface="Jost"/>
                <a:ea typeface="Jost"/>
                <a:cs typeface="Jost"/>
                <a:sym typeface="Jost"/>
              </a:rPr>
              <a:t>Automated test suites would be run during the CI/CD pipelines execution to ensure continuous quality assurance</a:t>
            </a:r>
            <a:endParaRPr sz="1600">
              <a:solidFill>
                <a:schemeClr val="dk2"/>
              </a:solidFill>
              <a:latin typeface="Jost"/>
              <a:ea typeface="Jost"/>
              <a:cs typeface="Jost"/>
              <a:sym typeface="Jost"/>
            </a:endParaRPr>
          </a:p>
          <a:p>
            <a:pPr indent="-330200" lvl="0" marL="457200" rtl="0" algn="l">
              <a:spcBef>
                <a:spcPts val="0"/>
              </a:spcBef>
              <a:spcAft>
                <a:spcPts val="0"/>
              </a:spcAft>
              <a:buClr>
                <a:schemeClr val="dk2"/>
              </a:buClr>
              <a:buSzPts val="1600"/>
              <a:buFont typeface="Jost"/>
              <a:buChar char="●"/>
            </a:pPr>
            <a:r>
              <a:rPr lang="en" sz="1600">
                <a:solidFill>
                  <a:schemeClr val="dk2"/>
                </a:solidFill>
                <a:latin typeface="Jost"/>
                <a:ea typeface="Jost"/>
                <a:cs typeface="Jost"/>
                <a:sym typeface="Jost"/>
              </a:rPr>
              <a:t>Verification of the new changes would be done, so that they do not break the existing features (regression checks)</a:t>
            </a:r>
            <a:endParaRPr sz="1600">
              <a:solidFill>
                <a:schemeClr val="dk2"/>
              </a:solidFill>
              <a:latin typeface="Jost"/>
              <a:ea typeface="Jost"/>
              <a:cs typeface="Jost"/>
              <a:sym typeface="Jost"/>
            </a:endParaRPr>
          </a:p>
        </p:txBody>
      </p:sp>
      <p:sp>
        <p:nvSpPr>
          <p:cNvPr id="1060" name="Google Shape;1060;p43"/>
          <p:cNvSpPr txBox="1"/>
          <p:nvPr/>
        </p:nvSpPr>
        <p:spPr>
          <a:xfrm>
            <a:off x="362500" y="2935850"/>
            <a:ext cx="4489500" cy="44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rgbClr val="1D5A9C"/>
                </a:solidFill>
                <a:latin typeface="Jost"/>
                <a:ea typeface="Jost"/>
                <a:cs typeface="Jost"/>
                <a:sym typeface="Jost"/>
              </a:rPr>
              <a:t>Overall Application Testing</a:t>
            </a:r>
            <a:endParaRPr b="1" sz="1800">
              <a:solidFill>
                <a:srgbClr val="1D5A9C"/>
              </a:solidFill>
              <a:latin typeface="Jost"/>
              <a:ea typeface="Jost"/>
              <a:cs typeface="Jost"/>
              <a:sym typeface="Jost"/>
            </a:endParaRPr>
          </a:p>
        </p:txBody>
      </p:sp>
      <p:sp>
        <p:nvSpPr>
          <p:cNvPr id="1061" name="Google Shape;1061;p43"/>
          <p:cNvSpPr txBox="1"/>
          <p:nvPr/>
        </p:nvSpPr>
        <p:spPr>
          <a:xfrm>
            <a:off x="362500" y="3382250"/>
            <a:ext cx="8800500" cy="1547100"/>
          </a:xfrm>
          <a:prstGeom prst="rect">
            <a:avLst/>
          </a:prstGeom>
          <a:noFill/>
          <a:ln>
            <a:noFill/>
          </a:ln>
        </p:spPr>
        <p:txBody>
          <a:bodyPr anchorCtr="0" anchor="t" bIns="91425" lIns="91425" spcFirstLastPara="1" rIns="91425" wrap="square" tIns="91425">
            <a:noAutofit/>
          </a:bodyPr>
          <a:lstStyle/>
          <a:p>
            <a:pPr indent="-330200" lvl="0" marL="457200" rtl="0" algn="l">
              <a:spcBef>
                <a:spcPts val="0"/>
              </a:spcBef>
              <a:spcAft>
                <a:spcPts val="0"/>
              </a:spcAft>
              <a:buClr>
                <a:schemeClr val="dk2"/>
              </a:buClr>
              <a:buSzPts val="1600"/>
              <a:buFont typeface="Jost"/>
              <a:buChar char="●"/>
            </a:pPr>
            <a:r>
              <a:rPr lang="en" sz="1600">
                <a:solidFill>
                  <a:schemeClr val="dk2"/>
                </a:solidFill>
                <a:latin typeface="Jost"/>
                <a:ea typeface="Jost"/>
                <a:cs typeface="Jost"/>
                <a:sym typeface="Jost"/>
              </a:rPr>
              <a:t>Testing of the application under network failures and service downtime</a:t>
            </a:r>
            <a:endParaRPr sz="1600">
              <a:solidFill>
                <a:schemeClr val="dk2"/>
              </a:solidFill>
              <a:latin typeface="Jost"/>
              <a:ea typeface="Jost"/>
              <a:cs typeface="Jost"/>
              <a:sym typeface="Jost"/>
            </a:endParaRPr>
          </a:p>
          <a:p>
            <a:pPr indent="-330200" lvl="0" marL="457200" rtl="0" algn="l">
              <a:spcBef>
                <a:spcPts val="0"/>
              </a:spcBef>
              <a:spcAft>
                <a:spcPts val="0"/>
              </a:spcAft>
              <a:buClr>
                <a:schemeClr val="dk2"/>
              </a:buClr>
              <a:buSzPts val="1600"/>
              <a:buFont typeface="Jost"/>
              <a:buChar char="●"/>
            </a:pPr>
            <a:r>
              <a:rPr lang="en" sz="1600">
                <a:solidFill>
                  <a:schemeClr val="dk2"/>
                </a:solidFill>
                <a:latin typeface="Jost"/>
                <a:ea typeface="Jost"/>
                <a:cs typeface="Jost"/>
                <a:sym typeface="Jost"/>
              </a:rPr>
              <a:t>Simulation of edge cases and testing the application against those cases.</a:t>
            </a:r>
            <a:endParaRPr sz="1600">
              <a:solidFill>
                <a:schemeClr val="dk2"/>
              </a:solidFill>
              <a:latin typeface="Jost"/>
              <a:ea typeface="Jost"/>
              <a:cs typeface="Jost"/>
              <a:sym typeface="Jost"/>
            </a:endParaRPr>
          </a:p>
          <a:p>
            <a:pPr indent="-330200" lvl="0" marL="457200" rtl="0" algn="l">
              <a:spcBef>
                <a:spcPts val="0"/>
              </a:spcBef>
              <a:spcAft>
                <a:spcPts val="0"/>
              </a:spcAft>
              <a:buClr>
                <a:schemeClr val="dk2"/>
              </a:buClr>
              <a:buSzPts val="1600"/>
              <a:buFont typeface="Jost"/>
              <a:buChar char="●"/>
            </a:pPr>
            <a:r>
              <a:rPr lang="en" sz="1600">
                <a:solidFill>
                  <a:schemeClr val="dk2"/>
                </a:solidFill>
                <a:latin typeface="Jost"/>
                <a:ea typeface="Jost"/>
                <a:cs typeface="Jost"/>
                <a:sym typeface="Jost"/>
              </a:rPr>
              <a:t>Ensuring graceful handling of errors</a:t>
            </a:r>
            <a:endParaRPr sz="1600">
              <a:solidFill>
                <a:schemeClr val="dk2"/>
              </a:solidFill>
              <a:latin typeface="Jost"/>
              <a:ea typeface="Jost"/>
              <a:cs typeface="Jost"/>
              <a:sym typeface="Jost"/>
            </a:endParaRPr>
          </a:p>
          <a:p>
            <a:pPr indent="-330200" lvl="0" marL="457200" rtl="0" algn="l">
              <a:spcBef>
                <a:spcPts val="0"/>
              </a:spcBef>
              <a:spcAft>
                <a:spcPts val="0"/>
              </a:spcAft>
              <a:buClr>
                <a:schemeClr val="dk2"/>
              </a:buClr>
              <a:buSzPts val="1600"/>
              <a:buFont typeface="Jost"/>
              <a:buChar char="●"/>
            </a:pPr>
            <a:r>
              <a:rPr lang="en" sz="1600">
                <a:solidFill>
                  <a:schemeClr val="dk2"/>
                </a:solidFill>
                <a:latin typeface="Jost"/>
                <a:ea typeface="Jost"/>
                <a:cs typeface="Jost"/>
                <a:sym typeface="Jost"/>
              </a:rPr>
              <a:t>Testing the application against heavy user traffic to test its performance and robustness</a:t>
            </a:r>
            <a:endParaRPr sz="1600">
              <a:solidFill>
                <a:schemeClr val="dk2"/>
              </a:solidFill>
              <a:latin typeface="Jost"/>
              <a:ea typeface="Jost"/>
              <a:cs typeface="Jost"/>
              <a:sym typeface="Jost"/>
            </a:endParaRPr>
          </a:p>
          <a:p>
            <a:pPr indent="-330200" lvl="0" marL="457200" rtl="0" algn="l">
              <a:spcBef>
                <a:spcPts val="0"/>
              </a:spcBef>
              <a:spcAft>
                <a:spcPts val="0"/>
              </a:spcAft>
              <a:buClr>
                <a:schemeClr val="dk2"/>
              </a:buClr>
              <a:buSzPts val="1600"/>
              <a:buFont typeface="Jost"/>
              <a:buChar char="●"/>
            </a:pPr>
            <a:r>
              <a:rPr lang="en" sz="1600">
                <a:solidFill>
                  <a:schemeClr val="dk2"/>
                </a:solidFill>
                <a:latin typeface="Jost"/>
                <a:ea typeface="Jost"/>
                <a:cs typeface="Jost"/>
                <a:sym typeface="Jost"/>
              </a:rPr>
              <a:t>Vulnerability assessment of the application</a:t>
            </a:r>
            <a:endParaRPr sz="1600">
              <a:solidFill>
                <a:schemeClr val="dk2"/>
              </a:solidFill>
              <a:latin typeface="Jost"/>
              <a:ea typeface="Jost"/>
              <a:cs typeface="Jost"/>
              <a:sym typeface="Jost"/>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5" name="Shape 1065"/>
        <p:cNvGrpSpPr/>
        <p:nvPr/>
      </p:nvGrpSpPr>
      <p:grpSpPr>
        <a:xfrm>
          <a:off x="0" y="0"/>
          <a:ext cx="0" cy="0"/>
          <a:chOff x="0" y="0"/>
          <a:chExt cx="0" cy="0"/>
        </a:xfrm>
      </p:grpSpPr>
      <p:sp>
        <p:nvSpPr>
          <p:cNvPr id="1066" name="Google Shape;1066;p44"/>
          <p:cNvSpPr/>
          <p:nvPr/>
        </p:nvSpPr>
        <p:spPr>
          <a:xfrm>
            <a:off x="568575" y="1190627"/>
            <a:ext cx="1651500" cy="2209500"/>
          </a:xfrm>
          <a:prstGeom prst="rect">
            <a:avLst/>
          </a:prstGeom>
          <a:noFill/>
          <a:ln cap="flat" cmpd="sng" w="8100">
            <a:solidFill>
              <a:srgbClr val="1D5A9C"/>
            </a:solidFill>
            <a:prstDash val="dash"/>
            <a:round/>
            <a:headEnd len="sm" w="sm" type="none"/>
            <a:tailEnd len="sm" w="sm" type="none"/>
          </a:ln>
        </p:spPr>
        <p:txBody>
          <a:bodyPr anchorCtr="0" anchor="ctr" bIns="77675" lIns="77675" spcFirstLastPara="1" rIns="77675" wrap="square" tIns="77675">
            <a:noAutofit/>
          </a:bodyPr>
          <a:lstStyle/>
          <a:p>
            <a:pPr indent="0" lvl="0" marL="0" marR="0" rtl="0" algn="ctr">
              <a:lnSpc>
                <a:spcPct val="100000"/>
              </a:lnSpc>
              <a:spcBef>
                <a:spcPts val="0"/>
              </a:spcBef>
              <a:spcAft>
                <a:spcPts val="0"/>
              </a:spcAft>
              <a:buClr>
                <a:srgbClr val="000000"/>
              </a:buClr>
              <a:buSzPts val="1246"/>
              <a:buFont typeface="Arial"/>
              <a:buNone/>
            </a:pPr>
            <a:r>
              <a:t/>
            </a:r>
            <a:endParaRPr b="0" i="0" sz="1245" u="none" cap="none" strike="noStrike">
              <a:solidFill>
                <a:srgbClr val="000000"/>
              </a:solidFill>
              <a:latin typeface="Arial"/>
              <a:ea typeface="Arial"/>
              <a:cs typeface="Arial"/>
              <a:sym typeface="Arial"/>
            </a:endParaRPr>
          </a:p>
        </p:txBody>
      </p:sp>
      <p:grpSp>
        <p:nvGrpSpPr>
          <p:cNvPr id="1067" name="Google Shape;1067;p44"/>
          <p:cNvGrpSpPr/>
          <p:nvPr/>
        </p:nvGrpSpPr>
        <p:grpSpPr>
          <a:xfrm>
            <a:off x="967153" y="1268041"/>
            <a:ext cx="938343" cy="890954"/>
            <a:chOff x="461973" y="1169944"/>
            <a:chExt cx="909600" cy="863663"/>
          </a:xfrm>
        </p:grpSpPr>
        <p:pic>
          <p:nvPicPr>
            <p:cNvPr id="1068" name="Google Shape;1068;p44"/>
            <p:cNvPicPr preferRelativeResize="0"/>
            <p:nvPr/>
          </p:nvPicPr>
          <p:blipFill rotWithShape="1">
            <a:blip r:embed="rId3">
              <a:alphaModFix/>
            </a:blip>
            <a:srcRect b="0" l="0" r="0" t="0"/>
            <a:stretch/>
          </p:blipFill>
          <p:spPr>
            <a:xfrm>
              <a:off x="614513" y="1169944"/>
              <a:ext cx="604524" cy="568964"/>
            </a:xfrm>
            <a:prstGeom prst="rect">
              <a:avLst/>
            </a:prstGeom>
            <a:noFill/>
            <a:ln>
              <a:noFill/>
            </a:ln>
          </p:spPr>
        </p:pic>
        <p:sp>
          <p:nvSpPr>
            <p:cNvPr id="1069" name="Google Shape;1069;p44"/>
            <p:cNvSpPr/>
            <p:nvPr/>
          </p:nvSpPr>
          <p:spPr>
            <a:xfrm>
              <a:off x="461973" y="1793906"/>
              <a:ext cx="909600" cy="239700"/>
            </a:xfrm>
            <a:prstGeom prst="rect">
              <a:avLst/>
            </a:prstGeom>
            <a:noFill/>
            <a:ln cap="flat" cmpd="sng" w="7400">
              <a:solidFill>
                <a:srgbClr val="0B5394"/>
              </a:solidFill>
              <a:prstDash val="solid"/>
              <a:round/>
              <a:headEnd len="sm" w="sm" type="none"/>
              <a:tailEnd len="sm" w="sm" type="none"/>
            </a:ln>
          </p:spPr>
          <p:txBody>
            <a:bodyPr anchorCtr="0" anchor="ctr" bIns="94325" lIns="94325" spcFirstLastPara="1" rIns="94325" wrap="square" tIns="94325">
              <a:noAutofit/>
            </a:bodyPr>
            <a:lstStyle/>
            <a:p>
              <a:pPr indent="0" lvl="0" marL="0" marR="0" rtl="0" algn="ctr">
                <a:lnSpc>
                  <a:spcPct val="100000"/>
                </a:lnSpc>
                <a:spcBef>
                  <a:spcPts val="0"/>
                </a:spcBef>
                <a:spcAft>
                  <a:spcPts val="0"/>
                </a:spcAft>
                <a:buClr>
                  <a:srgbClr val="000000"/>
                </a:buClr>
                <a:buSzPts val="825"/>
                <a:buFont typeface="Arial"/>
                <a:buNone/>
              </a:pPr>
              <a:r>
                <a:rPr b="1" i="0" lang="en" sz="825" u="none" cap="none" strike="noStrike">
                  <a:solidFill>
                    <a:schemeClr val="dk1"/>
                  </a:solidFill>
                  <a:latin typeface="Nunito"/>
                  <a:ea typeface="Nunito"/>
                  <a:cs typeface="Nunito"/>
                  <a:sym typeface="Nunito"/>
                </a:rPr>
                <a:t>LDAP Server</a:t>
              </a:r>
              <a:endParaRPr b="1" i="0" sz="825" u="none" cap="none" strike="noStrike">
                <a:solidFill>
                  <a:srgbClr val="000000"/>
                </a:solidFill>
                <a:latin typeface="Roboto"/>
                <a:ea typeface="Roboto"/>
                <a:cs typeface="Roboto"/>
                <a:sym typeface="Roboto"/>
              </a:endParaRPr>
            </a:p>
          </p:txBody>
        </p:sp>
      </p:grpSp>
      <p:cxnSp>
        <p:nvCxnSpPr>
          <p:cNvPr id="1070" name="Google Shape;1070;p44"/>
          <p:cNvCxnSpPr>
            <a:stCxn id="1069" idx="2"/>
            <a:endCxn id="1071" idx="0"/>
          </p:cNvCxnSpPr>
          <p:nvPr/>
        </p:nvCxnSpPr>
        <p:spPr>
          <a:xfrm>
            <a:off x="1436324" y="2158995"/>
            <a:ext cx="0" cy="378900"/>
          </a:xfrm>
          <a:prstGeom prst="straightConnector1">
            <a:avLst/>
          </a:prstGeom>
          <a:noFill/>
          <a:ln cap="flat" cmpd="sng" w="16200">
            <a:solidFill>
              <a:srgbClr val="1D5A9C"/>
            </a:solidFill>
            <a:prstDash val="solid"/>
            <a:round/>
            <a:headEnd len="sm" w="sm" type="none"/>
            <a:tailEnd len="med" w="med" type="triangle"/>
          </a:ln>
        </p:spPr>
      </p:cxnSp>
      <p:grpSp>
        <p:nvGrpSpPr>
          <p:cNvPr id="1072" name="Google Shape;1072;p44"/>
          <p:cNvGrpSpPr/>
          <p:nvPr/>
        </p:nvGrpSpPr>
        <p:grpSpPr>
          <a:xfrm>
            <a:off x="895974" y="2537966"/>
            <a:ext cx="1080704" cy="785054"/>
            <a:chOff x="617650" y="2359344"/>
            <a:chExt cx="1047600" cy="761006"/>
          </a:xfrm>
        </p:grpSpPr>
        <p:sp>
          <p:nvSpPr>
            <p:cNvPr id="1073" name="Google Shape;1073;p44"/>
            <p:cNvSpPr/>
            <p:nvPr/>
          </p:nvSpPr>
          <p:spPr>
            <a:xfrm>
              <a:off x="617650" y="2805350"/>
              <a:ext cx="1047600" cy="315000"/>
            </a:xfrm>
            <a:prstGeom prst="rect">
              <a:avLst/>
            </a:prstGeom>
            <a:noFill/>
            <a:ln cap="flat" cmpd="sng" w="7400">
              <a:solidFill>
                <a:schemeClr val="lt1"/>
              </a:solidFill>
              <a:prstDash val="solid"/>
              <a:round/>
              <a:headEnd len="sm" w="sm" type="none"/>
              <a:tailEnd len="sm" w="sm" type="none"/>
            </a:ln>
          </p:spPr>
          <p:txBody>
            <a:bodyPr anchorCtr="0" anchor="ctr" bIns="0" lIns="0" spcFirstLastPara="1" rIns="0" wrap="square" tIns="0">
              <a:noAutofit/>
            </a:bodyPr>
            <a:lstStyle/>
            <a:p>
              <a:pPr indent="0" lvl="1" marL="0" marR="0" rtl="0" algn="ctr">
                <a:lnSpc>
                  <a:spcPct val="100000"/>
                </a:lnSpc>
                <a:spcBef>
                  <a:spcPts val="0"/>
                </a:spcBef>
                <a:spcAft>
                  <a:spcPts val="0"/>
                </a:spcAft>
                <a:buClr>
                  <a:srgbClr val="000000"/>
                </a:buClr>
                <a:buSzPts val="825"/>
                <a:buFont typeface="Arial"/>
                <a:buNone/>
              </a:pPr>
              <a:r>
                <a:rPr b="1" lang="en" sz="825">
                  <a:solidFill>
                    <a:srgbClr val="1D5A9C"/>
                  </a:solidFill>
                  <a:latin typeface="Nunito"/>
                  <a:ea typeface="Nunito"/>
                  <a:cs typeface="Nunito"/>
                  <a:sym typeface="Nunito"/>
                </a:rPr>
                <a:t>User information is stored in Entra ID</a:t>
              </a:r>
              <a:endParaRPr b="1" i="0" sz="825" u="none" cap="none" strike="noStrike">
                <a:solidFill>
                  <a:schemeClr val="dk1"/>
                </a:solidFill>
                <a:latin typeface="Nunito"/>
                <a:ea typeface="Nunito"/>
                <a:cs typeface="Nunito"/>
                <a:sym typeface="Nunito"/>
              </a:endParaRPr>
            </a:p>
          </p:txBody>
        </p:sp>
        <p:pic>
          <p:nvPicPr>
            <p:cNvPr id="1071" name="Google Shape;1071;p44"/>
            <p:cNvPicPr preferRelativeResize="0"/>
            <p:nvPr/>
          </p:nvPicPr>
          <p:blipFill>
            <a:blip r:embed="rId4">
              <a:alphaModFix/>
            </a:blip>
            <a:stretch>
              <a:fillRect/>
            </a:stretch>
          </p:blipFill>
          <p:spPr>
            <a:xfrm>
              <a:off x="929056" y="2359344"/>
              <a:ext cx="424800" cy="424800"/>
            </a:xfrm>
            <a:prstGeom prst="rect">
              <a:avLst/>
            </a:prstGeom>
            <a:noFill/>
            <a:ln>
              <a:noFill/>
            </a:ln>
          </p:spPr>
        </p:pic>
      </p:grpSp>
      <p:sp>
        <p:nvSpPr>
          <p:cNvPr id="1074" name="Google Shape;1074;p44"/>
          <p:cNvSpPr txBox="1"/>
          <p:nvPr/>
        </p:nvSpPr>
        <p:spPr>
          <a:xfrm>
            <a:off x="568575" y="3568558"/>
            <a:ext cx="1651500" cy="923700"/>
          </a:xfrm>
          <a:prstGeom prst="rect">
            <a:avLst/>
          </a:prstGeom>
          <a:noFill/>
          <a:ln>
            <a:noFill/>
          </a:ln>
        </p:spPr>
        <p:txBody>
          <a:bodyPr anchorCtr="0" anchor="ctr" bIns="77675" lIns="77675" spcFirstLastPara="1" rIns="77675" wrap="square" tIns="77675">
            <a:noAutofit/>
          </a:bodyPr>
          <a:lstStyle/>
          <a:p>
            <a:pPr indent="0" lvl="0" marL="0" rtl="0" algn="l">
              <a:spcBef>
                <a:spcPts val="0"/>
              </a:spcBef>
              <a:spcAft>
                <a:spcPts val="0"/>
              </a:spcAft>
              <a:buNone/>
            </a:pPr>
            <a:r>
              <a:rPr lang="en" sz="1245">
                <a:solidFill>
                  <a:schemeClr val="dk1"/>
                </a:solidFill>
                <a:latin typeface="Nunito"/>
                <a:ea typeface="Nunito"/>
                <a:cs typeface="Nunito"/>
                <a:sym typeface="Nunito"/>
              </a:rPr>
              <a:t>The LDAP Server contains the user information(including roles and groups)</a:t>
            </a:r>
            <a:endParaRPr sz="1245">
              <a:solidFill>
                <a:schemeClr val="dk1"/>
              </a:solidFill>
              <a:latin typeface="Nunito"/>
              <a:ea typeface="Nunito"/>
              <a:cs typeface="Nunito"/>
              <a:sym typeface="Nunito"/>
            </a:endParaRPr>
          </a:p>
        </p:txBody>
      </p:sp>
      <p:cxnSp>
        <p:nvCxnSpPr>
          <p:cNvPr id="1075" name="Google Shape;1075;p44"/>
          <p:cNvCxnSpPr>
            <a:stCxn id="1066" idx="3"/>
            <a:endCxn id="1076" idx="1"/>
          </p:cNvCxnSpPr>
          <p:nvPr/>
        </p:nvCxnSpPr>
        <p:spPr>
          <a:xfrm>
            <a:off x="2220075" y="2295377"/>
            <a:ext cx="766200" cy="0"/>
          </a:xfrm>
          <a:prstGeom prst="straightConnector1">
            <a:avLst/>
          </a:prstGeom>
          <a:noFill/>
          <a:ln cap="flat" cmpd="sng" w="16200">
            <a:solidFill>
              <a:srgbClr val="1D5A9C"/>
            </a:solidFill>
            <a:prstDash val="solid"/>
            <a:round/>
            <a:headEnd len="sm" w="sm" type="none"/>
            <a:tailEnd len="med" w="med" type="triangle"/>
          </a:ln>
        </p:spPr>
      </p:cxnSp>
      <p:sp>
        <p:nvSpPr>
          <p:cNvPr id="1076" name="Google Shape;1076;p44"/>
          <p:cNvSpPr/>
          <p:nvPr/>
        </p:nvSpPr>
        <p:spPr>
          <a:xfrm>
            <a:off x="2986148" y="1190655"/>
            <a:ext cx="1104300" cy="2209500"/>
          </a:xfrm>
          <a:prstGeom prst="rect">
            <a:avLst/>
          </a:prstGeom>
          <a:noFill/>
          <a:ln cap="flat" cmpd="sng" w="10800">
            <a:solidFill>
              <a:srgbClr val="1D5A9C"/>
            </a:solidFill>
            <a:prstDash val="dash"/>
            <a:round/>
            <a:headEnd len="sm" w="sm" type="none"/>
            <a:tailEnd len="sm" w="sm" type="none"/>
          </a:ln>
        </p:spPr>
        <p:txBody>
          <a:bodyPr anchorCtr="0" anchor="ctr" bIns="77675" lIns="77675" spcFirstLastPara="1" rIns="77675" wrap="square" tIns="77675">
            <a:noAutofit/>
          </a:bodyPr>
          <a:lstStyle/>
          <a:p>
            <a:pPr indent="0" lvl="0" marL="0" rtl="0" algn="ctr">
              <a:spcBef>
                <a:spcPts val="0"/>
              </a:spcBef>
              <a:spcAft>
                <a:spcPts val="0"/>
              </a:spcAft>
              <a:buNone/>
            </a:pPr>
            <a:r>
              <a:t/>
            </a:r>
            <a:endParaRPr sz="1245"/>
          </a:p>
        </p:txBody>
      </p:sp>
      <p:cxnSp>
        <p:nvCxnSpPr>
          <p:cNvPr id="1077" name="Google Shape;1077;p44"/>
          <p:cNvCxnSpPr/>
          <p:nvPr/>
        </p:nvCxnSpPr>
        <p:spPr>
          <a:xfrm>
            <a:off x="3399855" y="1436683"/>
            <a:ext cx="586200" cy="0"/>
          </a:xfrm>
          <a:prstGeom prst="straightConnector1">
            <a:avLst/>
          </a:prstGeom>
          <a:noFill/>
          <a:ln cap="flat" cmpd="sng" w="8100">
            <a:solidFill>
              <a:srgbClr val="1D5A9C"/>
            </a:solidFill>
            <a:prstDash val="solid"/>
            <a:round/>
            <a:headEnd len="med" w="med" type="none"/>
            <a:tailEnd len="med" w="med" type="none"/>
          </a:ln>
        </p:spPr>
      </p:cxnSp>
      <p:sp>
        <p:nvSpPr>
          <p:cNvPr id="1078" name="Google Shape;1078;p44"/>
          <p:cNvSpPr txBox="1"/>
          <p:nvPr/>
        </p:nvSpPr>
        <p:spPr>
          <a:xfrm>
            <a:off x="2986152" y="3568558"/>
            <a:ext cx="1104300" cy="644400"/>
          </a:xfrm>
          <a:prstGeom prst="rect">
            <a:avLst/>
          </a:prstGeom>
          <a:noFill/>
          <a:ln>
            <a:noFill/>
          </a:ln>
        </p:spPr>
        <p:txBody>
          <a:bodyPr anchorCtr="0" anchor="t" bIns="0" lIns="77675" spcFirstLastPara="1" rIns="77675" wrap="square" tIns="0">
            <a:noAutofit/>
          </a:bodyPr>
          <a:lstStyle/>
          <a:p>
            <a:pPr indent="0" lvl="0" marL="0" rtl="0" algn="l">
              <a:spcBef>
                <a:spcPts val="0"/>
              </a:spcBef>
              <a:spcAft>
                <a:spcPts val="0"/>
              </a:spcAft>
              <a:buNone/>
            </a:pPr>
            <a:r>
              <a:rPr lang="en" sz="1245">
                <a:solidFill>
                  <a:schemeClr val="dk1"/>
                </a:solidFill>
                <a:latin typeface="Nunito"/>
                <a:ea typeface="Nunito"/>
                <a:cs typeface="Nunito"/>
                <a:sym typeface="Nunito"/>
              </a:rPr>
              <a:t>The list of all roles are first fetched </a:t>
            </a:r>
            <a:endParaRPr sz="1245">
              <a:solidFill>
                <a:schemeClr val="dk1"/>
              </a:solidFill>
              <a:latin typeface="Nunito"/>
              <a:ea typeface="Nunito"/>
              <a:cs typeface="Nunito"/>
              <a:sym typeface="Nunito"/>
            </a:endParaRPr>
          </a:p>
        </p:txBody>
      </p:sp>
      <p:cxnSp>
        <p:nvCxnSpPr>
          <p:cNvPr id="1079" name="Google Shape;1079;p44"/>
          <p:cNvCxnSpPr/>
          <p:nvPr/>
        </p:nvCxnSpPr>
        <p:spPr>
          <a:xfrm flipH="1" rot="10800000">
            <a:off x="4250293" y="2043699"/>
            <a:ext cx="2073900" cy="600"/>
          </a:xfrm>
          <a:prstGeom prst="straightConnector1">
            <a:avLst/>
          </a:prstGeom>
          <a:noFill/>
          <a:ln cap="flat" cmpd="sng" w="16200">
            <a:solidFill>
              <a:srgbClr val="1D5A9C"/>
            </a:solidFill>
            <a:prstDash val="solid"/>
            <a:round/>
            <a:headEnd len="sm" w="sm" type="none"/>
            <a:tailEnd len="med" w="med" type="triangle"/>
          </a:ln>
        </p:spPr>
      </p:cxnSp>
      <p:sp>
        <p:nvSpPr>
          <p:cNvPr id="1080" name="Google Shape;1080;p44"/>
          <p:cNvSpPr/>
          <p:nvPr/>
        </p:nvSpPr>
        <p:spPr>
          <a:xfrm>
            <a:off x="6913285" y="1118901"/>
            <a:ext cx="820192" cy="1189079"/>
          </a:xfrm>
          <a:prstGeom prst="flowChartMagneticDisk">
            <a:avLst/>
          </a:prstGeom>
          <a:solidFill>
            <a:srgbClr val="6D9EEB"/>
          </a:solidFill>
          <a:ln cap="flat" cmpd="sng" w="8100">
            <a:solidFill>
              <a:schemeClr val="lt1"/>
            </a:solidFill>
            <a:prstDash val="solid"/>
            <a:round/>
            <a:headEnd len="sm" w="sm" type="none"/>
            <a:tailEnd len="sm" w="sm" type="none"/>
          </a:ln>
        </p:spPr>
        <p:txBody>
          <a:bodyPr anchorCtr="0" anchor="ctr" bIns="77675" lIns="77675" spcFirstLastPara="1" rIns="77675" wrap="square" tIns="77675">
            <a:noAutofit/>
          </a:bodyPr>
          <a:lstStyle/>
          <a:p>
            <a:pPr indent="0" lvl="0" marL="0" rtl="0" algn="ctr">
              <a:spcBef>
                <a:spcPts val="0"/>
              </a:spcBef>
              <a:spcAft>
                <a:spcPts val="0"/>
              </a:spcAft>
              <a:buNone/>
            </a:pPr>
            <a:r>
              <a:rPr b="1" lang="en" sz="1245">
                <a:solidFill>
                  <a:schemeClr val="lt1"/>
                </a:solidFill>
              </a:rPr>
              <a:t>AWS RDS</a:t>
            </a:r>
            <a:endParaRPr b="1" sz="1245">
              <a:solidFill>
                <a:schemeClr val="lt1"/>
              </a:solidFill>
            </a:endParaRPr>
          </a:p>
        </p:txBody>
      </p:sp>
      <p:sp>
        <p:nvSpPr>
          <p:cNvPr id="1081" name="Google Shape;1081;p44"/>
          <p:cNvSpPr txBox="1"/>
          <p:nvPr/>
        </p:nvSpPr>
        <p:spPr>
          <a:xfrm>
            <a:off x="6071320" y="2461152"/>
            <a:ext cx="2504100" cy="1107300"/>
          </a:xfrm>
          <a:prstGeom prst="rect">
            <a:avLst/>
          </a:prstGeom>
          <a:noFill/>
          <a:ln>
            <a:noFill/>
          </a:ln>
        </p:spPr>
        <p:txBody>
          <a:bodyPr anchorCtr="0" anchor="t" bIns="77675" lIns="77675" spcFirstLastPara="1" rIns="77675" wrap="square" tIns="77675">
            <a:noAutofit/>
          </a:bodyPr>
          <a:lstStyle/>
          <a:p>
            <a:pPr indent="0" lvl="0" marL="0" rtl="0" algn="ctr">
              <a:spcBef>
                <a:spcPts val="0"/>
              </a:spcBef>
              <a:spcAft>
                <a:spcPts val="0"/>
              </a:spcAft>
              <a:buNone/>
            </a:pPr>
            <a:r>
              <a:rPr lang="en" sz="1245">
                <a:solidFill>
                  <a:schemeClr val="dk1"/>
                </a:solidFill>
                <a:latin typeface="Nunito"/>
                <a:ea typeface="Nunito"/>
                <a:cs typeface="Nunito"/>
                <a:sym typeface="Nunito"/>
              </a:rPr>
              <a:t>In RDS, each role is assigned specific permissions such as Create, View, Update, and Delete, along with access to specific agents and namespaces.</a:t>
            </a:r>
            <a:endParaRPr sz="1245">
              <a:solidFill>
                <a:schemeClr val="dk1"/>
              </a:solidFill>
              <a:latin typeface="Nunito"/>
              <a:ea typeface="Nunito"/>
              <a:cs typeface="Nunito"/>
              <a:sym typeface="Nunito"/>
            </a:endParaRPr>
          </a:p>
        </p:txBody>
      </p:sp>
      <p:sp>
        <p:nvSpPr>
          <p:cNvPr id="1082" name="Google Shape;1082;p44"/>
          <p:cNvSpPr txBox="1"/>
          <p:nvPr/>
        </p:nvSpPr>
        <p:spPr>
          <a:xfrm>
            <a:off x="4199677" y="1141422"/>
            <a:ext cx="2583000" cy="761100"/>
          </a:xfrm>
          <a:prstGeom prst="rect">
            <a:avLst/>
          </a:prstGeom>
          <a:noFill/>
          <a:ln>
            <a:noFill/>
          </a:ln>
        </p:spPr>
        <p:txBody>
          <a:bodyPr anchorCtr="0" anchor="t" bIns="77675" lIns="77675" spcFirstLastPara="1" rIns="77675" wrap="square" tIns="77675">
            <a:noAutofit/>
          </a:bodyPr>
          <a:lstStyle/>
          <a:p>
            <a:pPr indent="0" lvl="0" marL="0" rtl="0" algn="just">
              <a:spcBef>
                <a:spcPts val="0"/>
              </a:spcBef>
              <a:spcAft>
                <a:spcPts val="0"/>
              </a:spcAft>
              <a:buNone/>
            </a:pPr>
            <a:r>
              <a:rPr lang="en" sz="1245">
                <a:solidFill>
                  <a:schemeClr val="dk1"/>
                </a:solidFill>
                <a:latin typeface="Nunito"/>
                <a:ea typeface="Nunito"/>
                <a:cs typeface="Nunito"/>
                <a:sym typeface="Nunito"/>
              </a:rPr>
              <a:t>A mapping is made with each role present in the LDAP server to the role table present in PIE DB</a:t>
            </a:r>
            <a:endParaRPr sz="1245">
              <a:solidFill>
                <a:schemeClr val="dk1"/>
              </a:solidFill>
              <a:latin typeface="Nunito"/>
              <a:ea typeface="Nunito"/>
              <a:cs typeface="Nunito"/>
              <a:sym typeface="Nunito"/>
            </a:endParaRPr>
          </a:p>
        </p:txBody>
      </p:sp>
      <p:sp>
        <p:nvSpPr>
          <p:cNvPr id="1083" name="Google Shape;1083;p44"/>
          <p:cNvSpPr/>
          <p:nvPr/>
        </p:nvSpPr>
        <p:spPr>
          <a:xfrm>
            <a:off x="8486600" y="4614375"/>
            <a:ext cx="445200" cy="315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t>03</a:t>
            </a:r>
            <a:endParaRPr/>
          </a:p>
        </p:txBody>
      </p:sp>
      <p:pic>
        <p:nvPicPr>
          <p:cNvPr id="1084" name="Google Shape;1084;p44" title="user.png"/>
          <p:cNvPicPr preferRelativeResize="0"/>
          <p:nvPr/>
        </p:nvPicPr>
        <p:blipFill>
          <a:blip r:embed="rId5">
            <a:alphaModFix/>
          </a:blip>
          <a:stretch>
            <a:fillRect/>
          </a:stretch>
        </p:blipFill>
        <p:spPr>
          <a:xfrm>
            <a:off x="3090586" y="1293341"/>
            <a:ext cx="289345" cy="286712"/>
          </a:xfrm>
          <a:prstGeom prst="rect">
            <a:avLst/>
          </a:prstGeom>
          <a:noFill/>
          <a:ln>
            <a:noFill/>
          </a:ln>
        </p:spPr>
      </p:pic>
      <p:cxnSp>
        <p:nvCxnSpPr>
          <p:cNvPr id="1085" name="Google Shape;1085;p44"/>
          <p:cNvCxnSpPr/>
          <p:nvPr/>
        </p:nvCxnSpPr>
        <p:spPr>
          <a:xfrm>
            <a:off x="3399855" y="1774839"/>
            <a:ext cx="586200" cy="0"/>
          </a:xfrm>
          <a:prstGeom prst="straightConnector1">
            <a:avLst/>
          </a:prstGeom>
          <a:noFill/>
          <a:ln cap="flat" cmpd="sng" w="8100">
            <a:solidFill>
              <a:srgbClr val="1D5A9C"/>
            </a:solidFill>
            <a:prstDash val="solid"/>
            <a:round/>
            <a:headEnd len="med" w="med" type="none"/>
            <a:tailEnd len="med" w="med" type="none"/>
          </a:ln>
        </p:spPr>
      </p:cxnSp>
      <p:pic>
        <p:nvPicPr>
          <p:cNvPr id="1086" name="Google Shape;1086;p44" title="user.png"/>
          <p:cNvPicPr preferRelativeResize="0"/>
          <p:nvPr/>
        </p:nvPicPr>
        <p:blipFill>
          <a:blip r:embed="rId5">
            <a:alphaModFix/>
          </a:blip>
          <a:stretch>
            <a:fillRect/>
          </a:stretch>
        </p:blipFill>
        <p:spPr>
          <a:xfrm>
            <a:off x="3090586" y="1631497"/>
            <a:ext cx="289345" cy="286712"/>
          </a:xfrm>
          <a:prstGeom prst="rect">
            <a:avLst/>
          </a:prstGeom>
          <a:noFill/>
          <a:ln>
            <a:noFill/>
          </a:ln>
        </p:spPr>
      </p:pic>
      <p:cxnSp>
        <p:nvCxnSpPr>
          <p:cNvPr id="1087" name="Google Shape;1087;p44"/>
          <p:cNvCxnSpPr/>
          <p:nvPr/>
        </p:nvCxnSpPr>
        <p:spPr>
          <a:xfrm>
            <a:off x="3399855" y="2105127"/>
            <a:ext cx="586200" cy="0"/>
          </a:xfrm>
          <a:prstGeom prst="straightConnector1">
            <a:avLst/>
          </a:prstGeom>
          <a:noFill/>
          <a:ln cap="flat" cmpd="sng" w="8100">
            <a:solidFill>
              <a:srgbClr val="1D5A9C"/>
            </a:solidFill>
            <a:prstDash val="solid"/>
            <a:round/>
            <a:headEnd len="med" w="med" type="none"/>
            <a:tailEnd len="med" w="med" type="none"/>
          </a:ln>
        </p:spPr>
      </p:cxnSp>
      <p:pic>
        <p:nvPicPr>
          <p:cNvPr id="1088" name="Google Shape;1088;p44" title="user.png"/>
          <p:cNvPicPr preferRelativeResize="0"/>
          <p:nvPr/>
        </p:nvPicPr>
        <p:blipFill>
          <a:blip r:embed="rId5">
            <a:alphaModFix/>
          </a:blip>
          <a:stretch>
            <a:fillRect/>
          </a:stretch>
        </p:blipFill>
        <p:spPr>
          <a:xfrm>
            <a:off x="3090586" y="1961785"/>
            <a:ext cx="289345" cy="286712"/>
          </a:xfrm>
          <a:prstGeom prst="rect">
            <a:avLst/>
          </a:prstGeom>
          <a:noFill/>
          <a:ln>
            <a:noFill/>
          </a:ln>
        </p:spPr>
      </p:pic>
      <p:cxnSp>
        <p:nvCxnSpPr>
          <p:cNvPr id="1089" name="Google Shape;1089;p44"/>
          <p:cNvCxnSpPr/>
          <p:nvPr/>
        </p:nvCxnSpPr>
        <p:spPr>
          <a:xfrm>
            <a:off x="3399855" y="2461152"/>
            <a:ext cx="586200" cy="0"/>
          </a:xfrm>
          <a:prstGeom prst="straightConnector1">
            <a:avLst/>
          </a:prstGeom>
          <a:noFill/>
          <a:ln cap="flat" cmpd="sng" w="8100">
            <a:solidFill>
              <a:srgbClr val="1D5A9C"/>
            </a:solidFill>
            <a:prstDash val="solid"/>
            <a:round/>
            <a:headEnd len="med" w="med" type="none"/>
            <a:tailEnd len="med" w="med" type="none"/>
          </a:ln>
        </p:spPr>
      </p:cxnSp>
      <p:pic>
        <p:nvPicPr>
          <p:cNvPr id="1090" name="Google Shape;1090;p44" title="user.png"/>
          <p:cNvPicPr preferRelativeResize="0"/>
          <p:nvPr/>
        </p:nvPicPr>
        <p:blipFill>
          <a:blip r:embed="rId5">
            <a:alphaModFix/>
          </a:blip>
          <a:stretch>
            <a:fillRect/>
          </a:stretch>
        </p:blipFill>
        <p:spPr>
          <a:xfrm>
            <a:off x="3090586" y="2317811"/>
            <a:ext cx="289345" cy="286712"/>
          </a:xfrm>
          <a:prstGeom prst="rect">
            <a:avLst/>
          </a:prstGeom>
          <a:noFill/>
          <a:ln>
            <a:noFill/>
          </a:ln>
        </p:spPr>
      </p:pic>
      <p:cxnSp>
        <p:nvCxnSpPr>
          <p:cNvPr id="1091" name="Google Shape;1091;p44"/>
          <p:cNvCxnSpPr/>
          <p:nvPr/>
        </p:nvCxnSpPr>
        <p:spPr>
          <a:xfrm>
            <a:off x="3399855" y="2817178"/>
            <a:ext cx="586200" cy="0"/>
          </a:xfrm>
          <a:prstGeom prst="straightConnector1">
            <a:avLst/>
          </a:prstGeom>
          <a:noFill/>
          <a:ln cap="flat" cmpd="sng" w="8100">
            <a:solidFill>
              <a:srgbClr val="1D5A9C"/>
            </a:solidFill>
            <a:prstDash val="solid"/>
            <a:round/>
            <a:headEnd len="med" w="med" type="none"/>
            <a:tailEnd len="med" w="med" type="none"/>
          </a:ln>
        </p:spPr>
      </p:cxnSp>
      <p:pic>
        <p:nvPicPr>
          <p:cNvPr id="1092" name="Google Shape;1092;p44" title="user.png"/>
          <p:cNvPicPr preferRelativeResize="0"/>
          <p:nvPr/>
        </p:nvPicPr>
        <p:blipFill>
          <a:blip r:embed="rId5">
            <a:alphaModFix/>
          </a:blip>
          <a:stretch>
            <a:fillRect/>
          </a:stretch>
        </p:blipFill>
        <p:spPr>
          <a:xfrm>
            <a:off x="3090586" y="2673836"/>
            <a:ext cx="289345" cy="286712"/>
          </a:xfrm>
          <a:prstGeom prst="rect">
            <a:avLst/>
          </a:prstGeom>
          <a:noFill/>
          <a:ln>
            <a:noFill/>
          </a:ln>
        </p:spPr>
      </p:pic>
      <p:cxnSp>
        <p:nvCxnSpPr>
          <p:cNvPr id="1093" name="Google Shape;1093;p44"/>
          <p:cNvCxnSpPr/>
          <p:nvPr/>
        </p:nvCxnSpPr>
        <p:spPr>
          <a:xfrm>
            <a:off x="3399855" y="3173204"/>
            <a:ext cx="586200" cy="0"/>
          </a:xfrm>
          <a:prstGeom prst="straightConnector1">
            <a:avLst/>
          </a:prstGeom>
          <a:noFill/>
          <a:ln cap="flat" cmpd="sng" w="8100">
            <a:solidFill>
              <a:srgbClr val="1D5A9C"/>
            </a:solidFill>
            <a:prstDash val="solid"/>
            <a:round/>
            <a:headEnd len="med" w="med" type="none"/>
            <a:tailEnd len="med" w="med" type="none"/>
          </a:ln>
        </p:spPr>
      </p:cxnSp>
      <p:pic>
        <p:nvPicPr>
          <p:cNvPr id="1094" name="Google Shape;1094;p44" title="user.png"/>
          <p:cNvPicPr preferRelativeResize="0"/>
          <p:nvPr/>
        </p:nvPicPr>
        <p:blipFill>
          <a:blip r:embed="rId5">
            <a:alphaModFix/>
          </a:blip>
          <a:stretch>
            <a:fillRect/>
          </a:stretch>
        </p:blipFill>
        <p:spPr>
          <a:xfrm>
            <a:off x="3090586" y="3029862"/>
            <a:ext cx="289345" cy="286712"/>
          </a:xfrm>
          <a:prstGeom prst="rect">
            <a:avLst/>
          </a:prstGeom>
          <a:noFill/>
          <a:ln>
            <a:noFill/>
          </a:ln>
        </p:spPr>
      </p:pic>
      <p:sp>
        <p:nvSpPr>
          <p:cNvPr id="1095" name="Google Shape;1095;p44"/>
          <p:cNvSpPr/>
          <p:nvPr/>
        </p:nvSpPr>
        <p:spPr>
          <a:xfrm>
            <a:off x="185700" y="91350"/>
            <a:ext cx="8740200" cy="486600"/>
          </a:xfrm>
          <a:prstGeom prst="roundRect">
            <a:avLst>
              <a:gd fmla="val 16667" name="adj"/>
            </a:avLst>
          </a:prstGeom>
          <a:solidFill>
            <a:srgbClr val="0062A5"/>
          </a:solidFill>
          <a:ln cap="flat" cmpd="sng" w="9525">
            <a:solidFill>
              <a:srgbClr val="0062A5"/>
            </a:solidFill>
            <a:prstDash val="solid"/>
            <a:round/>
            <a:headEnd len="sm" w="sm" type="none"/>
            <a:tailEnd len="sm" w="sm" type="none"/>
          </a:ln>
        </p:spPr>
        <p:txBody>
          <a:bodyPr anchorCtr="0" anchor="ctr" bIns="0" lIns="91425" spcFirstLastPara="1" rIns="91425" wrap="square" tIns="0">
            <a:noAutofit/>
          </a:bodyPr>
          <a:lstStyle/>
          <a:p>
            <a:pPr indent="0" lvl="0" marL="0" rtl="0" algn="l">
              <a:lnSpc>
                <a:spcPct val="108000"/>
              </a:lnSpc>
              <a:spcBef>
                <a:spcPts val="0"/>
              </a:spcBef>
              <a:spcAft>
                <a:spcPts val="0"/>
              </a:spcAft>
              <a:buNone/>
            </a:pPr>
            <a:r>
              <a:rPr b="1" lang="en" sz="1800">
                <a:solidFill>
                  <a:srgbClr val="FFFFFF"/>
                </a:solidFill>
                <a:latin typeface="Jost"/>
                <a:ea typeface="Jost"/>
                <a:cs typeface="Jost"/>
                <a:sym typeface="Jost"/>
              </a:rPr>
              <a:t>Mapping Role From Active Directory(AD)</a:t>
            </a:r>
            <a:endParaRPr b="1" sz="1800">
              <a:solidFill>
                <a:schemeClr val="lt1"/>
              </a:solidFill>
              <a:latin typeface="Jost"/>
              <a:ea typeface="Jost"/>
              <a:cs typeface="Jost"/>
              <a:sym typeface="Jost"/>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9" name="Shape 1099"/>
        <p:cNvGrpSpPr/>
        <p:nvPr/>
      </p:nvGrpSpPr>
      <p:grpSpPr>
        <a:xfrm>
          <a:off x="0" y="0"/>
          <a:ext cx="0" cy="0"/>
          <a:chOff x="0" y="0"/>
          <a:chExt cx="0" cy="0"/>
        </a:xfrm>
      </p:grpSpPr>
      <p:pic>
        <p:nvPicPr>
          <p:cNvPr descr="header ppt.jpg" id="1100" name="Google Shape;1100;p45"/>
          <p:cNvPicPr preferRelativeResize="0"/>
          <p:nvPr/>
        </p:nvPicPr>
        <p:blipFill rotWithShape="1">
          <a:blip r:embed="rId3">
            <a:alphaModFix/>
          </a:blip>
          <a:srcRect b="0" l="0" r="0" t="0"/>
          <a:stretch/>
        </p:blipFill>
        <p:spPr>
          <a:xfrm>
            <a:off x="0" y="5248"/>
            <a:ext cx="9144000" cy="568955"/>
          </a:xfrm>
          <a:prstGeom prst="rect">
            <a:avLst/>
          </a:prstGeom>
          <a:noFill/>
          <a:ln>
            <a:noFill/>
          </a:ln>
        </p:spPr>
      </p:pic>
      <p:sp>
        <p:nvSpPr>
          <p:cNvPr id="1101" name="Google Shape;1101;p45"/>
          <p:cNvSpPr txBox="1"/>
          <p:nvPr/>
        </p:nvSpPr>
        <p:spPr>
          <a:xfrm>
            <a:off x="17463" y="66525"/>
            <a:ext cx="8902500" cy="446400"/>
          </a:xfrm>
          <a:prstGeom prst="rect">
            <a:avLst/>
          </a:prstGeom>
          <a:noFill/>
          <a:ln>
            <a:noFill/>
          </a:ln>
        </p:spPr>
        <p:txBody>
          <a:bodyPr anchorCtr="0" anchor="t" bIns="68575" lIns="68575" spcFirstLastPara="1" rIns="68575" wrap="square" tIns="68575">
            <a:spAutoFit/>
          </a:bodyPr>
          <a:lstStyle/>
          <a:p>
            <a:pPr indent="0" lvl="0" marL="0" rtl="0" algn="l">
              <a:lnSpc>
                <a:spcPct val="108000"/>
              </a:lnSpc>
              <a:spcBef>
                <a:spcPts val="0"/>
              </a:spcBef>
              <a:spcAft>
                <a:spcPts val="0"/>
              </a:spcAft>
              <a:buClr>
                <a:schemeClr val="dk1"/>
              </a:buClr>
              <a:buSzPts val="1100"/>
              <a:buFont typeface="Arial"/>
              <a:buNone/>
            </a:pPr>
            <a:r>
              <a:rPr lang="en" sz="2000">
                <a:solidFill>
                  <a:schemeClr val="lt1"/>
                </a:solidFill>
                <a:latin typeface="Jost SemiBold"/>
                <a:ea typeface="Jost SemiBold"/>
                <a:cs typeface="Jost SemiBold"/>
                <a:sym typeface="Jost SemiBold"/>
              </a:rPr>
              <a:t>Security </a:t>
            </a:r>
            <a:r>
              <a:rPr lang="en" sz="2000">
                <a:solidFill>
                  <a:schemeClr val="lt1"/>
                </a:solidFill>
                <a:latin typeface="Jost SemiBold"/>
                <a:ea typeface="Jost SemiBold"/>
                <a:cs typeface="Jost SemiBold"/>
                <a:sym typeface="Jost SemiBold"/>
              </a:rPr>
              <a:t>Architecture</a:t>
            </a:r>
            <a:endParaRPr sz="2000">
              <a:solidFill>
                <a:schemeClr val="lt1"/>
              </a:solidFill>
              <a:latin typeface="Jost SemiBold"/>
              <a:ea typeface="Jost SemiBold"/>
              <a:cs typeface="Jost SemiBold"/>
              <a:sym typeface="Jost SemiBold"/>
            </a:endParaRPr>
          </a:p>
        </p:txBody>
      </p:sp>
      <p:pic>
        <p:nvPicPr>
          <p:cNvPr id="1102" name="Google Shape;1102;p45" title="Network_arch.png"/>
          <p:cNvPicPr preferRelativeResize="0"/>
          <p:nvPr/>
        </p:nvPicPr>
        <p:blipFill>
          <a:blip r:embed="rId4">
            <a:alphaModFix/>
          </a:blip>
          <a:stretch>
            <a:fillRect/>
          </a:stretch>
        </p:blipFill>
        <p:spPr>
          <a:xfrm>
            <a:off x="152400" y="726602"/>
            <a:ext cx="8839204" cy="3811043"/>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6" name="Shape 1106"/>
        <p:cNvGrpSpPr/>
        <p:nvPr/>
      </p:nvGrpSpPr>
      <p:grpSpPr>
        <a:xfrm>
          <a:off x="0" y="0"/>
          <a:ext cx="0" cy="0"/>
          <a:chOff x="0" y="0"/>
          <a:chExt cx="0" cy="0"/>
        </a:xfrm>
      </p:grpSpPr>
      <p:pic>
        <p:nvPicPr>
          <p:cNvPr descr="header ppt.jpg" id="1107" name="Google Shape;1107;p46"/>
          <p:cNvPicPr preferRelativeResize="0"/>
          <p:nvPr/>
        </p:nvPicPr>
        <p:blipFill rotWithShape="1">
          <a:blip r:embed="rId4">
            <a:alphaModFix/>
          </a:blip>
          <a:srcRect b="0" l="0" r="0" t="0"/>
          <a:stretch/>
        </p:blipFill>
        <p:spPr>
          <a:xfrm>
            <a:off x="0" y="5248"/>
            <a:ext cx="9144000" cy="568955"/>
          </a:xfrm>
          <a:prstGeom prst="rect">
            <a:avLst/>
          </a:prstGeom>
          <a:noFill/>
          <a:ln>
            <a:noFill/>
          </a:ln>
        </p:spPr>
      </p:pic>
      <p:sp>
        <p:nvSpPr>
          <p:cNvPr id="1108" name="Google Shape;1108;p46"/>
          <p:cNvSpPr txBox="1"/>
          <p:nvPr/>
        </p:nvSpPr>
        <p:spPr>
          <a:xfrm>
            <a:off x="17463" y="66525"/>
            <a:ext cx="8902500" cy="446400"/>
          </a:xfrm>
          <a:prstGeom prst="rect">
            <a:avLst/>
          </a:prstGeom>
          <a:noFill/>
          <a:ln>
            <a:noFill/>
          </a:ln>
        </p:spPr>
        <p:txBody>
          <a:bodyPr anchorCtr="0" anchor="t" bIns="68575" lIns="68575" spcFirstLastPara="1" rIns="68575" wrap="square" tIns="68575">
            <a:spAutoFit/>
          </a:bodyPr>
          <a:lstStyle/>
          <a:p>
            <a:pPr indent="0" lvl="0" marL="0" rtl="0" algn="l">
              <a:lnSpc>
                <a:spcPct val="108000"/>
              </a:lnSpc>
              <a:spcBef>
                <a:spcPts val="0"/>
              </a:spcBef>
              <a:spcAft>
                <a:spcPts val="0"/>
              </a:spcAft>
              <a:buClr>
                <a:schemeClr val="dk1"/>
              </a:buClr>
              <a:buSzPts val="1100"/>
              <a:buFont typeface="Arial"/>
              <a:buNone/>
            </a:pPr>
            <a:r>
              <a:rPr lang="en" sz="2000">
                <a:solidFill>
                  <a:schemeClr val="lt1"/>
                </a:solidFill>
                <a:latin typeface="Jost SemiBold"/>
                <a:ea typeface="Jost SemiBold"/>
                <a:cs typeface="Jost SemiBold"/>
                <a:sym typeface="Jost SemiBold"/>
              </a:rPr>
              <a:t>Cloud Architecture</a:t>
            </a:r>
            <a:endParaRPr sz="2000">
              <a:solidFill>
                <a:schemeClr val="lt1"/>
              </a:solidFill>
              <a:latin typeface="Jost SemiBold"/>
              <a:ea typeface="Jost SemiBold"/>
              <a:cs typeface="Jost SemiBold"/>
              <a:sym typeface="Jost SemiBold"/>
            </a:endParaRPr>
          </a:p>
        </p:txBody>
      </p:sp>
      <p:pic>
        <p:nvPicPr>
          <p:cNvPr id="1109" name="Google Shape;1109;p46" title="Flowchart - Page 1 (3).png"/>
          <p:cNvPicPr preferRelativeResize="0"/>
          <p:nvPr/>
        </p:nvPicPr>
        <p:blipFill>
          <a:blip r:embed="rId5">
            <a:alphaModFix/>
          </a:blip>
          <a:stretch>
            <a:fillRect/>
          </a:stretch>
        </p:blipFill>
        <p:spPr>
          <a:xfrm>
            <a:off x="152400" y="726600"/>
            <a:ext cx="8839199" cy="399092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